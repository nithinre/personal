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b" ContentType="application/vnd.ms-excel.sheet.binary.macroEnabled.12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theme/theme3.xml" ContentType="application/vnd.openxmlformats-officedocument.theme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theme/theme5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32" r:id="rId2"/>
    <p:sldMasterId id="2147483745" r:id="rId3"/>
    <p:sldMasterId id="2147483759" r:id="rId4"/>
  </p:sldMasterIdLst>
  <p:notesMasterIdLst>
    <p:notesMasterId r:id="rId34"/>
  </p:notesMasterIdLst>
  <p:sldIdLst>
    <p:sldId id="2147483644" r:id="rId5"/>
    <p:sldId id="833" r:id="rId6"/>
    <p:sldId id="839" r:id="rId7"/>
    <p:sldId id="2147483637" r:id="rId8"/>
    <p:sldId id="263" r:id="rId9"/>
    <p:sldId id="259" r:id="rId10"/>
    <p:sldId id="260" r:id="rId11"/>
    <p:sldId id="262" r:id="rId12"/>
    <p:sldId id="257" r:id="rId13"/>
    <p:sldId id="264" r:id="rId14"/>
    <p:sldId id="2147483638" r:id="rId15"/>
    <p:sldId id="2147483639" r:id="rId16"/>
    <p:sldId id="2147483640" r:id="rId17"/>
    <p:sldId id="2147483643" r:id="rId18"/>
    <p:sldId id="2147483642" r:id="rId19"/>
    <p:sldId id="2147483641" r:id="rId20"/>
    <p:sldId id="284" r:id="rId21"/>
    <p:sldId id="2147483647" r:id="rId22"/>
    <p:sldId id="258" r:id="rId23"/>
    <p:sldId id="2147483646" r:id="rId24"/>
    <p:sldId id="798" r:id="rId25"/>
    <p:sldId id="2145706662" r:id="rId26"/>
    <p:sldId id="275" r:id="rId27"/>
    <p:sldId id="2147471844" r:id="rId28"/>
    <p:sldId id="2147471841" r:id="rId29"/>
    <p:sldId id="265" r:id="rId30"/>
    <p:sldId id="266" r:id="rId31"/>
    <p:sldId id="267" r:id="rId32"/>
    <p:sldId id="2147483632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9302030456852791E-2"/>
          <c:y val="7.7427039904705175E-2"/>
          <c:w val="0.8842005076142132"/>
          <c:h val="0.84514592019058965"/>
        </c:manualLayout>
      </c:layout>
      <c:lineChart>
        <c:grouping val="standard"/>
        <c:varyColors val="0"/>
        <c:ser>
          <c:idx val="0"/>
          <c:order val="0"/>
          <c:spPr>
            <a:ln w="38100" cmpd="sng" algn="ctr">
              <a:solidFill>
                <a:schemeClr val="accent1"/>
              </a:solidFill>
              <a:prstDash val="solid"/>
            </a:ln>
          </c:spPr>
          <c:marker>
            <c:symbol val="none"/>
          </c:marker>
          <c:val>
            <c:numRef>
              <c:f>Sheet1!$A$1:$U$1</c:f>
              <c:numCache>
                <c:formatCode>General</c:formatCode>
                <c:ptCount val="21"/>
                <c:pt idx="0">
                  <c:v>9.01</c:v>
                </c:pt>
                <c:pt idx="1">
                  <c:v>9.11</c:v>
                </c:pt>
                <c:pt idx="2">
                  <c:v>9.2200000000000006</c:v>
                </c:pt>
                <c:pt idx="3">
                  <c:v>9.11</c:v>
                </c:pt>
                <c:pt idx="4">
                  <c:v>9.4499999999999993</c:v>
                </c:pt>
                <c:pt idx="5">
                  <c:v>9.8699999999999992</c:v>
                </c:pt>
                <c:pt idx="6">
                  <c:v>10.130000000000001</c:v>
                </c:pt>
                <c:pt idx="7">
                  <c:v>10.69</c:v>
                </c:pt>
                <c:pt idx="8">
                  <c:v>11.32</c:v>
                </c:pt>
                <c:pt idx="9">
                  <c:v>11.04</c:v>
                </c:pt>
                <c:pt idx="10">
                  <c:v>11.11</c:v>
                </c:pt>
                <c:pt idx="11">
                  <c:v>10.74</c:v>
                </c:pt>
                <c:pt idx="12">
                  <c:v>10.68</c:v>
                </c:pt>
                <c:pt idx="13">
                  <c:v>10.8</c:v>
                </c:pt>
                <c:pt idx="14">
                  <c:v>10.88</c:v>
                </c:pt>
                <c:pt idx="15">
                  <c:v>10.59</c:v>
                </c:pt>
                <c:pt idx="16">
                  <c:v>10.54</c:v>
                </c:pt>
                <c:pt idx="17">
                  <c:v>10.77</c:v>
                </c:pt>
                <c:pt idx="18">
                  <c:v>11.23</c:v>
                </c:pt>
                <c:pt idx="19">
                  <c:v>11.18</c:v>
                </c:pt>
                <c:pt idx="20">
                  <c:v>11.42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A9B-455E-B944-0BB58FF92BC0}"/>
            </c:ext>
          </c:extLst>
        </c:ser>
        <c:ser>
          <c:idx val="1"/>
          <c:order val="1"/>
          <c:spPr>
            <a:ln w="38100" cmpd="sng" algn="ctr">
              <a:solidFill>
                <a:schemeClr val="accent2"/>
              </a:solidFill>
              <a:prstDash val="solid"/>
            </a:ln>
          </c:spPr>
          <c:marker>
            <c:symbol val="none"/>
          </c:marker>
          <c:val>
            <c:numRef>
              <c:f>Sheet1!$A$2:$U$2</c:f>
              <c:numCache>
                <c:formatCode>General</c:formatCode>
                <c:ptCount val="21"/>
                <c:pt idx="0">
                  <c:v>6.57</c:v>
                </c:pt>
                <c:pt idx="1">
                  <c:v>6.18</c:v>
                </c:pt>
                <c:pt idx="2">
                  <c:v>6.12</c:v>
                </c:pt>
                <c:pt idx="3">
                  <c:v>6.18</c:v>
                </c:pt>
                <c:pt idx="4">
                  <c:v>6.92</c:v>
                </c:pt>
                <c:pt idx="5">
                  <c:v>6.74</c:v>
                </c:pt>
                <c:pt idx="6">
                  <c:v>6.57</c:v>
                </c:pt>
                <c:pt idx="7">
                  <c:v>7.9</c:v>
                </c:pt>
                <c:pt idx="8">
                  <c:v>8.83</c:v>
                </c:pt>
                <c:pt idx="9">
                  <c:v>7.8</c:v>
                </c:pt>
                <c:pt idx="10">
                  <c:v>7.6</c:v>
                </c:pt>
                <c:pt idx="11">
                  <c:v>7.28</c:v>
                </c:pt>
                <c:pt idx="12">
                  <c:v>7.98</c:v>
                </c:pt>
                <c:pt idx="13">
                  <c:v>7.45</c:v>
                </c:pt>
                <c:pt idx="14">
                  <c:v>7.58</c:v>
                </c:pt>
                <c:pt idx="15">
                  <c:v>7.63</c:v>
                </c:pt>
                <c:pt idx="16">
                  <c:v>8.18</c:v>
                </c:pt>
                <c:pt idx="17">
                  <c:v>7.61</c:v>
                </c:pt>
                <c:pt idx="18">
                  <c:v>7.99</c:v>
                </c:pt>
                <c:pt idx="19">
                  <c:v>8.0299999999999994</c:v>
                </c:pt>
                <c:pt idx="20">
                  <c:v>8.4700000000000006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A9B-455E-B944-0BB58FF92B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90983423"/>
        <c:axId val="1"/>
      </c:lineChart>
      <c:catAx>
        <c:axId val="29098342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4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90983423"/>
        <c:crosses val="min"/>
        <c:crossBetween val="midCat"/>
        <c:majorUnit val="2"/>
      </c:valAx>
    </c:plotArea>
    <c:plotVisOnly val="0"/>
    <c:dispBlanksAs val="gap"/>
    <c:showDLblsOverMax val="1"/>
  </c:chart>
  <c:externalData r:id="rId1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Sheet1!$A$2:$A$52</cx:f>
        <cx:lvl ptCount="51">
          <cx:pt idx="0">Alabama</cx:pt>
          <cx:pt idx="1">Alaska</cx:pt>
          <cx:pt idx="2">Arizona</cx:pt>
          <cx:pt idx="3">Arkansas</cx:pt>
          <cx:pt idx="4">California</cx:pt>
          <cx:pt idx="5">Colorado</cx:pt>
          <cx:pt idx="6">Connecticut</cx:pt>
          <cx:pt idx="7">Delaware</cx:pt>
          <cx:pt idx="8">District of Columbia</cx:pt>
          <cx:pt idx="9">Florida</cx:pt>
          <cx:pt idx="10">Georgia</cx:pt>
          <cx:pt idx="11">Hawaii</cx:pt>
          <cx:pt idx="12">Idaho</cx:pt>
          <cx:pt idx="13">Illinois</cx:pt>
          <cx:pt idx="14">Indiana</cx:pt>
          <cx:pt idx="15">Iowa</cx:pt>
          <cx:pt idx="16">Kansas</cx:pt>
          <cx:pt idx="17">Kentucky</cx:pt>
          <cx:pt idx="18">Louisiana</cx:pt>
          <cx:pt idx="19">Maine</cx:pt>
          <cx:pt idx="20">Maryland</cx:pt>
          <cx:pt idx="21">Massachusetts</cx:pt>
          <cx:pt idx="22">Michigan</cx:pt>
          <cx:pt idx="23">Minnesota</cx:pt>
          <cx:pt idx="24">Mississippi</cx:pt>
          <cx:pt idx="25">Missouri</cx:pt>
          <cx:pt idx="26">Montana</cx:pt>
          <cx:pt idx="27">Nebraska</cx:pt>
          <cx:pt idx="28">Nevada</cx:pt>
          <cx:pt idx="29">New Hampshire</cx:pt>
          <cx:pt idx="30">New Jersey</cx:pt>
          <cx:pt idx="31">New Mexico</cx:pt>
          <cx:pt idx="32">New York</cx:pt>
          <cx:pt idx="33">North Carolina</cx:pt>
          <cx:pt idx="34">North Dakota</cx:pt>
          <cx:pt idx="35">Ohio</cx:pt>
          <cx:pt idx="36">Oklahoma</cx:pt>
          <cx:pt idx="37">Oregon</cx:pt>
          <cx:pt idx="38">Pennsylvania</cx:pt>
          <cx:pt idx="39">Rhode Island</cx:pt>
          <cx:pt idx="40">South Carolina</cx:pt>
          <cx:pt idx="41">South Dakota</cx:pt>
          <cx:pt idx="42">Tennessee</cx:pt>
          <cx:pt idx="43">Texas</cx:pt>
          <cx:pt idx="44">Utah</cx:pt>
          <cx:pt idx="45">Vermont</cx:pt>
          <cx:pt idx="46">Virginia</cx:pt>
          <cx:pt idx="47">Washington</cx:pt>
          <cx:pt idx="48">West Virginia</cx:pt>
          <cx:pt idx="49">Wisconsin</cx:pt>
          <cx:pt idx="50">Wyoming</cx:pt>
        </cx:lvl>
      </cx:strDim>
      <cx:numDim type="colorVal">
        <cx:f>Sheet1!$B$2:$B$52</cx:f>
        <cx:nf>Sheet1!$B$1</cx:nf>
        <cx:lvl ptCount="51" formatCode="&quot;$&quot;#,##0.0_);[Red]\(&quot;$&quot;#,##0.0\)" name="Annual Revenue ($M)">
          <cx:pt idx="0">64.010598895526229</cx:pt>
          <cx:pt idx="1">11.143163173081495</cx:pt>
          <cx:pt idx="2">96.513587029947672</cx:pt>
          <cx:pt idx="3">42.035663621104753</cx:pt>
          <cx:pt idx="4">498.82897638367092</cx:pt>
          <cx:pt idx="5">74.235273484426259</cx:pt>
          <cx:pt idx="6">43.773162721928024</cx:pt>
          <cx:pt idx="7">12.0588387527824</cx:pt>
          <cx:pt idx="8">7.7571582040925398</cx:pt>
          <cx:pt idx="9">244.69107007746229</cx:pt>
          <cx:pt idx="10">149.25733579780797</cx:pt>
          <cx:pt idx="11">14.509050897906475</cx:pt>
          <cx:pt idx="12">27.069201146147915</cx:pt>
          <cx:pt idx="13">157.88984985071343</cx:pt>
          <cx:pt idx="14">88.320498373928999</cx:pt>
          <cx:pt idx="15">43.584265208930709</cx:pt>
          <cx:pt idx="16">41.59649395189799</cx:pt>
          <cx:pt idx="17">56.26256164535549</cx:pt>
          <cx:pt idx="18">61.216518263294219</cx:pt>
          <cx:pt idx="19">14.819674786607843</cx:pt>
          <cx:pt idx="20">75.862468712587741</cx:pt>
          <cx:pt idx="21">78.708632548990025</cx:pt>
          <cx:pt idx="22">122.23050020398841</cx:pt>
          <cx:pt idx="23">74.162646823291908</cx:pt>
          <cx:pt idx="24">37.531020537014797</cx:pt>
          <cx:pt idx="25">76.057333204786232</cx:pt>
          <cx:pt idx="26">12.848866799018481</cx:pt>
          <cx:pt idx="27">28.064749004584602</cx:pt>
          <cx:pt idx="28">41.742003001846747</cx:pt>
          <cx:pt idx="29">14.39823556988458</cx:pt>
          <cx:pt idx="30">117.96121182810495</cx:pt>
          <cx:pt idx="31">26.853366984185275</cx:pt>
          <cx:pt idx="32">215.66367684260752</cx:pt>
          <cx:pt idx="33">131.42033011428398</cx:pt>
          <cx:pt idx="34">10.102351515275865</cx:pt>
          <cx:pt idx="35">143.2619708241435</cx:pt>
          <cx:pt idx="36">59.780692582370541</cx:pt>
          <cx:pt idx="37">47.086285302102574</cx:pt>
          <cx:pt idx="38">144.34523327683752</cx:pt>
          <cx:pt idx="39">11.716504631754766</cx:pt>
          <cx:pt idx="40">67.276070884651375</cx:pt>
          <cx:pt idx="41">12.094896355669523</cx:pt>
          <cx:pt idx="42">85.818117782074623</cx:pt>
          <cx:pt idx="43">470.50474902639507</cx:pt>
          <cx:pt idx="44">58.979838731012322</cx:pt>
          <cx:pt idx="45">7.1308811156488101</cx:pt>
          <cx:pt idx="46">107.43554575978546</cx:pt>
          <cx:pt idx="47">92.933740479480406</cx:pt>
          <cx:pt idx="48">21.41497689767084</cx:pt>
          <cx:pt idx="49">70.158036596260743</cx:pt>
          <cx:pt idx="50">7.8821237970772282</cx:pt>
        </cx:lvl>
      </cx:numDim>
    </cx:data>
  </cx:chartData>
  <cx:chart>
    <cx:plotArea>
      <cx:plotAreaRegion>
        <cx:series layoutId="regionMap" uniqueId="{86034363-6249-4EAE-8D11-8FFEE61B8977}">
          <cx:tx>
            <cx:txData>
              <cx:f>Sheet1!$B$1</cx:f>
              <cx:v>Annual Revenue ($M)</cx:v>
            </cx:txData>
          </cx:tx>
          <cx:dataId val="0"/>
          <cx:layoutPr>
            <cx:geography cultureLanguage="en-US" cultureRegion="US" attribution="Powered by Bing">
              <cx:geoCache provider="{E9337A44-BEBE-4D9F-B70C-5C5E7DAFC167}">
                <cx:binary>1H1rU9vItvZfSeXzK0atvql37TlVI9kGQiAZSMjOfFE5wOh+b11//XmEDTGKE9g1nHrLngsFdltL
/fS6PWt16983/b9ukrt19aZPk6z+103/+9tA6+Jfv/1W3wR36bo+SsObKq/zv/XRTZ7+lv/9d3hz
99ttte7CzP/NMgn77SZYV/quf/s//8a3+Xf5+/xmrcM8+7O5q4bLu7pJdP2L9/a+9WZ9m4bZIqx1
Fd5o8vvbz3odvH1zl+lQD5+G4u73t08+8fbNb/Pv+eGabxKIpZtbjKXqiFpUSmFx8/5lvX2T5Jm/
fdsghBwJaVuWJcTDVS/WKUY+J8e9FOvb2+qurnET9z8fRj2RGH/89PbNTd5kepolHxOGP2Whvrt9
c6XX+q5++yasc3fzATefxP58dX+fvz2d5//59+wPuPPZX3agmE/Tc2/9gMQfyfrbOl0/TMsrgGEd
SSEYJls+RcEWRzYzKbVMS21eDxfdYPECSfbD8Thwhsgf7w8TkSpeZ/UaC+bV9IMd2UrZJiV8M/H2
U2SUdcSoIpxze6M//OHaW2ReINFPoHkcOcfm8iCx+XSXZTAFd3cPE/QK+sKhFtAI095O/sx4QW0o
o5Yg0tqAQx6uvQHnRSLtR2dn6AyeTxcHCQ8sQR2/oi0T7IgwxqRpmRvFYU8Vh3DryJLKZoKop6g8
L8l+SB7GzfD44+wg8fgS1jd5VofZw+T8c3Vh7EhQpTgVW0gw8bu+3lZHklqKc0U36kIfrr1RlxeJ
tB+bnaEzeL6cHiQ8f1ThmGevqC+UHVmKWpZN2EZfZiHAfSAmGFeCi3t0ZrbsBQLth+Zx4AyYP/46
SGC+rOsAAbnOX1Nx5BEjhHJpy/3YWOYR54LZJiP7sHmZTPvh2R07Q+jLHweJ0HlY13lThQ/G5Z8b
NmofUSERgW2n35zFAVOQJiWVxCIb/GZB2ksk2o/O95EzbM4/HCQ27joJ/86rLHxNyyaPLM6EUEQ9
RmG7bocQdTSFaJKwLTwPK2Pjdl4m0358dsfOEHIPU3suAyTAb07rZJ3dPszTP9cghizfsuH7kezc
v2ZpjiRHnCDKnhzQ/WsWGrxUqv0oPR09w+nyMAMEN0/yan2bvx5GsHLIRDk32fds5okemfyIM2lT
MQPnJaLsB+b7yBko7mGat8Vdsu7W1WumoOrING3QZ3SrGLOYWvIjJmzBKNlq1sz1vESi/dh8HznD
ZrE8SNfzQHG+yf9+g3XXpN9e1QlBeUwoB6GzPFTKI5MISwm6BQjvb8ijjff5b8X6CVhb/vbpzc2B
cw8SODcHsXOjw5tGP0zdqzgkLjnhlG55aaQ7u8ZOgiqlNrIla6ZQL5RmP0xPBs/QcT8dJDofgvAV
fRAzkQlxTpTcUgizOMEGLKaikoL4uX/NXNFz0uyHZTNqhseHk4PEY4WwILx9xfDaso84OBsCHm37
eqopgITZAMSy97M6LxBoPyqPA2fArA6zdnB8l1f+q7oc6wiUgGUztSEFzJkJs+kRCFIqmbllr2e6
8gKB9gPzOHAGzPFhZjwnCNnCV2QL7tNNxGwmRUVz16fAsB1xS07hNdtH4zwvyH48HsbN4Dg5zMTm
9HYdvKZHYUeIvExpPST/M49CCFhrMNLSNmee/llB9qOxHTYD43RxkN7kNEnCLA/rVwy8zCMCLJBF
bnnoWUKDIgFhtqDc/p7w7MbLL5HoJ8A83sscm8N0KKfZbbh+1RKBOgKHppj9UGuGw9i1Xyh3IiAG
RY0+gfvXXGGeF+gnyDwMnANzmKXO07x7xfiLWUemZIJLtnEa5gwVRY+mFEaQrVMxZ300z0nzE0ju
72GOx2E6+C9DjhYn/xVtmAWmTAnLoltIZvUAYkrUa1CeBjCbmPnh2ttC5/MC7Ufl8U5mwHz5epDe
5X3ehPUr2zDzSNmIh8VjuvLUhimCfhuCfjP7e9vArnt5kUj7wdkZOoPn/WHqzdlr9zrZyBSZtJTc
Ju9khg3KbLZJ0Ay1df0oUe9i87w8+4F5GDdD5ezqIJXmDFPS3MTDw9z8cy6MwlpZ0rIF33b/zUJk
m8PvSxQ4yTbDn/n9l0j0E2Qe72WOzWEatPN1mN29HjCMo78MDZt8RyF2AzKhjizwMgzxwcbNzLjl
Z8XZj8p22AyS8+VBqsv5uhpet5Y51cmgL8DkqfmSAtwkQZON2qKBQG3XfL1Ekp8B8nAPc0wOM6u8
vqvSPNMP0/PPLRg6z0zJLfwzC45B4wthCSVsNKZNr5npeoEk+yF5HDhD5PrTgWpJXa9vgqa+07p+
RVysIzReUFD2++l8lP2FydF4bs9c/fn6hfLsR2c2fIbR+WGGYxd5pYM37rrKwcmsXw8kClaSggDj
dAvSrDNQgpGxObWF2DQGzhPMl8u1H6z5+BlaF+5halR4E4T++jW7BLFVQDKpUGTe2LIfwzQJCMHP
bN+fEQHnL5BoP0LfR86wOT89UGymrQK5fkUlYtNWAEWwV2NbbJnnNmhXV6iQoQP3QXM3XMB5+AJZ
fgbL49A5LodJnE3djtO/RRE+TNI/jw0oSsYWyjGPfPIsbAPhjJZnC11PW1bzB7V5kVA/g2hn8Byk
q4NUnqu8gRtarOPX1R+GfU5IZbj8SQu0aR5Z1ISKiVmS81J59gP0dPQMoavDDK/PEVu/amGAoYcJ
jTLoythPQRMTOsQ4scTU/fQk53lelP24PN7DDJLzw4yvL+6+Va+7/wkdtUhCybS1dlOMmXHQSh2B
B5XgqLcNTjOz9hKJ9kPzfeQMm4vDZAgu7tr1azbMTFuesVkDrM3+pIcQAY+DgFputxUiVNjVmefl
+Rkum/uYo3J9kG7m4q57c7JOC+y2ec1+WkaPhM1RHHhQizlhALWadqsjYX1Uq6fgvFCsn2H0ZPgc
qsNsOZugendX1XfDw0L+51EbGgEJBQicbpubZuZNomsDIR2ORdjkQmrmeF4m089BerifOULvDlaZ
zu/68OYVG2uwoZBZ8D+EbR3QTJOIKY6ICd7NtH8wcN2b56X5OTYPY+fYnB8sNl/zKn5F3UF5miqL
Tec53L9myGDPAPIdE1ZwS1T/EBp0b56T6OfobEbOsfl6mNjcU26vnutguycTFHqxJaVnGSksHjZ1
TJt1H4zbw9rYUAYbwux5qX6C0ZN7muN0GBnPzS8Pc9n4640PevLJ//7sGnDTaLwBgb1PjxBio1qN
7VAPBZ+ZD5qdMfNzsfYDNRv+5E4O4wCbD3GCXs5XPcEGXLVNoT3bpGbe86xQyobPMc0HGgGqtRu+
vUSi/Wh8HzlTmQ+Hef7Dh+rOf9U97BROx8ZWNCq2EdnT6ii538OOlBRbCGeYPCvJTxDZjpvjcXmQ
ruYjjq+ph6Rdv+reaITRtsLW6C0pbc71BbvTbGrbU0fOY01hV19eKtV+hJ6OnuH08Y+DxGlDGP4f
VOGgPyY8iUW2Cc8saLMnJLGVA+d0bJCaBW0vl2s/VvPxM7Su3INE69Nd/6qndREEZtRmQGETEcyr
PKB+EHVDnb53Uu2q07Pi7MdmO2wGyaf/HCQkX+5q/eY6xF6oV7V06MrByXY4QgUdOPevWRUb+iOQ
rSId/a5fu9C8WKz9EM2Gz6D6cpgc3P8BSojPiGUrHKfy6G92O9okUISz4tiws3kfVnAXpZdItB+g
7yNn2Fz/f/JDPz848vE8zcVar5f3B3HunB3563fvbx5Hg86GbidxLy+3md/T29/f4mQuxMuP53tO
3/Fk9ndPO5mPulvX+ve3OM8ThW5YSG6iPR6HFk5Nch00fnrLAmOEbh8c8mHaOK2FwXhmUzL6+9tp
jwORiB5xwo5SFk4CefumnuqMOEDUQncKvhD7s2wbu7QUeTz+9GOeDIhhHydk+/ubrEk/5mGm69/f
Elyj2Hzs/gaxsgRO6UGYilYJ7Fll6AcrbtaX2B4wffr/6ZHmRdk0/UXWUbVsOy8onJxGMnZj2bV/
CoMP76K+zeKlacb6q85Z+zlmdV86tcrKLzuzt08a2KS5NMxUFnprmYmtnGKSdkcalg1FrIKmvbDK
jFz48Zh5TiNzEbh9q3PltB1rvsq2MEKnSm1dumVUxb7jjbVkLqK67FZpbX7AdwTNwkoS8nnkhk2O
B8G9OzIYpF/9WmILKe0PEgspbIWzXKRpW+ZM4lAGwHbQF7Tnvr8Q/Zh8bhk6H1ZaDjl32qEn0SKU
nu2MUgyhM8QmPU7baiCLqs31bdDXNXFDo+CLGmfbto5OA7N1ZMVjf+nnUfAxbtS7tFZBvUBarq7r
oDyLk473y7A2xHlYBW16/Ou7+hEG5PiwOBaIfyLo/U3vwCAHw++MIqkvMu2p69yHj3FYbGFpFFnT
f+z6Sl0VHkngkB+VZw/801rbXYuSSEmwdVqhsD39bxJr57Lc7H1W1H52kdkjuSBx0FxkdeWGthfA
n/zqSlCfH66kcFKixM46VHEnQnb3SkXGhrGsgvzCLky2Lru8So49bQ+WExfB0iybZHSpOdi5G1He
pc8tmmlRPL1RLBR0Z7KpmxnWYXZ5dJaHgZ+l4YUsY75Oo4avY2xjT475mNZLUeW5M5iA/rhLys5y
yjiXdzpR9WmnBva+F7QyXdpFeexGMks/06qw6CKwh+GuMNpiYRpjKl2uclad4HDCsXF+PXvkR6Bw
AgvMBlJbCwd9Mdi03ekzRcMzzj3jnDReug4rXfsOMWKdMYcOQ+a/64Iw/ubbqnjfj2WwEjnrQ9ci
rfxby3HM3SHwpcvyqL0LKypvW14EEpWGX0HM+A8gT2eRUjml3yB2uYTr3JVSVHZoVoGm5xErC0/Z
C62C8bjXPVUr3TaNW/Wl+WebDrxxgiCQbkWy49qqiuOEFZYbJ2V6WSQ87R2ZdP6XLkrz06HW2il4
WXwWdWwvvDLz3CaPotAJNY06x4vq7KIrjPpDaYx06ftERY4xelnqWm2QnnChk0sr8j/6Q0Z7J2lk
eaG98pO2UoMuRGthIsPBgm1gzTg6ZmdH75OA2189s2HvAmGT96Pft8rtzIClONZlCE8NuxpSpxvs
cUE6bizGqL8p6lJfNaYhA6dLtVx5ddmcMs+yPpUB6eJjTxokdMYg9r7hcMqqdcKsNP5qUpkuiqK2
TuM8K05JqZLbsC0E9J6m8VWovF46bcn8d5VXNe6AeTgmODD2Q9ml/ZJ1VbkipCftMuGS+G7b+Xbp
tlbgLdOaVoumUB8Cz/DNBSG5PoGrsTo3MyPh2Fom/+lTMzizKlVccar5caMiw1rVIh3XtsirZW32
0bhqY9tfGX1vrq066f6u/aLg7mhps3Ey32r9Va+jHMrRdcvBbxt7VeVesEg0TU8yfNRRglU5Jjpt
pRPVUWS40uukI3Pejw7TiedSbWTpcSXipc+awfyzo4Th0JrKTJwIK0mvqO5UfdxT2b8X8Tgm3p9N
V+o0dYYwGbLqNvACyxq/1p3RyzRwVAVTnt9YQxppWjmNbprCvNCxTuP+nQrL8bhVjfZO0yoMCyey
kvzKlAY9jQZKG7cBBp4zlKbqAVdq24vM8+APdRJ35VLEnW+6VaKJ9yEoTSHzk3iQXbAY+kTp96LW
FCuq83JSd24DX7gSRhB5H1qojvDd0i5sLDga1+kqS8JKOUkJ5+Ut+zYUruGhsZI7g2dmzM1rL03d
QDWdt+oSmaTL2kNUsOKZn46uPXJYzMyKWeOmQWUkTlsPfv2xDo00XeZ+aP9tNK0MzYWZW/o4ZHZj
X3DD8713GZVa8sjN+roch5PahHULloUfyHTp1e1YrlRVZ+FqSEQ6nJh1nRYut4YkdGXPh+S4CsvQ
cAGr9cUo0pEsKBVxusB/pvEhiUyjxpRn2ZcoTVV6Siulk2UcaHE5NprSVWTkFjkLuqCWmSMDK9DH
XtUW2RWcMX0X+aMVr5oCEixznfjj0ib9qFw7GoruPLUHLG0DqlItPEKadxXlPFn4HvWbhcxawBnK
GvFJNkZ0vEtiqsTChgDpgg5pUJ4SM2Qnfihj4VpxXNJFmIfeYmy8mDtGVxXqY+R1EXNpWEajkxbR
aJyZXsJWpPB8DnGVLJZkCMb8NAhJ5y9jxYLOmT7nEBWqDMvHp6Xbd6ExOroPjb+qbMgHwwmhR9YF
GbNwDB27ZQb9NCSd1VyIQg35IlOlPudNBpfk1zLGAJUi0V95YUCyryNJsuBdOaRJv6o7PoZnRPv6
E4ssvua9l3qOTbB4V03WS7qsxRhC+IZE6SKhZVy7ductQxKWX5OuQ2QR+VF7VXPRfSuqgJ60svO9
pR1z03Iy28P38CSP+lVWteRi7AvK/qw1J5+INvCJThi17WoyyH7ZWmkUnlS9ZXWnmfRr60NoSHWd
meW0OKOorI9lUgf1x35g2nbNsgM2QZdBsLyG0T2DB1PX2JKH1Z3CSlYLdB73+amulWd9jKomji8t
O1PstGdR15zrXk/BZzD0H3lsiH6Zdykunefj2Dq9lerx2IzldPOT6B3sE+QqUnLBeIa7aEqOqQri
PB5dFbdQnSLx4/DPrJJQ+apBVODjPdhUS2fBh5KwococWgQm4O6qvjlPjaCondBsyn7VmziAYzm0
pTUZDSiTizuCAekVmeJknaXXnkXVO7sNQ9uxAx5jXQy+WHcZhRh9FQ2XVPdmfeYjzI3O8iKLoysb
3uK4zkxyUSq//MpMS5ROwILQepfbvmrOvCD328VQybJDgDvQ48LCtLqmLIebOIn5x76pzfykNIc2
/tKJ1K9PUs9I/x5GNdmQsEyCBfIAmy5DawjqVSFS9cUwvXSVdoVfOpLBzA1VF1yGua7PVBpHfMGt
yvJh9kCtO21gqesqMlp/mVgZ1GQ0PKpOWZaT8i6FQR7eYQ8/dKObLPYy4gZmtG/Hdgkn05VnpGos
4Xoq0S08LW1NhN5l9FelWvXJGBCmvxuVrsitrrOhdlJCZHsadha+qk9JMLqs84V/WgCWzjViJVZj
3rb6vB9kchW1denYsj5had/yk7ETACc2ST0eF0mc5+eZ6Nl7Q5ssXwZllrZn/tAVgWvzOg0+IRKp
b02VwYzAdNatEwd1Vzuqa+0SXmAorxK/JOF/SD5Su3VGRGDD50JTQ+HLaq9aBtKI/XeGV3TfAt80
WjeRtYhPQ1BCf/a14Y3HVVPW4TIcGyzS0NIR/djHycgvUlEkiVMWrSnOGQlY7w6IbuplFxRArbOz
0HeqUaawHXWdLElP+2rRJpZdHY92idUfs96Xi8EbzNr1ilqUXzo+kE9RUGGtwdOpa6z1tP6YqYzA
wFqFilZ2GojO6Zuvlt10NnHiuJWfuZWV3aLjvmbnzEvs9rL0alXBuWNFL4uQAk0kDkP/PqQ6zt/L
qgjoR6s3E3Hq9bnCffW94Z/HlVF0i7T2YDMQjTX6PEk8yF+p2F/VgR0Hi643zdOhZND7QQgZOswL
JHosEJVuuYttjrNJwG/yYqhCP9g+guTx1//5lKf4937M9z9OTzD5/hs2GGweffLLT+HcoakAXs8/
NEnz+F0QZivdRF88+eUHKuUnZMnmSSo/efMJk3KzW4d+YKomosFiSJwfw/cfiJRZafc7l3I/bkul
CHGkJLw3OE0kHtjlKR6oFOypmmg0dNagjQ1H3050yZZJwY4qCjOAovT27LotjUKwaZFaaOFVBF2j
Cqfh/jc0Cp1yie8Z3XRF1PNApVCkzCj7WVMuspO6JiSqMngMfmcTTzdqaRWsMBLXLNpwvOa8KeI1
Myper7JyqAe20FbPg941cs/85mcVyww3t/pYvlMBH5pFrIysPOlUmtTnyEAKY3DyuOfFNx7rqM8X
hhBJRF0fuRm5k30+NJdJ0Mtkbdu88G5oSktx4YuwLChMFniCxGUFr9IPATF1ly38hFcxiJ6Op+l7
IocSIvtpSoYzK6VZ9LdRtznG7EC6Xfq7XNNTVgENHGB2kIfhnJvpbGJsMHg6R5KkYROIwL7zujyL
yhOdsoSdJKytK3ky1r4OO3cMCxyYnJheaHnPZN0EHXJPMEIVAnw3km70YOF0EDW9v4MRYjC7FqYI
byMS0zh0dU45RXyuLKOMVlXf+ZVeIGH0WeAYzBiL7GPH6FBbLmGj6Og7LYKsjp08L2lFLnC2b4n3
fj1HWMK7MsJFUwpOAnwwUtZpWT6VsQ9CwwoqatwKo2pNa+GP0pflKrGZpqaTVVqIvxAZefr019ed
YTNdlykcRYCnElkgp+bXLZohl7lB7VsfUV0tnNYE/fOfABljhvwhCpvwQ+bh+U0amXKOZxc9wyhM
hMGO+uDyYGJwzJGlkMbjaTzTtOxA4/M2NMw+oLeGTGRJXd6Zgq+hSIY+zcdQJhehQXJyTuNyaK7i
2jTHwEGnbIJJ+fVEPKU2cIoit3CIHIjaaQ8Mts/OANAiNKMhzrwbT40Zr47zski9YWl4YOCG48Gu
eqDy60v+ePPofBZo4cARHFPFc0YhBjLwkmgwq1smOmj5aiBihFPkVdfUbAn2i4m/qgazDs5VoFf3
rxzBVAWyNszNontmIZCZJcME4NxWaAkUFeeEIdidQaHGiKtCG9/QhyxT46TXwaQQaZ8HeGZUg3Rk
ZG6YIl4unB4kHqTioRk0V2khosHNDFJlVyoN0ipblDyvrMu0DbP626/n7Cm3wySeDmDi/B/sscCh
pdCWmS1BFmpXZjn23/pKV1gEZhObmCyz7yg3EMzS1rgqLKRUUBrd5dOPsPCb/3ay0LqOo4ioiRoN
uDyYtqeTZZdWrYda5N+yhBuw4RGs19iB9DX1wM+ox2H3a7/Bk4fSiGewqFWRVoSf2AYC1tgpA1jb
yfIjhesg4Zi0Z6yPizx9xqxMj3h5omAokqPEZE1PFgPCQsz8U0+7rFDZSL/VniWMdBnpukiaj+Wo
wyJzu3IoIZwh0xbv5UOZ5sPCjsfBuOqKwjtFwJVEvpuOozmcIXEFLexkyhSedhtuGsklgnZ/BMVF
VQ+TaBnRQLJ3JkJ8fGscel1ZPqOms7oFLBVyAoV97CYeE4Hj6vjMYmBlZmWbtcVfkuc84m5hojm6
dDyvUapyyQgGJXC8YWM9k4bhvebenBTEs/FW32kqylXT0ecVms2tOPb9IBjhihALLUA/LIu4B6GC
xKj4CwltWJVLCq6QnVskoMMZrZsB06G8Nhmv06AfBuk0QdWVgQuD34lLvxw946RKWTReV0ZTiws7
FFOA0LM2TdRx3PAJnrymCktoaCVvL4sqisfrMQEfFDtmkkxOK8TsA6A8UwH+SBGrjtd22vfAjvJo
wI96NH1tLwpe03olZDNhF/d+iACjvL+8sn1j6Bw77yN8RY7gAZKHRjbFBrrgabzua5GVxUq1FWmv
GM1H/b6qYq9ykiStrNQ1fC/tT3wG5/o1szOPXbdmS7DIpO0jzmjLLEeI8mvbMDfhmH2JfjfkjEwK
9MvPlgb1wEATVSR/jSStKx+ZuCmRJnd5lCentCk7GIpfX3FujXCGJTJfcl/Eg++eXxHcYB10Ke2+
0rGZFmPXsMn8WbWM4bxFW3LxlwcKCIsQHAvY8nMJw4J1+msxpqOYn2g5yG5hSTgu7AOwGKLkp+Zo
pG1TGkqk1ynLUk0dnTfcuMvLoIQ1CuI6I8vKk3n4sa1tHxanCHiOIpOtrTZHniq7BOUnyy/PEs8W
Vz2tEntw6o6I9lLbhhm6JR/7/AyLyAycyGQeUlPmCTIpe2BiHeZtgOji1ItiPWl+iz1BH6an7xWD
Q+OK9u3xr+94btdsVELN6VGJ1v0x/MgJnt5xLLwg68pafm6bzEQQy6vKQhDbjtO6xaOwGDsBg9Fj
2faxovjh6/vI1hDFtKRpE3WWd+X1YlrSVhmOaXUSopoymchyrE2yKpO2qMPjkQ8xtM7r0immJoOd
QjslKaFGv74l62lFFgdCcduG24RVA4Loq5mZ6pJm6ZhHmfXZ1gGFbunCnwTQBgVLvNVjdLMPkM0L
+knFYSsnk1IVJRyNERCE8QTcKP6Ug26L14mKJDsJu2Sah3LocnHhlT0+FQZ0usXBT0W9ig1Z0VVh
Vy2t3QH+Arf7zK3NokzcmsJ58BYqR2hpYIj3nqKl+5jIpMmHz9RvJ0ulqxJLa0zGML/Rph1bmTPo
vByvpZVN/jE1cgJAepEm/rAcUwGecaWo0XSfEaVWmI5ORhSrj7YjrEkWGgpLjHVJMVm3BmbzJLSK
DmZNIyLBBUPtmfgNORbBVKQ+w1RoLQNDuzxpIqhEoKwIv23mZzKF0zPcHhPbj5ugdjcLmukonr+G
hij4L24j7TR/CHVJNzIxiNL41KYyh3XYhLdWYPdt7CKzRGHwObMwc0fTJRm2d1mgzvEfoqan025G
OULIopef6oZghegBZ56Ex/D9mB8WFSznS68z8r52RAJiujpJWi9DyAKjh1kC05joj1LUthetPM1A
wSALsdrLCo0s8ACpAcXXfQZHtYXNL7sMU9kndgZdgRZNcPhxPwFhRCHBDzVEqr008zSHJDyO4Zti
oac89dezzRTFze2kFrj5yQnASKATA1HQPLNBOFij4tQPn4JgEOBVdRPTwvU604suhDWyaliWQSUK
21GWpaLAqaoyLN+ZSYOKvlMg2jHOKj812LmXBpK6KBb3/o0ZJuZJ5zVMLGKZ5ckti5KxukxzkeIB
tiDIuw+sJWY/LuwoU7xwS8SPdbPqOm63F1UZgJtyRGqm5D3Kb0QtsqxSxI163VSek/cg0SInyNoK
1Jvfxy2UoR2rbkic3uARi1ZoGmnYlUj0wHzX7EnTNceF6gLiIX7zfH2qA4nIzJVj0o0j0losxeK0
jwevccq6iMSqVdKnC54a/fipE7kVXjcs8b0FZdoi7oD8NB8c4YP8XqjQAqfr88Q/wek2elHmZjee
eSozzWPSkcBa+WDhA3NZxHnKPg+89WPjs8rNvv801Vv1uVHrzLiEx5DNLa+EqD6PsvWz3CnynAT1
nwp9E6hKhmA3QKAyO80dFefUClxZjXVpfyNpZGe3gVXkbb/AUhnKO1TNus5EnbarSXSivazk9gJ5
AE/EsZcasbhQBAxofNyKAsXC4C6wM6oxyz1K8hU7R+tLiyU9kqougj/xED8tzGWWsaKQp41CqSN5
n/E+Lv1l1Pq6a9933PPDcOWxtGv4pZdZtDwVEQt8e4W1ImjsFO1owq0ntR12yvENJkq9CLxqjIbT
zq+NIDzuwhTexo1Vx2Bg2yJs+H9yoxEc1f2Od4bndhRhC7loCkRdytEDtXvxIUHTDH7ozR+NMEzw
Hp4MwHC5Ma9Z+W1EqdBq30WiKnzrhPSGIaU7RDxu5HGfRSRNHM7ayS+a3AhxOz7lcCrr3hvw/EI3
4oHi/gfwz10hUXcyoi5ZyZgaVnEaN4Oy2w8CzRChckqlJk5CVpoH8bX0Pc8YzxhLasyUMZQw2eew
2mXAzwzqoZbxHqWekCQfo6iLbG/ZRTAE/jIPsRuocmGyJpGG1khMa2n6wRCWC7OIowqVTm0aPPuP
5VsZrpdGiVKfG5SUS7dCHoyZBVEcwoO4RATTl0B+hCxOWaoppmdBjbt3C1SsqFhFQTfNGE10jB95
HWjjKkvlZPJZq31buqrTORbAmCHeONaqSvG5YnOrgUZjBr44QuOShC+pPVwtCQiSzIyEEzykYIHF
v5Ckn+Y5YyoCl2Q0RgUojCy2A3ZXlkhoyhWqvIi0XBDcgyzR2xLwxgCCrCmbax1lTZhhvgyU9I6D
ZmSkP7fRjAVRQiBdjFcCKwtXoHir/OYZ/bTARGVMyHP0N5XfEpVOU9O2aPoK4WLtsoMMLZ58iXvc
3k9VUVp+A+EW4G+8L3JxFXPmKYpqhgIB5BQyIJiL7epBexXqgQsZGdPNeXq4n4wGq6ZytzGu4iOf
fqM1j8+pGVb/y963dceJc9v+Is4AxPUVqItvZceO03ZeNOIkDZIACYGExK/fkzi9dyffGd1nv5+X
zuikqkBCWlprXhbB08+pDt4//tckv38OSEEs7vJYDbiBaAw6+yZYppg+sZF4DHqKN7w3vGpj0rLw
CQV4C/VX+v6g5GYXLDVU3ka3V2NUeppWUAtZn92Xg5GYJTCBPT4CWiHCXQHmoLasROj3pLcd0PYR
ezRvw+mtfJ9BqbCDENfex9TFDDVareSYrdHZm2KvzsP3R/u+PDIqesxPljB845Dm/T54l/kO67SN
9H4ZkGQZ/tLLKcy75y1giVmuMVKyT+/7QtqMBz97wCD3X4mYnvE9+K8IVte8dPutv09osK0b/kf2
RCb5IQhTUHNXG8S/Tp3aHdEKDyszEnu65O2OfMwrni+zeTy9RVk7YvnMKTJWDF5bJLv3M7Ds/Qdj
u/+RWEh1MCOQYuAjw5bu9z+arO3WZ9O3fcuOY1vgd7uJRC05i9nn0XJD3tcK43O55KefU15yq3E7
jhGBH8EJIHFxrpjAOW+jacvCZ2RuvLCNmoJlZHU4txQXT3mH1+Q1S6+AbfYADADZ4DF15iqX7b6d
IcnagR7hTcaLo0Cy6Pw1KefeyfOSyBDqhL5M+sFWdG4BG0ZlZPD5bplm/IGkMe0vw2TwXz+sANHS
cI0AFU3A8vuLFQsFKLBqjqtHXSvtp2ykDlUABVGJlbGWCOX86MgUI8IUuutNcegHHLHDwQUjhTYr
LXFUudcwcxzxpu2lFOL8E07mS99pfjRdj3r3q09meFXPineYjhP5sWcmWfSYsJmugm6fSFfIdXme
yNqt2Xl5H7or2xlTRJTbBEYk2nVOD9kWRohyi0726Yuc2lcN8Kp9ib/jp8UsVsxAZOJ9vAtjMf7Q
WOD4/MQAhUIN0G/AleHFEGNZAbLw2XBHVKTxicxHew1rUzNjXb2DLFuU9pqC3p80ja9aOkFYUm3v
0BtFWQ7UcEoTAbyURgKl7zCgdhohWQEwkd4MItv305KsDCB8K4oFoZJk1OPMmz0iDZhAku2TZxjZ
oYLYFAJYPO/HFl9HZ0iM8nVFekaD65XOWrNLSfgOUkqD4+4uF5Rky4cEMJaHlIXywEOCtqq0nxtA
F2ioU+UAgbLPSUsilOQ4DEs8/C1INowqG4f92BhSui83HesIi+99JvkigUQTFjJir9cN7H3+QWxm
DZ40kmmgCpuayuwz4i3WV7CqDTPAk3AfA1VjgOCP8nJHqXqGfBWZdTnIVX2GfLSborfE9Vl/ybJJ
eXpMYjkvwZ8ri7ijB5xopE+ruQf+HdRFH+X6ExDJVSwfw3bibVvT1JPOPa45cpvpW2kZdACvMy0A
TZy0MHYo6yDeZvFpS0ycyMrgdHAo9iHEQk6Z52lpIoNVPvAyri3+MsihQV3BTLnm50jen+UEcQmm
B+08/D6sH+Gm7+0e/0qoCfAHsv9987J52D8x/kDvKY/3v0ujMMAnfOv3D1ICdGI4oHLfuQ3WU4Wt
3CJbpJdt8ZE6cGzUfVeWw/4vP5csckpEIsj99n96x8P3cBpAD+A8xIRVFOuweDBd3q6yWqFdwoP2
Gy3jqxVqPXypDbYdDpzBE+GPBGnZcjVtIdZ3AsFcfwFuud+5YGAaP/+8UKpLHGkTlkrw9F6xjYxv
uaj4qEzyAVqsfXziHWic4PrDagj6aQchZ53pJGmGdpgk5B5TZoInw1KFzy8rWDx7zeJ2T+NAs+Ma
ue332zI/NlwgBc6RiqZQzyCViXeasRlXt6/JnEKbxKq0m8dhOHS8x26EXG4nCIAD70FPwJyI303m
KOA3XUz6vPgX4Ou3gh5YDuIDVnCM4JZF/wErQ0aF5FSo+KmTMsNd523rsBtWiTA7Bcm+g3oL4KWr
LCRMuPd/qe5+re32y6MbMLyv7+9j+h1+18bJYJ1zQFXvoZEDA8ZdoA7ATvrnS/0GoGM3QT8T4lqA
rPDfbC/r/8ZQrYWYIEOOxr/WSCiclDV0pUlyjxaF+9Mvs25/qIZxPGFobxM8sp/B8Z/v5VcIIcX7
D4EK4VVtu2ifYJ3Hv94LtSQGfMvbJ/SnQhhjabTn4/MMafVhk0id/22e//OC8BABONhl7gAXy99w
RdHpMOqHkD5ObsRB0Qqc+Fe5F1hqP3f2Pw8w+l0gDcvyTsXhBcJFjPc4/A5kup4n7bj02ePPiLF2
2w7a+4z4ND26ZC7skSu6aUgviefNYMY9nhON0BDMW4Lz6F/u6NeVjjlHKbU3yid5maKV0e+0mC/D
YIW8aXrs3zfVirwOe9wZQRHXGVRVeARdAsFo3JQEhwNSi6Dbb4QrMpmtthMq+2M6EJmGlUNo8TVC
/YSPY3/Q6MI8QT1Zr+98lnoPs/88iN8fIx5cEpIQ3bMByUJo//tjzLppiV1gL90s9si0/UiE1JyO
5oMPCpPgvTD/71BXCgIETdDwEsgf1sC9W+qv6zR3yEbw3gFz+XnsubabeBVKRFZZ6RndQv931wPk
v78zFxsDhvfkR2O8v+9RskKECdUlv7wfS0iS96eRix77Ypyn/cD45wvuwNn/YEvAZ6GUwkLdRSmg
bfH/vw5w9ZtjekvFOR8DLdI6H4acfM40Nsy/bcH/vBQeXQHaq0h2e8zvoW6g8eANlGbn91TEQlKM
WOPiacAf/zyq37g1/DoUGnjrTbx3ty8zvOnu12GN4dJR7lT5NYSi869tFWdiTxU1GfZyci0sJO3h
kOgY4mndg+moeqSic70QqD6f+RoiCP7Lfb1LRP424cAwMQU/3rezCwbgj/r1zsIQfFHOuvmktzjs
5kOcul0lYdDM0sg/520E0Q6pcgvMt6wGuqGKrRZox6LhBlkEpEFtLYUCInUbJ8BEwoeBwrUjzx45
Syov1DEROV/TGFTY6zxNA8ozzeNknA5DbyAzr0MZZvPQFDoFBHhLXCRJ9lC+84wiQ5FE7iEviyZ3
J9oOwu4GyVfGImA1HBKSMwqgnEEHG3CFJfIzccoDfK2rxHu6g8qhwCGW/Qiv7yWQ+DGbazfEOFJQ
su7pyWrjAIm2jAvUL2NsMN1I/TKTX8jc70lm8J5zKZC2eG6hKiJIfcW8DNFWwVYDXWGTqbznpvoL
iplwnHfVzwTrR2YHxm/F/G5TsScX+WSBeKHmEVl8UIXEJaFh3zOYECwKa+veDWj/eQLP0PP+mSAd
L8kl80uZqCuehcEOUsxWA//17/VhufqZTE0nzAA4GMhQDvaj4t1SSFoHRrZrOFQTDPtp/FBOpcrX
Qzsh6EwfU1/aTX4ED7IzbchNoUy9QCEKcuMjU0DB2wbrHDKHY6enKOL1ECEZ/tOjJJ6L6zRza/w5
Sp1figvgPKo+jGXJRXzg4xxA6a/g2nNLDbMeOP7DKD2eLQSC8aZ9FQZATGyNlDFKi9onnq63opyX
eatAk68MVX5ZaPC1rAvnUxL2y/qWhYPwXUMTFAJjNcC1o19GIEKBgVY626nAnzFyAk/fZrfFgPOE
H8eu3yWjP/M/APJ7/urHZT8M35dG/yNLHfNeoJTUJZQ6UIvqMBsiRNhW5rgNSMuhkxYBBK04XGTx
pMYy6I8DS6Eh79p2fUo9S3nj2UohzbfkzEKywY/g7BkIi3zMdRZDR5x2l5wtfQgs2+qPFIv6nLSp
nCvsvu6Na9W/tCGTDRTHFDVyT5YTinBAXfGY3sBo9VkKbMdxVdlttjLV5EnX4emGgT7y3CUHLpm5
33i/hAdUC8uh8CHpsWKz4WunzFMcJepGJ0F7M9h5OaQzoHEIZNqzlaZsunItPuSqm6A3UOwbmyfa
9J1qK5+MY5PScroutng4ejqCnR5VmuCnCz/WCR/z44qfvCpQJ75pJ80Jegz6bSpFfxIu6rfKlzw9
djyUTyoBZ1D1gI7mKiCyfV7dVnzpgxHOEmKGj2sRs0MIO8o1fI4dq2QQkNsE8OERJin0YOY5/QBQ
k0FHtZDyWwQKCnVWpKJHG/OOHZUfg0M0D8vjbBMAIQgFzeyduSaz9qJKh7WoaV7SrnhhNi79FZQR
5uscJzw6SKMWlF9s6HxlSVp8L5YUfp6ABvp6KCGTaJJo4R+cJQL12yBv0nmJppoWnfwS8hleLbgy
b+Ys2lcoTXdut7XrtUOafRfmwl4BlQ+umSBd3BSIft+idSVjtW1F1KGcV8Hrqqb1+xQEro5ZtH2Z
Zy5jKB0UZI3bNmPldr3qKyi5tGnUtsL/kpl2aqswUuziI7hXPEo9+IZIT64T6PDVNTxa+hgrE9+k
PZxYQKA/pav/GhpKL0mE7WNnszSAPENWtQ6unib1khySfBkvqkv0q1cOuWII2r2FE0RAmyHqnLWp
qgJDki9gzGVF4n48SQAYVRwOywcXjeLD3PkFJthlaZ+nzk8v2qkBVjxnXE0jrXjFcX9gggtggdh4
bpeCu2J9KOO56+txs/wLH9RWgXwaPuGVglOllI0+wJRXXKlYF7XRIb1O2Jh8mYvM3XLwEBZ0CGwA
AKOWipoAEv7WtLdZEUhW9ZEov+gAyVZTIG/kVcrn6SFbM3FEoM+yumRbfl4i2T1APwTNydrp5xje
lJM1LjpxZbMvmtDnFfX78zYNW3GaVOIrPg3td48JOXVLbswB6al/WnSZwoKQTGCSRbtUYWftVVYK
dZqQH0dVm8/lczku5RuBIeMj11S+QVK/fTdY4I3NZQyxNiewP2RxMzl40ZD3BlW6jvY20LP4vIVy
PJE+olCMAea+dD5McJY5RKSQswI4VSqycw7CqFbzyE8iNfoZmjOC+7fxdRSOsO5kZH4FXjg9lGOn
z5Hvy6dh0NtNO/Pp4HKEXJTncFmOSbhca5OsDyNk8R91USRfibAIDvHk7SXxAzYPsLb7iCzmxul8
hcLfEQk8qRhPNBuSBmU7lJ+AY8qrLdD0ltJOf9jionsuAOm8TluxfMSB356x2fI7SPEXaKsyduxL
mt6CeY9IvQxl3xQbfH9Y73o8bm0gHwSogYfWwYNdQ7ESHvXKp1e1mAS+knTbbnWZmBsIqARQi0F+
bMlWDojZcNuRXBTnCFxkbdWW3Be2JWAMdPAtoJDhh7c+TTZW1n5wyMGb3ABqL25FSmy+HEK03+uX
qi8VvYXRt30A+tNfgsSPn/pFf8F3WgDQLPo0D8hguMn5xZUcstBURey6lCr+bAJq1rrv1vAOEiTz
zGJrp1MX9ySpyy7KbxIqdXEsw2GEe7krVAN+OdkqCx4eHigYVCu+LaWtBkLHiwygQ7jxwZRjrrNw
XfTtVFoQUJHTEUwzyTTcE5cEH/KxZKrOHLy7h65U+pG3zA4HUNG+uxmYkKwJ9JhCqUlpFJxyO8/b
oy9GbbrTnnqETTk52cM5a5VcW3EtgBXovo5yZC51Ohhq74Di8LkmJmo/rvkmfS1hJriFjJBGzRoh
RbxZABAsn1KGqlQjjmi1pBkSp3aE3Olslyy/TuFAGPnHjXga28rDaFqa6xjBLrwqEjAVp2m3Cjad
nVPzVAat4FAGtX2pKw1XXC/qICndE4OXI6viLuk/SB8F22lFAcx3c00c3q4ld2Mda/ALd3mPcNpA
uLc1EojbNY8XVmdRLq6XwLuZ3/c+yMqNYPrH0A0N8KNB7OoxFafD/bIkvFhgeuBZD8+VmSX2QwHa
tTaRj4dDEpm+uxUdWONqGAE/19viJliRBg9CKjdcnEeWpPLQrul6Jxjg24Y75s6kxYtPG3Q56HJA
dVxHV6LVCjSpSXNfxStY+WyJl0uQli6vB06TGYYfQQARAkv8FKlAf7MlUhM4nH18kpJG8NTC8WPi
GilcF8gamgFI5FZ44bJHHyQyR2JmCjgxa0TSBR+QYcDQCBRBaCqyA/wrqkphm3HlQQwwpMNqGDuZ
pndRYDPzDJJ5oGc+FcmX1trP29a1z22nPrelSjlsmOvwtEJzcqAF1acQh0eIIJFp0HL5dtP7uL9o
wszRdrqs1aQ2VeWQj6pqGNLhSY991mid+coULEF8tcvwdWnpdszlbrdpHb0D81mEdeTmdWo2HDbJ
Qzl35CmHsEk3zAKDwnrAgqmg01u/RVKJD2oa5+Iw53l7O8tRPplpXtqDca2lV0Cz27wKBldeDZJP
Ddw0/VFMNH0a4UM6lEsnbwRNg7tYuOQmViBTZTuDVC9RFjVxTNGfy+TmtLk47iu8cwjexbC003xQ
USYv0DWuy5XSK63KeQ1dPYmW10k2W1WVEYxetYRQ01zBANS6gwf4/rRRvK6dgo+fThy8H5og6BDW
MS/0Bac8Dn+Wib5hHPkFboE+4tRhR5OXWW1G1X3irI0+AxGE4U1E5UmG5XDMVc4fAh7q2g5Z9xLC
Eg/jJ4BeFG7HPKb8Va7xIquUSPlKQqqvTUyoq6h2vKgZQNtrqmIMug2BvDNnaxTh5J6jLLm2a8S+
io7knwVtoxcRkfXWglFuUjXJKwIo+xNIgVjsMc2pivBwussoJchbERz3RZh8TcRepPtx2E9tF89v
0hYBO/QZA0ELkFtmV2M6MlnPmrkFHNgmAWLmK49q0iOOVFnAeHrXqzl+g1F9EVXc4x4q3qP5RC3w
uzVgOayJzqv0ashMnDco4W2vkWvBATYoufyhULV1tVCEhJ9x8K66KoNitedgEVmzKB6c2ZTGz7ue
4RhtVpiK+UDdp6njb8YWCscDKs+jNBQqLUlTcgtKUd8oD7FLpVukNLduNupNxPCZ1jPgT5jKbe++
LovHXsGmRJ1mFNDVbxZsmq3AFNrDyC25BnjeQsrF3IZkHnLW73iriKXHIe+Wm8SjfqsCpCNL09Mp
SA/BNECLHG42/bTMff+aK+tqMZO56cNgCi9mzaMnsH5FCbUScrgqW9auP61Iqq4R/cb14Kau40jl
SqSeUJcE8kK6NQpqQ3eFoB/CVB20snA+QCmDRVQn3dDxRNhjazNQPAP6LggkaXChoYy1Nax4LEZO
TUa6vYyzGcV9LKN1blBVUIGQVmZyU7WOTNv7E1yrfEzuM0PQE0REEyNfeshZg7G2QeE4PYLIEy68
E53MZFmj2naJqgzM37Opcxy4qW868GpFD2MzTnnfjNbTQdz4AgbPsJ4NCjD10FugVqRykJ+X5qiN
mthL24pEts2KrQJ6By4hMurKuklmy7FFrjZemc7AnDlPs7PpoYMuaxgP6QQO8AnGOXBCJwUB1zI2
2idByB+4UQLPIQkg4zIcCmtwE7C+agz/+xCUeYh5nPnom1J1Ln1JdRp3T+8gcqB2IgRdLXbINo6o
Uzdo5LBLCqBj2PkZ7MMt/9YmNHTZCXrvDfttiuaSvRq1dkEHczAAuACVLeVrhiMC4Xj5ZDoACsXt
goTSXUJehj6pTTubSZw2sG54WjjyuORvpDCjHZq0X4wfb4jB8OAVlFB/zDXEOPDEPsEgqlh2yCCg
hRc8NGbyEvoodHrAb5KknY5KFRzxOFhkI6COuoshMkPqrkpETF8yJFFFcmJLPnivgA5bILyshtTL
9GtyaEeXsP6gViiB4FPUoyxuN6R+xYEGfUbBzllaKlNFyVQmh9xvJDmBjxw+qcL0zwFUP0sVS5ji
qsRg7xygghm+haNAlgVVfqfFQWZoG9NYDf0MugfEE0jRLTP+h/ofrQda+wAQ156BT7NbGVJSizgz
dzzyHtZKMkBEZksQ1CqAlbV0a341IYXLKzIqn1RuXMV40ksIdaUr1DrCNGTFN7WFVCC0JjB6ZjhH
TbOQzT+iE8DqkCAE/QEZKCpEylWannSWLENDh8K9oUuG86qK2nWKHgvBRNqseFfQV41XPOlq5hal
wbgFFtWI5lF3QDqh57OBkdl+awO3Iy7IqOOx3kTXHuEfszQ4wnZeQDQUT/DCU9hs5SGBJfUczTJ/
7W2fALDMadzKGoAiS1Gh5n6+DEUWon1QmJrlBZIMyDkqraD+q6E1mSwSpCiG3gng1qVF5T1UyYQ8
/M6BCHTVSkR+gKG/vw7aWUJib1KYPqD5UwMkJbE3c1OMaQmqLFi6E/wUeDC5a4OKQPN3nlQ/8doA
MHvbIKTA2qDlBxPAQG26TR2zSLkHj4fdoElDUR44NB/fA4iqAB5y1d4GCMPzZxSXa/ch54Pesy4S
szMymOxaJ3nK3hAiiT8Rm/BHuRJ6B/lm+63VEWa+WDcHGR01QEa2jblKsXB9LlxqHlbddxgC7HVg
rfNBIprurS2cSMvHCPBh3pRcrlcRQAvWrNDs/LGSBP7GVMzJeUw4h2xSp08TbeVxicfwJdNzVJU5
9JGd7jc4B+bNV/Bl+Qu8njFrYjNbmM36EcL9ktnSXrVoi4MwP26QqbZ0dbjdst8lG6iGazXmPj6C
uQL/GxIYHpvWEovQG8CHwapF5ZA9knaekBTAxn1HjDK3LRrSFE2Ytio/QqChPq4uX6CGXkaMEiqF
/HOiO/THGJCAo53LnvHOaIU4Vsip0cgpE7SETEZMrGtwoHMowgCXPGwDEIBqy5TKDsJC+NeQcGCH
bXL4TptC5gc5y6AaS9Sf69yNh5jOrl6X1L/miBb2xi2jVg0acRSPc6oXg8ul6YSCgAEFGmJ5R3oa
3xRdL3LIlyhav+iIljdB0MVvaIshrl2g5gdoCHkNbVr8BW4dM4L/yEtfs3Tmus7XhPnGrJ7PVa+L
hR5Mx4oe8VeT/oZHsU+PS7amnwK0aHEXIFeCAAyQg696tC94RWOJ1qMdRaQvEsqX8JDD3I2ioIzh
tphomO7tE3j3UaROrzXOTWR1yM+bjuip2Octu1/JChiaxJJein4gLxPUH21lTf9K5kG+6AUtkDo2
AnuE0hMCLvQYSMpev7bBGrbIrVxQB8g87rSB7WgG7vJ5bE1wpTk2daOZyO8Xs8jrJZ3gQdG5uAUu
kJ8DGhafgBizHMugzd5UjB49LgnnR6s9mt7gFWlxzW2x7tlaOEDSMwLiyee5OM+kG7NmK9GWoxpY
6U5jGtv+ES5e1miAW43GUk/qiaTmgPQlukGfjQ6axTV66ah3LyVdokrNJoSlMxWHoejpn5A7h02S
JstzgXT/FCU0ekM3BfES4ivoAOIwcbAivMALVNw5iA9Oyi7YdYX5AuH08qBM6NFrY5FhhH2wPZQt
/P5YDclwwnmAXhGmmElT5BDN4Nu36xTrPzjAjqZwKFQmtIzbKtdF8lNQ9MkT7wg6CiVA9a+UGiNQ
dFCACkK+egP0Xx+EAh6k33BAicE24ObhrnpBRSsH9aiTWSbp/cK7CVF+RoNdaKb0BF82xAvO82EC
1wAiVN4nHhIff1pjeEjihsjQLd1VaLqBb1cQmPvlmTK3pl/TMZHizGUxLElNEx0uQVPYFD2GELwE
VDbg2qDb4GXEsrCBIDDakDYWoWe1FpkO3ZXxDihmlcUuPSbJuBafs3FcEFQmJXrXI46lXZg2yPOg
n2gCn7UthDYJtF+QSSONh9rLw6ONTQN5fYI+OLZT8ns4BT6fGxCtEBAeZrV60YFJZa2Aikm1dBe3
Yw2ircKpRfeYcPpgSbGghGHEZVp/kmh+YnkDgrhA3QcrE3P8wrmcjWzmFX36okOoiJmnNyM2G/kK
v6KYr1e00MIJuKkOkeFMYd/kaEMT+H0kSdaGZX/q0Bgqn/4wQbvFacVoIfBv0OjnmbsJlhkF8w33
M+2z2oVlkdvjP9NzvzLkYA2hAAlBHe5OXhCwu+H/7+wroLJiCeFe+D5ItRMa9l3jQtJRgyif8y4x
kKTZ0AUwYDAOiu5fbuBXenu/AQgFYN7FO1LAEoIU+vUGWOrhjUI3nW/i/QaGd+XJIMoeKy6Q4MXe
mdL/383hX/pixih/Qeb/txbgP/o53Hfsv9+s8t7+4ccXfjZyKEJ0a0jwPqEYgAFaSBFYoH72xCzw
Ts8I7t6/93j4qydmhPYPKd5dTCK0Jczwtf/piVn8H4JiIoIJNwaqBRHA/6aZw+/t7RK0Wo0KNOvE
28QKNOksflvJ8MIAY0KDuyvrQkWbmG/iEcwFvYYyxNaQoMx/QHC4HRUslcdodfS66Bf1ipPQPadj
oV6TjM9/hGSc/9ilq4e/zeT/xUC0L+O/ceD73cUQcKa4wRjr/Uebg78pkUoU0jRCBX3FbSK/pF3i
HqawG3evAtpiTuhBdipVaOtZSZH8izQAkpPfrg7HXQqnPgDOcDetk982GVqb9Sjc2HSF3l0vw4Sa
Ac4TVt6JUssMQT7Nb/HyyTHDNGX5jUtK9gzRGvvstnH7liOuQfi7eXINVfF8EJnpT0uPxkoHjSL0
A+AM5Wtn8vSKom3dbYS2OsckVEm1aUMr7ga4N9AvAn0sYh+qOo9sVIcwBPhqRW/JxiAb8FVhumCq
yJK5yvIsfm2LEebVGdaebS7kTY4a5oB3CptHdHMYjxIEoa2ChRTi2MLa0NVg1zhabiXhH4HWATpR
5R8NjlO00NgAbwHQU+MFukiYHbpgtZWWxJ7ByNNaoOXfjmobj5x+tTAb7p3aVDd29QC18svIiwHH
+lxGt+nKKXT7fvkD50G+93DqkXSEUYfyGQ8gOxdE+CNwi+wEkz1D9hej9U8Ijd1jaQL+IZwZixoO
PPm1hyIBqG8eol1VB1gTyljNjhb1hK+QmWePjhYtwK5pyvpqS7rlY2Rkh94w+WquyqLs22aMx+XR
MQjda+BbM60YQv1xiAQQipEuMExVaaai4JC0G7kZ3Y7YtS1MQWhJVJqK6y3BY+VBck5tHAdVn2S6
WtP0Jee+OHRpNj6IUaNZWIsUBMVph1Z7GmaHqoVz6RhyrkGPrumD7+PgBFal/TZ1sT2KkB3LxdoG
O7W8ggd0eNxib3/4Wvn1xgveFOmSf+nyRZ23IdwOJZx/Z8+03FBmLKjbch77rEZTO5D5MBvPp2Lh
0Q0F0HJdolXLJ8Jjc0a5tKqqRz7wPVlDe49OE7B+sTEfvsP5K2QVbxOBqpBBm1BG7YQmrnZLSZXl
OuMN9t5T1wacXIyAmQct/OiQrU+RHhgAwQnuMCBEhE4t3F10jKpCLeLbyDuKNlyL5qc4lOs39DoC
Y29FN9gOTVbReOlunkrNvljW9+pcjjaJ7+dZ0+vNbOSqDwm3L5ljbQmiJ5ZftgDUFbpYGYf0PpqC
5etIDUcqXC4wlmdo28sOsJaBXJa08HcW/nxfzyHqnYOxwcaePJHen9/bhwVQsMCENuqhbUCctOpz
UqICrARo7rEqPU70ul1FeN6mtsNRsIy3utsZ/Skk8gtKa3IVQaa9Z7BoVeZhQX1EG4c9GHYYv9jY
eM83CFWg2Zl2XXKJq+l9bKDd0ydNt2g9TOlM56qzyfzHwgBKVppZ3D26Sm3nSbrtzCCdhsI5la9Q
wpSoElOrbNOt2MhoFWlcUJnQmbeQaxPecQa9zqWkKxqiKXjIvui5L5H7Bf0GPylCeYmRd9ACmPiw
cICzGOtiL47F26d+JgGwWYjoN4G2jzSm/dbgJIj8l9SAxFXXEP/9F3vn1Ry3lW7RXwQVDjJeETo3
yWYQSb2gqEDkHA9+/V1NW76y5874zrurpjwzFlvNRiN8Ye+1Vf4rj12ELl4hRWxkXi3WeXqp4qVI
aUPxMb2NcgA4JZk4HututW7aXvAbTzWG5M08DmnmGayStjgSiltZJdPiWXVKL4m7bbmMaazdMr/g
wqKyK247EzypTxPDWt+RbGeX2h40T6VBKE8lLQ8LJX4Dzt2yMTDJCEYQlO9L5q26GY0BCiD7izJV
MxvgtMtdH7hhJYLasSQS1gTQCVJle36tBePRxJIumicrq70IZPU+1hYtzOe+/tqL4UlfZms/IZ8x
t2Jw58uIi7QIlNyIpq2DfsZgSZ7iy2BWFfmGyYRTjGp+hrUWMdlVZHVKirl71PJxsdjjjBT/U2Vl
aBhEsqnnPMy0Wln9ArnOySiyGubclJxGe+16b2idYr/AsTRDZ+nEUVeKYY+RkykVJ5DCTpbPxUd2
Jf1jW9SeaEtbuw74ese7MlVY6gx2JbfgryV3v4ktVcB9PPYRxxibJeKG35d6//zxDP+ncPy7wlEA
LP+l3PmXwvGPmNtfEGC/veYnT101PqnUPSiRkTpci8c/asdrjiiByKqKVfPaiVyTxX/WjiRToWWk
4iTsEm3tLzx1w/gEPgb9Ot5o06R/+K946sa1dv21PAOuooIB4z88pjXGQX8pHhsE2FoUyeTWbnCf
+QUiPS5FzIG+2Vq53Nl1rlebEbHAFRqsN+dYKxS/ACT3Hb/GWqOhL7XGZ2faLvsEoQbbFiTu39ZO
c8OySh3DM8pGnrD2d8VzuhrtqQbk8T3T48XF5ZMvIwZPmF5BqUyTvk0Vq36yMblre54o03RY9LSb
z11jVSGrpAXLvVZIfFVWfsY8ZPgwnQePGfxJHWUDIA9ErC+yakXIIbsv06h1oaYlxd6gOpYYTB3x
g33cSIPMunfjMozUsJNXJrdTK0nPxcRgcAR0vFO6sdtPdZk13Myr5TK1ylbjjhvUmvs8Vwv6Ba7e
0i/j+vpbyTV7Xsy+YROvNwHd/Cmh2e92V6GMYBOfQ1oLxrrIGAjaemcOnqiA3Wp10fU+EMh8FR7f
PEdZXUdxlzLfPcBU6e9o2jPrSMFofuOIyCNq9gxZCCO7dY+PqleMo91hur5OmL3GmC1cdp1D4x1y
25vPdWYUqVHsbG706FA21uqUlKEzarZB32XpktTt4vd5M432cR0XjN2rL3ohtAV+Yj5mCbuvuFu0
aS9KdpjTEWNqllqDtwg4Q/k+dnDuNgF7CuN10jVx36MAuyta1m/f3cpusnc3E/07XF5t1m+0qjdL
8WCXkdhYQ2qjx2Paab80M3tNr0VXeULnkB+samSWagNnSXyJwmGPobTSUU7kF0xAXaimZQfLNJ9v
e1KZPDVNYSMXS14HMPljntJCHJwsZ8kfq+tmZXW5zevkVqTNcj9YI3NfthZakOLZq/yiHeKD4wxQ
+Q2do+1rDKl3asXjKQQxwJJyUbvN6q79W601xTeN+Y2+cdH6mR5eKuRkDg85YB1ZpyNWdcWh1wec
unpcHLIyzcTOqMYv7OSm4eqdNe8UjqDp1UYTf4k7VGxxZpSbcjGV7aQbVWDzdufC0sFVr2K5VPUg
tvAgnOzWEJHtla0zj16uqflRo76b0WL0EwAkFmIT+7YbsBGZ5i1DYSDGytYDez7VWzNVou5N3vgd
saxh5d9glryxkn7Mg9GwTiz1QKgtefQl6RJ3U5cr67NMN8K8zavDKOzmKevXG7Oyzcv1zL5leKQG
Nn1jaLXivGZoJJK0GXxHb8yNA5ak4wg06nstpHpbkw/wwmhoPTJnm0/1lBe7vgDVLVMr3mbZdLXT
U8pHLRRR7Pv9trHA9seGwkwMzsSJvuYzKurbSs9a31Yi68TAyTw1aavssqyfn822nsG8wG04YefU
XktTLos3yrUGCUcFem9pxhiKqtffFdtJSn/gaGzyNRv241B8Q8nu+l0a9Q5GaNniv50s46HR5yXx
NXuqvxmOjB+BGcRoKPLO/DqUdbqt3B4Uydoo+8IpNF9n+eS141TsIcLVh3yh6HGyDAHGBClAx5a6
w3nP8ripJh7oeC836L0FJzoF1VG4yfg4sAnzC47PI6kVF07r+t7R5AlWgsJ+InJ3QNKhPzh6ax9Y
ImFwx0bqfF+sKrlzCyfdTVFdfYdd7bJgxrbsNaWqWogZDKbEqthHVnY/lJ2zl/oVTcDZ/UDN1JSe
mKW2c1nzMt1fnxw1E2C5TeQYeNfTGybV3NlHVf9SFzGuWxavwTILIwsW2HevJuuNQBfNel8vbuob
djc/w3+tEDFk9ZkmnOXGZC/flKWaAB/rw3ucz4qfm+0a1gUK+YUZzotWreXtKlL3dlqc9U5WZr0R
RTzcaV3X0AbN6oMtujX3e9AxsEiQzoc9zpY3pxm7wFjG+j5juTvAg0l0P8HY5KEhjd/Z1Ku7aqrs
V10bVpDznFq4H+fCTwY5wXOPUXlVNXd+Z+4Uz3Ym66y1VFVckfrGiIX2RK/dHJ3ZTA41xva7VqAF
GVp14si6ifyRym54gCPBOqzVILj3qiwgDyON9aOltTwhJm2PGluOPsviH2WZ6mBoMYnrtEPnJWsy
X9Hb7rRW9XwpbCUcZe6e20kzU8+WaRLtdUuhCFVFG2ACzb4U/aQ9Zn3RnO3GkQ+4g/vFU6zEvUeJ
NewmZ1j29RKlBuIHY/anJFVvAYXnz6Vbt8/MGLq7aiyiz00epcdxaRfI0s76JDpDhhCbs63sJomd
eGhp46s+CQw+be0vg6YO+6pYUczE6OgMA0k7Zv++CpTUrKhUYQMz31HvoBzFOtysqD5Us2IMfpnP
8gjJCzlC2gktdGpD5zgO84ux2CZu+cTaMgOfEj9ro/UgUmF90/j7EeVEVXoXD+hTrEx1n+Vq9jvV
WHnQO1CUCq+P+3Rjpbl1stOmeYzsicWOArcDGWKEdClw5uWEcLbb9I0x/s6r+ac4/pvi2LZdpmn/
fqgKqq368W1Iv43Dr2jd3172e3kM7pYKWxUWA3BWu4wv/yiPbf2TDRKA8th2DIHmhEL8Z3lM3JCJ
4ec60OOX4H/8MVolMJEZEGxKwLpXO95/FzdkfGwBfp1e4kEk2kVlqkp9pTIBpnz+ZXppMo5BDZNO
uxpIW6CB8AyTtXJ9cxheKEG/OuqUoYJeh5CkGdfPM6v3lkXmB0fkja8OzqMzOfmBQjE/L2Nxmpyr
ZlCxSAyiVEABBMU/Ix9DXpfxSDzWjaGXatDGkIjoRd1N4yopcQGj65N/c2miiUyCJEJMZTh5KFqE
ErHgPZFtT34mKt5TbdUgy/uXqXAfRzOtWSDV1xYy+2opjRoUwLPQ8awo5ya72zdT9yKcpPFXk0lV
hhEwxCf+mVvtPaiqrxNPGF7bvBR1+l7HAwodHE0+E++LSJze0yo+D7AmRLpd+2KJDAJMRzTBrFwr
IfQG/oKIKZgUe9/xzMElORCTwKGZiG2IhxLeUpa/a7nC9MDiUNZO1wdqy18Kx0wnxSd+4iNwGFRn
X6Z9H5B2QKut8jtMjaGECdI8+n+t3mVG12x4NhWB1Vr8aW5cZmccwusrM4PJYOoi+Vk1izGe5BA0
GD5CcxDrJa6Li0sRGRY9b0kDbh5NgwkaPbYWji2/kN5YeaCu8RO1N6NJe3QCt67eZdWCitc71J2R
zCnxJQU9A8pvUaEIjoP7SIs3hHpVNAyvUBVc14YbY3AcSBOT5neZ2z8izcxRD1sox6/jHfQo6252
OHo68PNgNu29I5THj5MkbaUTSKPtg8bmPCC04FJODhtE1cXJISZSGfgHerDLlPJLxVlu7HWlczci
Q8dRI8M+2O6ghUyeOIsGfhatyk3aixxEUq+F9sQk2YoYRK8A472xILuiNM0bzuf3xWWpruHe8oo5
/YrLkO9+5f9lkcncWihVMA8O6pSp5jUlR4lpkRNodrOeMZ9QWfXdy8f3XfLs8aaC0wo7+bqhr3RR
nHV89S1yh9FyioMq4ncucs5qi591Es5Ox+ZUqa/XQtwO8qmAROpR235l+cL3v7iOx7MtvUGou7cN
+1GSlhHOLdcJlMDoMAMTOSc2V4dLjWsjDfYtPNBccJxMDlfjx8GoGi6KWeFHm7z8CuuAxhDt8qHQ
AFcYESdtkfdM/SpX3CNXaHxYbfTKnWTJMjQNtARNC7u8VoOyMzik1+5hjpP+6PTKso0tTZz0NoJK
OKyMozAdUKboqO0ZLFdjzVlW8YfLXOVnR+NCRYeBd2Kij8tlXIQq14laTOllSsybj8uLQeC6UwFl
oAkoQEnVzkKFxtBLLfm6jcTND3GiVttF1fMQASaXYU5E1Md3q5R8fAanJwvACrcQToEKqaCPDaNB
tsL3By1g3dRN52772MhDMDvuBr9dEaCJosm9ngDXM5xL/JIaK+4IyW3MRQUTGjRKu4+vecDuzE9x
Gi3oLMMpE9Fbk5rKzmScTNPLe6FOUnagfLh7IffBVcxXIHKqQ34/V+fqURWu5hIQlq9VIjqo3Vjx
mEctZy7m1pmzr0qcSk8B/nCKci0PoQakZMeoyi42uU7r1RQnSfTIxrY4ySoItidWGrx7xe0L1dEb
JgvHI1oEBZ+xdZOCvQVV6oml1eQbvW759qDq6KDN3mu1vtvPFi0CcSlOsKSlulNrU4edEHNTjAU3
t5mvTrFzdxuN2iXRXWe7MrzeNkTbhI0xTcxV+NgAflK4m1T+XCL1rnS4g5U26o2Pe5PmMrD8uGiR
F0++EiuP/N3JHUh0NehM46LJTG4t9gKeSc4cj52Zk6ldGoAK+A3yGqEG+ToV2VvGcjPa+Tsgaw6N
5Ar4ONbs6/IgL/krcVK4G6MiPoidQx8oDouCwjARfIFjvdPESjZN3RZbJ2rfW5t/XY5ZyEVP+Zdy
PzGUIt1AXvnmqGhdoSnjWG3tz2VNGZgryZ0yjzd2PWSePjvxQaZLTL5U0RciQNiHcS6fa1jHi2KN
AVxFWOFXIo5FRWCFLDx6OC1rl33VsnoJRJO5po8o8tGMkVz3ztxkZ1J7xkMKHc/xUEojy0X1TJd3
1UN4SZ0Od9CgrSj2LNoIe9OhE818mWPZWyQ5PSH7pUZgbG+VQxONbwgj6++9O30zUrUevVhf8nen
1ZWVFkFBNeNzYcw7BE/1BlXt4jIZQp/mNxlGjZLuXgliHkWBJpzo7M71qmwKvZr7G7LoHHtPEktf
7uBLDcqLxEjnJ2M8FacocfXB67pCsPmR6LNuzMnSJJylKlLuK2gyh8S2Hn8pxf4fW1nqGoO2mYWs
fcUk/JXJULjgVUDwjDs7lRJ7cvKe5jxc9Mp5HNkQclpx1RkpZ/p/ft+rF/sv9ZTBzNK5TjZVG8f2
n+sp8uA06Q7NuBPzx82Oa1BP2S/NSu4tTf7+n9/tzxILSsTrp7ySPjRyKRGJ/OXd1hmkXbpW466Q
nCDXSsDNIyWE/qf+9rn+aQL+pgnQLdbjv3wp/zIhf/7xf8QFXzUWv7/yZyNgU+3DXEAtIdAJfCzq
f2ostE+WCeUf/O1HisYVI/yzEVA/YUdheO7QH+jwRWgfcMV/5I7an4SL8FUl4EI1tGv78DMR5PfL
4z/ljjJ2/+uJq1sINQw4PQItyL8wk2MJprXK4mTfl/Z4rBHFUiBqTX+EQGoEhTEwyMxHnemnUNDk
x7hP8PEwghHzDr6CwggoGrkDQep74M5GQpVeuJ9TZ0AIdfXHYMNx62O9mEC+rRIr55In5r6PVrvb
jNkYrb6pMNv1XMdkU2nAqQoml6LTbABWt5FxqBys+14n4w5knBM/MehyI28yu4j2IXtx5/mz6IvI
goDcy6d1mK5ZQIXcpJOiBjiqxgsAInEY6ipFs1f1czgwIZ2uo+n23sQycOIlogk69Sqrr5VLGjVZ
HyRQH3ed3tbndZYV+n1dfV67bjpmBFI+Ro3UN7Lrkzt2nkQxuVgNqZCrHBZCaaUBvKgClDcLNMYP
snyIE3gpGiZNH/teynCxFUdmjU91Xpte7AzT2THkxpmKwcc7USObrSc2XqkxPORgle5IjtMvkaGr
VEJgjARyiZFPXHD3Dtwxcj10ZEaoNZMAWNAWAb9zHug9mj007aWHZcBGAKg/Y7xtdiJNTraBkUuM
yW3sgPELkHEYRUCdrLEZnA2volswToMCps7rK2bijrUiqC+HnTtXw5MB0pH2MF1FqEwaaKNM6uhf
+8rk+zDH0+pouyFTX9NMM4ORzxLm0fA5qqR6YIP9JHPcAK5Uqy/4LOVBJA2zX+kkgZnzeBCDGYC5
j+97o9Krq4u1AL5YtjeknZUc6qLExtaAeL2NsZzdgcaMAiWxp9cIDNoF8GUWmjFOXrk2PwbAhdKr
5GqFUZvGd+uc9YfFxSmDa9VHdrScgLVHuHqtKBgrJbrgPX1BMV7RCdv5PrG6KD7OAwXqBbhR3b51
cdx/Ued2fE8zfMRW2ZhH9B/6Q86OI2C/PJ5YarYWEruSQzYTNHAeNfXLvBjjjdJoSqjN6g+44F/s
ea57+pCq3U+ZMUIj09VbWdgCw0onnVeGd+PjCn0BKWxUMIuOihE8wTiWDIngm28iq64KcIHz/CWJ
V8pzgSa9CXsF2whCdLYmK99yaNpDGRL9MKmXqV7BgTPFOlETA9FdhIwuU6PdzaZ4XXv3lSrU6wjH
CDtsu+gdqLpchp5J221JEtS2aqxZz2bkPMZR8wMzd8TaGtNj2OES35nFNDm3CamdXuVSrGaJpe1i
7jn3/A0IdvQ+uenb9OhY7rzH3F32nMxXeTrGkFk7926/xtRjSxdjym5eS8J4x/tuAMwP2J2EwDG6
A1IGsqbNG9yu+hT0k7VsRtXdSkNP9jmD8/aiIVwpd2MkYK05o8yOuU6LQUhvU0Htpao996YehbZe
J/uEbU3YNqw0LFtRqMQs59noSCL1hvVYEf+4i4c+2eZOgQ/Y0pQN/TBbI1XOG9T0V6d7kb8sMNio
ktr56KQ2JedQek0kBUSJ3si9vMvMS1KXeUivTQkIPcR3aOIZBpbtIct1rKIkUW5RWNDcizI+z5M5
cwRogh7bQjX35uB05wXh7ec5DpKxOLK1jwPA23j407h2wkXRSzBMRwt9swZWMqhBe+yXNVpDk586
FqZan0WB58UzDWXpvLbGuBqYo6nb+9yaHO5UXXuBUaY/OibiIwsMc5CYgsGkRCW2jZSoBsxa5Pnr
miE0Yq45M0oQlLzd9KVgf4NCZEwWz6ThRf5vCW9Zp5tijeU7homJP7XtTWLGwB6YZI6oN/pvAOtR
I9PA5F5iXSUPmjruo1LiGK2j7pQW4xceLNZmHoppV60t3sYiQoCAi2CeLXrxdPimVTxtQhrj/oTP
xd1MsXiISYneAY5Xj6lq4/aqnGzL4Bm79trt+sYBwcgDNqxsHMUgT6ed1lXqXgWlSQuRJ3trNpaQ
Sl09Ylijhr/ap/tG1VA6CPe4VHYaItu+j6xV+nYf29u5cRExYKd8H1M5EhlMlY8qn3vvLFDBU6O2
+xYX5krCYg5Ud9HvOlGTObVo0je5RM/wMdIbWj9MhEWj+HLN3cAE3XBgSk3M59gelxKUgIrn4jtR
LqCoy2YOMxRJJ7IzY28djWTfre5XQi3LfWx231s3HsMxn7+WJV2DKiT6opHHjeiSPZOoeDfOhR6U
kXMziegeJIZ+g6eBmcQ4mRdsCeWmU/qbWGb3I0C+y5xkdwvH9RAtpsbVWNzEdrluFit3eTQCLVA9
a+qtjbn2rCswrbIfwQXmd8Yin4xcogscOa73GJxiC8UYyNiz7NW4DjWenJ2npQvaNtpRGSeeMdd0
UBbh0ypjMLdZH0qWPsrL3CPeI8LbJmA3NZnAYXOqbKTzuSgKjFlAFOWuMdMH80MPBgaBUqbPCwOs
qEA2WJuCSQ9LKwYJqMJ+yA95mTquLTZBTUlQznXrs96My3OJHv5gXyVqY4tYrZXKjG6ttBfLFzKf
DqqVz9z6C8aay5QgdbuK3kTJHdMhgPKNZXwWUM9lhwm/OU3HVTLnkO53gDTOPEQ3Q6bJ80Z+SOy0
Udn2V9ldL512Mzut2OgfqryScEGPeQEHKJcEEiVqHH8GcwOyJSvprNg9fQSCQtfvVpR/6mqOxGuM
YvZ4uq1gX41GP3bNWCbhoHXNtSmXIyMlnlzqxux5tnlEpzqZ39sjKcR5kRxkL6o4WJ1+GvdqIsdj
keTKXvkQLaoR8T6eCuv6FoSpRabJsLbphl2Xi0/dXfHRQ9AN8qsasgckK4IlU7OLg3P0PnPJLQTN
hy+gRk2y7dNo2XSOau3WD7Flm0OQ8lQCLK/LcfSYQKbdgIhBcYI4jlyzuCo3V+SgG6s3t8ApR6yJ
HxpPh3km2dxp5PdXCWiMww0hacoKTYccC1bCypAjKHZb+KWlOXvjKikFHJH5caOyhY/Hq+YUKx36
054Wmi0OQ3Bu3muoc5COtQsU1M5x6TNJLz2+UfRSBRTjxXNBjIXzMGYSkquJAW+wMJiityhvK5yv
dOCEp4eDmZwbcyae5Sqmna+yWuLXUNhWYB0v/YfuFvhbsWVc0YVo1/SD86HQLchH/45sNPniUnM/
MbO3j5GBAcZPgT2cepXSLGAwELtnhqM6tjb7hdFz/yyveinrqpwqrhoqrBfqvtPk2vlELVuvOvOa
2e+dhpANvGQ8SzT3TPaV/KFBPfAHMOFv3E9TBhCKCIlitF4g3/fSz7vSjjYKVitSvNVVQxlQdhtA
SPr9CIErNC3sh7W08zA3UnfrLuUYggabjlDm5xvZx/M9hLIOHMi8MBeDhwQGLHnDz7+0KEZqEnWJ
F7W8RjRd2GqoCsp6ST09GtqQHaC10ZiQf9cqbTk1fbregOdvHpqrhMTnfp69oyfoH91KhYAkVAS1
pszcQy2JNya7TD2gIoeXzvl6VNvYuujrMBPg3dR7DYNIqLAj8IRtNKGsbEHtz3aZdPXRR9GXgKAp
ymozo6zeZnCG9otKLd64xfxIYLy+UdQuHJo2u03jjmV9Vk430FC1IzeJKeAC5GKxJxhCE3c+IlhS
H210A/ogY89qiBJd4yRbr4Y4T8VgZEcSNaMQ1mNLAcUSP8ktc0Xqksxh2o7W+zQgVrXKBd95U7jL
Gbnvom9mzGG/mTn+6f//pv/XSBFDUvbvt4C33Y+4rn5dAP7+kp8COVRwZC0C1tKopK87wD82gHgZ
Ppm09eDSDGY3/NT/Nv7WJ826NvXYKFCYAHT9o/E38F0gXIVyyHqQtDP1v2r8MWT8ufFn0aibdKCa
iYzPZG71lxlS3o9rPo9uepflSG+ZkAuVi7CLc+jtUWMYF8NiRbRl5Fp1m+i3DPL5mkeeR0jJlpsW
8R1YDUQ02KvTnFtA4pAztjyb0PdylVtfRyFMNvkORas63w1Fq34v1WZGtG6TJO5gxE+oxjTuHDz1
60TLnWlbu0YcEvaRHcqsEu96XCVEUPQkTyhQdv3FYtpq5waXSh2vbO3t4h6JRrSl/1kD3S3UW8zy
KL3JGhhJ2MCmnXtr0XRYtnRDeQKa95WcgCQoTeSAFW4WhEJTuk/XNTst3LT29mSOX+arABnDA9SX
rrKS+86+BtP29SLpQGAYIwqbyy7UGz4xNdM6oHVuiyZw1SQ5thEOhgkM3xDP1td0noYn+pQkuzGB
fgZ92ti3aacahC2gUUv9wpJww22AEl7kLpB4enVIJaSRAX8/34R8iWRdeYrqTiMEmyh+wH9Fx9+T
L5L7kl9/nxK/dFznZXkxsCOYW4bjKitJfQpdC6uuD5ocVZRNbiZdGFrHZ9mhT48RdRACbk/lQSFa
ukZZgNzEB9fo3Dr5bOPULQxOiWxNkefaS9KvQUZv2wVWYctX7BWtdccngdiBn79cAnzAS0AKNlnj
ageiRsmSd7ujNEviNN8xzCB3JYZJY7bpyFYnsS/tin/DqxL6GVC69SW3yu6Aoidi1dOKCzyaOYQO
YB0iwyb8nF2F9Z1ym8KC6oqYGwHYJZF1mSCIIBqDlKhKaU4omTJ5VquR+v+g5cbssB8zgbM47B5K
gz0etqLmzsjbpN4TvS4MippUUrQmRLxhjCh74zRHOZkSZL/gckJrJAwddvTK0buMfXy1GorJJmux
SufAVpiYfy46XH8eHD41kAlrT8pk2j5fX5arT1FjpnAgAKhzT1aDxrRsbckwqCCZzCPdq1ROk5nG
hDQ7CzgXxUlPUzUkRyuq5jeNQOYGs+08hrIBi75fYpmYVDsa2AgQBWqyk1nBooWBYcF+VsgBHSRc
q2Gn8sAmNCBN79JFitVPWlahXt0Ro7nFgWATZNXIFI9oVoORaqJmmk54zkcINYqh+3XCt4k18yqs
VGGr0sIolRvfWZWa9n5XjqV9XsDX3hS9CfYwt8cgiZm4cMYZ5FxnSHhgbNrpjVLXxbSZogiruClU
q6PmcOYXLe1rMj6WNj5c3b/rMmTrBWPNN2V1K64pNLOL76CtMW9Iie1xkxDVCCNjlPXLEtWqQf06
Jo+g77R6C9OxAx+nGpR75PYOw447kXwwiCHhCW9axK9j4iBUpFATEuDtLNL3OovAd1Q8TyYL2pNO
W7E+TLk2Nbs5x5G77/AMB06joGjve/W8oj+84GHlesT6mRFOFnM3M0fYMLlsM/A8unPIFIfhmzMr
y3JaxIzTSccuH/BO+dZxoj4sRAyRB+2qqDdxs2YBKwv9ojRSnTY62QSB5WbasbYqN9SdjBhxJSX/
iMXnIh6bFYWnqhca33NuxNnXrrUh3DEdeCJzZXrF+wavoKsNg2sNq2qgZHirS2Fh0mV0ZfgFWWt9
iDoy7o78AHMnobCgp0exGknR6KxlckB8a5IaKA3bbFQvk4QDB8uIiUojuTf2TKuLmRKzbt8pyD3q
MBrKGTxdDbjLQFrejOj4qqh4FDLWP0/z+mxwCg+w6BfqUuozbWc5s32xTMxT8RDJYNASiKaoakn+
WdnkFwoZPz4owOW+inrjpig1hsCQFEpxnruaoeywWtnWaWs868PyEkOjR6FhMZEMREo+uT9N6sAG
HXnieC5xy9+sUvT3JcgR8jZ4fsUXsUxRpyE4KeQqd6VuD7YJNIkKODoA2Jghkjq5+Kee+s0i8Df1
FHgtCpB/X04RmlJ3b9//5Fb97TU/6ykVcRTrExerAap+JFX/W0+p2ApMCzMkUXYu2ipKrZ+LFPFJ
FdQ3BE3/sWPh0fCxSCHGnPhrdik2KQm2+O/qKeNaLv2yAFTJDmZZQ90Gr5my7q8MarVMaCaVVTnC
cWgzpCmuy73ppZtco+oOmVraoCdzRF9JtrV7zlTzRLlSAtIt2WHbSP1xQDbcByGK5Pq5UnDyQiiD
TsLTDChI0aX9dsyzYYmYR6Zmmp7MeMYtxfQnz6JxR/wH7/UESGZG4enFYzkuyUlMyIVXkImOrfB4
U2YfvhpwtYNOFQHiUp8LVAZthP7qlcfJNajUGqC8PRC7KKC8OUbMhYqhcUzc2zRF+AEUBawsi32l
9M2RCb1XjB05j8g5EfuTTlZjA/rN7/pPF/I3Vw3ns8Pq799fNvvqe/pWvf3ahvz+mt8vG4zckEAd
vk3KfFSF9BM/14/OJ5Wrif0iQkRXtX5dP6JexInDjtHmkrI+zDM/rxr2mfzB9WXoET+utf9i/WgY
f6YVsMkWOuQfGh6TDsVBZ/XnvfkIpTVdk0XZR/q6BHpbFG840xA2jAgiKO7W6cpt7MGa9KPC0CKH
FnOykq48r1YEeRjSfI6aKZ0wNQs01tFSfXEp/2ovJpkH8hMcrWCpo2FTVmv1hTgZfY9xSLvt0pkn
UjZ1OpjQwlnRmhANEvYuVt/Uch5waBT33TJOt+r0VtYdPryemDXACd0r5PyJsLCJ+d82V5vlrccv
s/B4g4UCjjjWomDB1LFgfrbj6+C/zb8mSs6kVsfLidVN64gH1GS6R0iPbSYq3PEcU9vrLDOi1QjM
DktTCHWYHU2nYzOBcgvGtXUTPBlLEiUnPbMnJ9SlDUNFgWcIM0rJ629N3zSvNaOZm7GXKnSsoj/G
IAG/4Y2pXo0hNQt/cmIiR+e8vcgmi9+0RNOYCGo19guIiSOiJouFFdhsZ75ZzaW+Y7+BoHt2lrZj
AzzbgMXT/IZ8oeViFDrSPgm0sq/3SNJGwDP56E/V2HmWceWLpPadQCfHc1Yvvy0IZCAslc4d9/Jm
Hw3Z8EDKVh+ggOxDY5b6LlobQHaVgjXDHGI7yJC8HZ1lTqP92ov2MK1MJGF8mm7spWZrn3B8AJvq
QHB81stmfICLwoCJISj4rXwSLyk5RC+D0iz7ZjZbggVdECwrHQ2pV5ZXr6wiQQespzUW43ORSxCw
plt2NABde0wcZ3p3cQ5lNBiDkgd9YSS3k1HBC4NllQVkesEjEsKezgWrFWBK1pi//Q9759EcN7Ku
6f8ye9wAkLATMYspT+8pUhsERUrwNhP218+TojqOWDpD3bO/Ed2toFhdABJpPvOalnh8G8NzcPeg
iWoasFQ/v2ZU7Iv1CAOcaL4V8XUVhJV14JRJb5MmF1/suExvwsXlasL0uzursTGrahPnzLIp2a4S
kqYDDONYrua62dhqaA/jbA23cVIWa6/MpmejirtTEHbh97EbabEjeB5D/ASllIIbbMPbMPMWan8q
ro2njGzsOkH7GFfLIAKySwcuf3WaWoQae5pvoRiVmxAw6botreqe95g/AMhPrv0pkxfSmpNTv7OH
cGvVY3sOfNfZGB42thuma30PlcO8itEQAn6FsP85eb4D9N/p0YxFreYSxe8aUu5YssqfpsrKoOsW
7+TdfMKwojnFQMnkj7qyYgRjSI7nzLuVNb6CeEJSgKtQXsM2CFTe2I+raEDz7HYeBzGfJm6SHdrR
u7YgS20ax1/gsKRahhzyDb4m/rCV4JafKWzMK6tApHHj904o13lj12tak+5d37u9pvFYaq0wsVon
VWpeOsASzrXM7N5pM6ygaklDFRzjFiPxfBsIUPgd6+UWMSnTR3hxKB4m6M7ludcrhPr8VC5FuHGa
pTfvnEVSRaAl5lXupW3B9xn77tGhyHdj5EGYb6ZOjCeYqZxi0eld1E3T7UFQ2BvEZpY9Zf35Brsy
+wSCOfWQwI1PglkWN2MnuttizCYknzJsMgkztsBVyw3uGQiKyxTybXIJYpdEFxkjqg3nQ3bajCnf
JIx23/tRu8Vq9JmqAvSFzDjNYF1BM6BzBnSNryGKmIiQHxOS4hOcv+q1xbDsgLTLq9R0nsO+Qd0Q
tu+2HgfjAqZgdIj1bj335pfKUg1otog1ML91cjhTC2MYKfMsS21FTy7MzR1G3g8TUk8reMaPgT/7
J2XQvLq8MSzt7Fv6BDQHVPEYi+7KG7PsWrXVk6Mhu/Z8BvQL1QSzvhtSUAklamJUedHnMsd8QHkV
JySQtU1wwFxRF1BoC/eDbP3VkngXlL7laSfkmcqieEdNYdjbqLRtLAmCbYUnCMwwuoSnXexD5Yf7
vjwnk5QX4OfoTIwWsMfeOfN42+dmTHZhGn11S2Gt3gMNMPY4YDGb5nq5nLsoA1tRW8OKaK65aec5
vBULDYVNjLr/Dcjx8Qp7rjefJPw0R271DEkzqtQS0O+6cbGaZZtt6WsGTL97ZCcod6MWtWlp0W0X
bL822JTMlwV9YHQSLJxe87hfG64jL+0wvXFB+LEk8mTdDYO8LLu8JKEvyruhiKIb147gt/YAS90a
ep3gNYWROW5yWyQvxRS9JBJJJRsjiGt7CqczPBPhoSFIdtePFD2U8E6lX1ZoiDB1MsP84sqE4ojB
fxLkF0DucKd27r+O0yBvAyQq11A0553A5m/Xj37xw5PoUS/jljJlfz4qBwuCricTZI8xzjMIlojA
Awe5dQsSZtQd8jPh1wLAut3Qd5DJq1MUrK2wRk/az/tbJmFxiRUu/qeulqOqPH+begiGQR699nEC
JAfNupNyEeK6CESoyXLIro7WVxcnxW1rGfldGdKxABdif0HIAaenEVw6MyPJCzQiTXqDjl/t5tSG
akUSs6eJkZ4RboenrhznQxWk04mnOCKnfPFODDAn1v+g9f5b2aUFm+azMPn/Fi/fXsqPYfLP/+Vf
UXIAEI9YFwEGC9EwctV/hckOhBsSxOAfTaN/kkvhwmb3wTQE9DwBnIYEt/+EyeZ/2bYjSFbB/rkA
Zv4zNvvH3BIRMU8bcVnwdWDH/6GolREHOJLy9SE0DM7IlJjo0AO6/Qt29hgKqC/jI80YcjXzz1h8
sSSQ/2UwDjh3WfdYSLPwezO4KtnEy/eM7nX63/H3+t/gdI+6D/qRQvJHXOipscP71/pGv/GPeBcZ
eGQRHWarDq8oCA4XhIS4TSzmdN14JVi93174v7mg+ENOCotAQR3ApfZI1oFM1cdLTrl0W8vvogOc
RhKMqK3VOUjhGH8BNP1d1A3H8NHEVszemQCYkZYu6InuPfgS1b512TzdYaBsD5UcBUDUOg5hraWe
AFyb3yocqGC7yHCPuGa4H5cu3ZfebK+xL61O584qb4q8CPeF0akHS3kVsQ28HiPCFwEyYnpJLc/F
VJR+x35u0TykGIwjupLlDZXY5Tu86uUxyZ3u0W/iCyQBCOf8olr3uBUcFlvkF45DggU3VPQ3tuzL
H4tY6qsF1veDbaJpUplRsQOiX6FGWQ7rvq5GIP4R58XS2vtgoP7ftfO4pRuPdoriBPQtVV92TYBH
KPqDL/RTjUPhaT30zhgPLUi1eOVMYeShf2fXrzIoiXIWkoKwXhLED1qQ8asucDjM7e45zY1wJKRJ
Ol+21ArGeJTPWl1rludU47OdX1H/Izpmnq+pnCPWboqy+tZ3fvOcYTf9JWP3vQ2R2Es4zmX4lgX4
p6/wWYWWVdpznWO1lAIqGAJKlGYgkm95UgQg6yunuALARxcAO6L63O/H/mxGIvkxmDUcLko7FNa1
00m2EFk7aHxfpYDWkik1Iblm820CjWkrLTK/0q+HXQ0YC6ymB4N7wmj+rSvLZI+61OvcZc0mpqlP
zhUQO1qLm5BSMjgJ1dCLtiiphArbuBFVupybC76gKzlZOfLwg2ls8jSLzJVRY4BJeegkckznMIyV
JM1L83Mzi/u3WHrqW27p9GKJF6QjDJWGpwwBgNXIe20V+YU1dpdVYaL/7BdvJqowSH06kIwVoEBo
Z6FEwLKNmmJvNAHVI0Tp1xJ2Di7EjonoFkmR36izzOgcSHGKYr5nBtkLLcSID/tfRURLIKm9GWsP
r72NxsImIZfX7jQS/lAkc5jarB7CkIFWt4OXkzV8n0of9FxnqIscMvQ3NYG+4s263xqMYK4IHPDf
W5S6bV1lrDFWuiVXSbe9uzwZfScu7QU1CwAM8tLwl2U7hig7kcn16xjhhh1I5ZtqLL/4IqrtQ5oH
4+CsVDwk82sFfdYmM+jRdSQzm7JiNQekVWiQZQNQlTJ3t1g7zQSCRest5wHQ4emkCM14LtcJSBZz
FRkoOT7SfsGfeTXZvRxBXBl1ixbGILN7p8uCWBUr1IGCYbz3Z5VsQwuSMOgDTXmnKIYkgtuaYJxV
UFX7cVg8/2kyHPzqMW+0UWEIRrpGaWHMQM0ymSLVE5cK8+KcLs7tkLva2b5JB1QN2q6nV1p21Xgd
IzUfiBXVBZkQnRkD7jT4FrvPdoMBCQZ/0CxAp3QIlz1m/Wi4uxbzKP+NTh4vKlFYr5+S7sZ9d5eX
SE2hfBrK/Nlwm/wuHMp035kaMl2XvnugmF48+tFsaLtYG1gSeC5xCrSDpGBcBlQbiO3CvasEMvJ2
RK43Te7BLg2SoCmfkbktl9C6t5Oa8ods9V/7kRfdwRsfXz0IIQicQfLcOQidntTUF2DMOeiV533h
nDTSrE7TaQy3quyXao3cHdLWqObXZ63jYI/hD761gy1ab6iSIpTehGpdSRPaGFZSCM+S5H3FqqSE
oWZUd4s0I+LayuhR/x3G8mYSTvNdl8HOuZE03uU48541SC0tG8y3i2TbzWN9gs1QeFW4qfdSlABg
aI4O1i4iyr0xxtwHHwIXr1obuKfT4jJU+QP7F0oSpkIzBPrsgudMWd/FJVISK0kYAUayRniPdVv8
TxT434wCdVX+/18sJQqU+VEQqP+PfzoMdoiyJeRrRFcFqAwtTvQeBILh+C8I+bQIbAgbPzkX/8SA
EL0xJOXjyK26ggSLQOdXDOjyK9ekEyCosP4sv/4nTI0jQSN9OxbO4A5JAZARji8dUf0eMfnDXJY4
LH5PzAXtGc6SSJibcbQNNH6VQmDvMYOtp3ZyFgVizBKL1tcpKpqKwgtFeXvXGIC6qDzhY5WD0I4A
v9FXyJPpoTNp1rMhO40HJQxoXkx9cxBDq3U2C6RGBE4gvbSvUHdsUIGPzcYYHxLV472Ac2Gsgo2D
zj5uAdQ13GAvZIyLBcjQTBtSF+NkBNGuGjA3S9ezpE5krH97kf8murM+tl+A0GAMa2OWzb8AWyDd
fxydWnoWroOL+72R4wC+H7sVlLlXnGGERiHVQi45WSgH/mi9Lp3vHe1v2a1tdkqep7LGeHr4/JZ+
Amj+1RHilsBwIqDquIEL2Cc8tu9E8nAqa9nFbxYobkSdHMSJTxen15rECeRPzKRoCiWgqOHtBuje
ZBDFsGMCkJa/4NI0Y4Lh9+BUTjnMpZlslyheNJ1w4lVslVoSIsIOsiRw5SVvvctlyS0+Rj+JSJcS
qez98C9RtMMw/vZMQJL0HKR1hXRVCFCJ5sTvkxBdoik18qL6bo4oNd/hlmLUtyW47OX689E78nnm
QqBgHQxQXUSMyc30+/5tts/sseHiTdEbTQ2bPlRTRDlCL7bJCp+EnzlXyN652oXRcwtDrRu8l4db
Ttoq+/H5nXzMihx9JyiIwcbSXRREEfSQ/HYnFnAGM5wy722QQeddus2cUYvsSgPk5Cnx2OJ6/+kg
UxwI2Ep0U9JnFI6eHa6pAefFF68FJP16Ru+rMahZDcESzeNfrqXXxccXysYFiZD00qaq4R+9UDut
ihzmsv02WYiNON9twvokOYka1E1P4bvoIS5mr+/D7efD+sdMImBEo41/7MBl0z1q/ABWwPsUOYfX
CUBtALDEL4LhNrKNlNH9/FJHmZ9+hSEdY1I3F6NRtoqjAc3q2spRpyzfqN67pX9Iw6h6KPDmajXy
Ko7i5moKl8gsz+sUvJe5RbMlXx4z6TcIJ5QFGyKIJPREwxvgsz62I8lQ2cV5PsRdMIOld5yyO3x+
03+8GOR9XeB+mOBZ6Igcb2hUQQN7ss3qtZrpx6L7b4R59mOwZsN9quvSqwV2HUOtor8N1p8vJuSt
kCvSOHdsxPw+zvfIAAcIXs74BhzWsheUBdy0p4aG8lqHIxbQE1lADHJy/wUfSTzzNm3XdSGoKgMt
tfu0XEYk75NgWtS3mKJ+iDwUtN8zt5ydv9Nuj/iLFEXQWHF/LpMQvRQKQR9vlx54Aw6pq7+B3QLk
Q6NsVsu1xJqOSbXMxPHDPpSN9C4NEaWsJlmhQk+O4c0zm2UIiGZ+ZQKWGSVHk5Hh+HNywPOD5YAo
ft+AgRaxu1B+jr0nSYeCNjlsgJyZCmNP8naqTnkcw5WwBt4ItCK9RRsySbigPU9FcIOFg5qel1mH
EHgeLVqPCzKCdjoyl9RD5t52Wpf13SZjqksgTlZ+92DSp3TMVCSXa5Z/6D5VdGuWx26pM+5RU8cr
EDyIDTzhmtBk1bb3aA48Lkr4w/3Qtd5wKzP+ZgTJlrGDrJIETBW112SiHYTrXwI/ep2JRjsfk4/W
PEyNpAfWLTNAc/xU5ZjZfNIDVsNHUs+Xpbd3hylRNwoPEg4zCPoZW7AEtxxjahOHXNpIx5CPU3/Q
VzPiufEuBRZi7XNLuVsr5w8tooROFdAkROKpOktQ9O9P+wnRC2QV8HVj6NIhteazYJCIxK3MSOkz
s8VeidXWBBRH7HXtVE2OQcH7A7iZSnhUYERQQzcmgAwG1DUrpp+cYr2JFSUQ0HLbysjjj9Rv5hL6
A25vCBq+f0fbtAbQzhTn1WTNlAMrtBLJ4jIGPShBLj01CZsjSr08U/w+qk6ej4ycBlDygXEEMH5a
Aew3sDRMQn1FYfhEbXMTaW/nZvZbHo+NXk+XOlScWiKvKyZNho5ZeVspt4YylQnKXMDh3QyS0mrA
G5lZE9uIBc4AC02+UAQ+ynk7Fas8EKeGM6Xza1sChmpATw0Z13fZGK3oLihMjzFZ0HgpRsTSqgE4
LchcHbtl1iT43ewRLfIQWdh400UrIqy3tjU2m9yxbw/sAttuEdQC6V1Hev52onX4iSy0FcNpKAcE
13E/pDaOImQGjhlCZKx8zq7OrhW3NPP0/OXYZ/penBCrC2/t4Zg3v8J9yZkpYvE8qh5UKLk9JAYD
HbcBTkEDRWrLgae0d/hhHdL65rYyB7RgsW7xU8x+9NPYM5xL4Os5VxACOgfwMg7jE5uenqI6tB7u
m6Div62FWrxCKUOxNxA6LkQZzpiyzuduXvTmkeQEYhk6OHpJOxT7akjCDp6haNoSN2JA01hiuPep
MDAKSe03cj6gximz8kJ7GvGFIKg77o+6Uq9ntUjhlmyaHNKTe5iCAmOWTWbeh4mbhsMGmjYG9mvM
phPkdDyTgglUqkbsFB0eBzJzQu8barDZLNfuPE9M/0BStXa2YUnZoiJQwMPu0nPdgRZ4QsreAsPG
/zW9qq0EBUC6ab1+w1U6zKaF64UvB+MklabGAE1dS6d2PRVSGiNmhNLnHiND8m5aJ0hrF0ER+HJ4
6mIPEtd3IWm4g2WobscG1IhSWNdbNmK2m60ScUbHNG76OqSVTNyOnnpkeyo5RCLr8Xqna8U2i5zq
CP070ZvtrOWfM1oj5M9dMiVJfI6wJfKMl2qirsrkSbExZyaqcW6bXY6zKD+Z/SSZQ5FI0YQ/q0GB
87vWHvoOxJ8r2CpliyBKsEHi0wKrNJmG1beXWHwgNrfLqrbnLVWWg439tgbcwHeFELAZpJ7BZ+aa
aROpYWfCOuSTpDAtv1NI/7Mv5Saw55tQZToiTJweMW6ESif6o2cqMdgdBkaRtWDZSjKhBrCSc33C
229nnLix1nQOQUHLPT4DAYNU5dqx8GynKkzxibN+buhoQdJzG1Ze4BT6kFWqb5mOE9DJ2uBQ7mb2
B6jThnOFDGzXAIqYS9c5NK2qeKSg7upuhYCPDrFMChXzaxm0ZCO/8hB2fT04Y92KOtznVHvhciFd
NAqDtjIaJSDPAhFvWpRkIxDxUJ/uonbi4dOaw3/eDvPoc8d+NiLUjbYmih7ZJkOmhskTQP1nBH9N
6zId9e9mByCvvcbXSgfOXq2x02sAzxxalsGsFFvhd2E30sjF3pv1iQwOK9cJItfHXidBrvPSTtl2
N4AROoWo4WLN3lejGovuziyn4h7Z6RCTga5r0xa51WbId1499M0rINrWOOvi0nAusBEDWwNUNW2/
Unb1ll2OQnzx5mTF0t1CLi+7l5GW4XiF11BBkQulM4pCwkXhchVkVeg265b2twTTPoIzvuzaJJrq
lQfDDzmkgmMVc1IFbrrlHUG0qyfISvBkq6GjEY6sLYyq1bB044xxjI/ifrhqALGo59C2eufOK9Ts
IFXfOjkS6mFhz1EN3YjnBzk0RzGecAknWbH2l2JcEAFIiwUp18hGa/yMilvUrzyk2UbTtJrdEPox
7QwCtOU+zijCcfB5yj+VlN/Ql3GUba1n1CHqGdKYkvQ+a9vX/rY+3P4YQ72Dj7IlWlrmuJxF4HfN
vTVaib2LGmjcagULY4HRFAnXuG7oGzkPvWyBlO/NBpQ7YALolNP9pCahLgypKuPWMRy5PKqKWb1C
z9CjO+0DcqjpPMBFbvbB5MbLhIy633ibcFoKraKqkBpFZRb781WY18JO1n63SKghFhTB6i1BUF4r
f3pYVdEvcUXfr3tEiPyVLaSrzL2KqtZFTyo3XUBeUYkT5yX8HSPP94PXENYm35OgQpHJWteITiB4
Y7mo2uA8KJQw4ksYdDC8rn9F3+aM6IR1O8Ylcp3QLlN9oDYlGCT3YZzdpnE2TTR2+AfWpony7wHK
nks0RhudBdNNs441wdRT7913AtQ2x0rIRsLibgMdPnYc4CyHxPH0Dle6po4wU2OOrGgHJHtEioMH
a8bgDP1/g5DUBd3P0UPPIeOUUZUb28t+9n2+c9e7eKMtK9yzdebgZ9bC3c7OgPrVvm/L1HuCIFFx
K5j9apEnyAPUGpq+ddkmXSmJ7DW1tbH3jo26wtNoErsZiDiMDXtZFoB9G7WQaTRyhoOeMbUwl7eI
Q+jYBSFRRV+TPQXGgMmDEpcE1JtcF6EDNkT4h5zRIz1QQpMRHR0GCCs5fXIGUAO50y5OfK6N2Lxf
g9B33JbfYXo28WUmtArWkoQZzf3LMNP7ZO6g81Ss7cxCr2hTRY20uheAXDpeBarDbmOrvvO+jWNb
1TvPzvzqPK4BWVk71TQ6lqoaX4csSaj0GCEf4inrR2+AAwk3GInjkbbiPKRuQLskQtUVWYDOZfjZ
w3Eh2eL0QLnHk6U+pX6dYI5VM44IqemKBSII+u4tAfDKWDd4FYT1fgYtRm2vNxhYtplM30EvDRxA
D/+MxNKyhFZ9IxYiUr9K+MaaZgFiLTl6XKg1ExDpqZiaxAG3bjlF7lOBq1sOCkG/Rg5My3ok/evV
fdBGE08soFrxjnpJHZ3eUZwPY6KlMswofB5yUPH5AefCuBxPHMLR4X5B8oangn2ji09d1w9pctKY
yHvgIqLoVGrlZmglWjYEouVTSb3OmtbIWXW+gh9uE6UAktTR/AAtonMPZhPLIbheFDJT6bkXoT7R
HeYF9Ra6X6IzedQByNxwX0hHLxG0E3TBq8paPhBhwEOgZkEaeEpb2nRYYkd449j71vZxJN/E76dr
Mgyg3mh90h7CGEezYO89gfWl9grX8zEqsozI2mQEsh8o1FT8wN/rTxOVdMv1WAQ+x6WFAi9nWJL4
OjSkiB/rYF40+m7fl0eu6H7dF4BheKmdZOMrz8UkhvjrEIwxrWOU4XOfVd0yFwrovMQE2c7pQKeh
xlfZYXVRjlaMMktcwCPGcVCVpSCohRvPuwUKixQeVImORzCbgd5wJi0dWodDTcoX+2HavQxdrwFQ
Mu8bxeYyj444d0ZL5bBXUOfNfpSmrZPADLcgvgZLdV6IdGDcX5N48p7V7C7zmRht8ifgD/M07Cdb
tPnLkFgTgwJ+U0c+MjYHYg2JxiVPm6KoSGDwKyMOEBUlMJhQKyf7quJW8FNMzoJpr2EY06sY+na5
No3BNNciaRLSEVy7Y2kcAq8R/b23wFjBZXBEH/maHpNOulEi0FFYN1k6yUdzQgfyMbDF4T6SUcxb
03wUwvUJfZwQPvfg0lsCJ13TxyMIYQ9YrJZ076T1G3TMdP7AdEIONOGLMD7RW2XDnuwdGt/FGQ+1
iImpfwA8Qk9xzoFcvb4vvWoodGiFvUCIKw3iM4VsNwpElZ4Y1ajrR0YkZj0lfTMYqyvTmaaqZUCw
iqFRFBqKgRwtXy9xsuW4ufBo12q6ypjF+yippv7Gm/xFngT9ZBWHgGa67DjYDIf4QEyY0/o7r8hr
viZ0VMdelbWVjkShSbOLr8f3rBHmTc4qbRGtYZMi4O89INUju/MWV0edBb4nFgUAXG66XqZxjtes
spl+lQoWMl5nANWJgceY0tFfj0lV8UpTRIS49b6aOAm3U4JrgdqiM+jkF35DcYQPLjMzCsVuvWEp
XqORIAKFcdJPQ2250BlIRJW/iHrSGfr8vnOA4dKBLuZHelZ+Xls7LulSMwKyEyKziHsFCPejmhEU
OyijULe/TZHSeeaA4UHibgxQngXEyr7jef9yyeOqmr4k6Sl4fgf1XgKnj2UqeHtVYCqa966HvN8P
RHv0KKPfpCu7nz/dn5fSWCU7FLphpJE8Hy9lYxS0DFQnvuFtr/cnNHbEQFDIZs3e9fm1flYDf68f
o5VCmVqgYOEIcADHZUppor2l7Sm/TaLETOMMB0mbmegqJ2EZgtO3OAsXlBbzl75yXKAfiMhjFrNu
FFyyS6oQurOBOqWu8Mj3nflX76PC8FeHSL4rORPAGoz89Pnt/zFUgrIwga0FgMsCXqV//1ttf4IH
CUnXd19Uak3cBweUTgs5XEmhPr/UH3NOUBhGxMyjE4Tq8nG9mzAqtSsCqJcwASU8H6I5yMZHa/H1
EkHJEZHyvzzccQsFjJN26LNdrunaf1ArulaKIKZ+/9I4id6j1AT4+LpP2dlvYxsxq3kThcT7BBMz
P38vALd2V+x2pXvy+bMfDzNdUxdWp+6qstys4xmJYtg0jGEsvlKTIHWck4QqVQDehx3w8ysdj7Lt
woqiEQt53qeDdFy8zgkMA2Fl1ld0ovz8QjWFPqDSjEztgLiZjho/v+BH/gpNE6hllJ1p8rp0+Cgf
fZxBKsMqJhjn7muHFy8zqBOR3ubYFGfeKxSCYgJrkULYReg6dxNOxs9v4EjJmzuAwGOHpnARvvF5
dPvjHZAlJoXV+NXXNjHhMG/pZS35lqpHEkJI/Rm2DF2iQ2PPcfT+/asobrhKl7xKDx5EcoIzjh6c
EhAaf1D6n1nFNYKBZAtLEVRsVhJN0wDbbKGAXqxSK1fs1v7o6sMSWYt6qMEymCx8/ITpoWcb5fcU
jywQKGNK+EaJDnOoHJD3SUprGRWfOjd0bCWB0bBZGJ3tk8UAf9HHOTgKYhtfCn3Eg3xvuC3/vUAv
Ce3ZNfMcPzhqONid6uPVxvQKFdiszNhJTKRGGP8gzjoqk/YwDbrIUuWUZT8f/j8mnO8Ai/LgHIY2
Eo/HU7sns0gMc5mf66QVxKxxo3QKFC5KRwC/StafX1Lv379vuXqrDX/2aAKwAL5GHPy+adEoQxYK
ldjnMAbOKrZ9Csv/wsWLNTcuTWlyBygDhj1J1GRFOig0ilLfzee3cfzkQoCTZefUOE7W3LF+ROW1
FZQBlTzniCeVp9jWqPIB3Vu7O7eluvz8Ysc7CKBU0JtUijyhvZzco0nuWWacJo2UX4e2yZZHN/P1
tMiyRkdWn1/KPlrSfHsAIhXpIZ/Om/hDyjUeYZcU1WA/VFKZwSaifKniXUwZlUw3zUZOhxUN75I/
fAo2zMvJFeEjobDbIcZKWZcSDCmP7t83oyiIQ60Fx9J7M43JUBK08ObXpM4SXdaaDF0GCBRa/MnJ
EHi6TAwai08PhiV4OCN3OYviGBcNtpWh1Ps1CQHEsROsxtO52FW1Ca/m80E4Gm/GIGRfMVmneEP/
2TF13ViFpddPD32Z6ZM5qmlVgLkaazLnzy/106r0t/ms3ymblwfgAltl9tGj+TzWDTVVy4nuA6f+
ea3epXSaD60O9Xu2erag9957AUiHUaimSldJf/3UDb2uEBgjQs1PruPreia5YMNOZ5fYLI8nRp71
xnIuWaoeHawGw479jLczayevItLjdGFTG3a/Gn90i3QTySgym7WzBCaaojv8svQLX6DDuE/oEhIO
+++licGiAqpQfkz0m8wsohYETgY2/nqjulQXln+10FiRzN2MngfnXoSmEV84W+VICeTzIQ0+vj7t
wEwn37QBLEFtNl3zKMBteYIhQO3otRiE/5R1lWvvbNqjBy8PGocaf4KIgjOFZ3OQFhH0qKg6lHZe
PA5xCnC0wrCBpikc/xBIIj4IiWofIvJXeV1MEiOTJBjAWYbZTUmr7RXDAtmsvM5IUMTzY+9qcKP6
LEEi4oITKVnI1pMh3xgyE18W+sjDaYTup4tTQWg6G6qG+SPEaQxZVAE0cS3D7trhVMp3TmGIC3/u
cKRp5nZLT7x4TOjhnyLjQJcgaxTlvDofaeEpq/gKasI9m6cYTDaibqaFvUHn39uczy9NUlsuGn1e
QgkjlhLDs6q6H33RP6ZCIOeBzDf+VAZ1u+e8D+VbYTTdnedISVgEuRoVgWxHm2BG2J1+0YScfZhi
bemUw2lR1Vs1hgMFmyTLvvSBh1pHEOE+pZAquF8yoKeEn0ZCtc9w1qZn3jhqNr+heCK/Wv7iPCQw
zdbJ5JVnuS/TrZPO6dnnM+LjZs2EoK3MZuYSKsBRQrzw45lRU/7xgbBXb7yv6Tq0I1izXqH1y73O
9B4+v9jHA+r9Yj5AOX3ME8MdRyQQWAnturB680y/BCM0mfdgO225Ksv8YnCQuFhPcV3e0CIEN/n5
tf+Y+T8fE6wOLRs28eN8pHdliN1yV761VUXiKjBomnalsAC+fX6hn9/0r23r51NibQg+BxUBDuTj
JHKyy9wewMq8IfHBmhEYwKGAQcKTAnIv/NvKLqNbnL8MgOyFGzYbMTRpsceO3dtMhQL2BVjPu+q8
LjytjNZ/4LyFm0ddUT2WJcGLraqyWdnKcm4wY6l+lOjUnVeUZ28Ge7a/hBl56sqqLQyY4zy+EmXI
PDb80qN6k9OLs8aQwloXzm8ZBie0EvpuZ8Wu+WJOSuCWEIq/xEJHIDyGRIcBhEGMi+CMPg4JLMOX
E25iyxtmRAx+kopkL+qsOEzL9FJZYfEsjHDa9HZM06PtDA/7OFxsN5+/GVdP5g9vxtdgTaS1bIQ8
OcaPDhTsknGco2D8Fvc0DiindWiwB/B4EF8qFrUZHKSl/VJN/QqJ2ZJuT10eaupWF0PjDQoH4tjA
rSt2DmJB+hml6fAraqOVu+5y4yKdK/98FliVilLcUwMtrmqDl7byaIzN60VNtF2yWkZrvwn9W8LG
od4hqflj9rL0UvhNCmeckifSrc1V6apCbepI9t/mIulRb7DzG6OCvLDyJmvcCVuBrcZIOr4fixDJ
wqQ1eQCUYMLVoGJaAH7WZjRCOBPvHNcIztNkdr5YVLWjFU0HCJGfD64eu+OxxaGIGNQjm/Vtvf5+
y5ihp9NeM/3orU0d99JoRfaIVN0MUrutzEtr1Ijxz69oaV7O0SWJDUhxYGEBwTtW1rBMu+hKjs7v
mIk5p5TNICNF/WycUajMdjQiFDu9G3dvjTCLxzSe1HmahuaNMYRi9/m9eH9OLUJNtk87sH2QuMdg
wG4sXRnE+EPFEw0G8vY6+oqJMJ5prVYNbk0blmhf1ihkKPRz5w0ayO4BsZ0U5vgYhmsankj5dDUM
AFiegy79UkKvDJlc5F4qD60Q06WH2TMyrj7M7Rp3pHElZ8tOqHBigLLqLLxOwJq7zR6zk2aX5cq4
gPeEYTWlDOPck8l8PUNHrVDrSptdPHJ6r2sLCklJm5eIUpQQGYq2qICUoL+9HWh6PuLxNm+JReSd
sqcKZeRCdKvOBy7DTKRdtPao+l2LMK1ouYKoQ4h8oq+kvKKI13hNNxcjOrgoOqeNB64WQSbrBHDK
2O1NL7a/qK5On+DcqB8ODqCUeoYMDP/nb+fP/Qel3xDQHNA1XMj/qOsJm04oNon5dzRfTH8Fnyv7
BspjpmvIKyOn8t8W2UfQbYxv85ChVTl7Aw6Bf7mNfzNhAw1B5ugLQkiFRwU4kFKylItffMeAfO43
P1+ItyDshKixp3YmOi33bVf1O8Tbom0TRtNzEnRoTqGwZt3/5Wb+zYIN0P0wQVvaYC2PEbvohY9D
PeXZ99g3vbvWs+StXaB17VPYPeNc7C/7olWnjVOVJ8UkrAtVIU+DSwq8hdTH3kOLdQ7nqdGLHyDn
W3cVtGl+95e7/CNkwMwC+DxLHMw0SeXRkA1lNENudvrvVL3b+IHIwkUa3XbmVS/N4dL2hpyekly8
YBN0bv0jWUwfYT/IvuMe3q98dLGnwulzzB/szunpkHAK7LqsKxjuOPPXTku79/1F/48qzf3cfP8/
/+vl7f+xdybLcSNZ1n6Vtt4jDfOw6E0g5mAEgxRFkdrAKEoCHKNjHp7+/5yZqk6x6pe69pWWmZaD
qBgAuPu995zvFKKEvEGR8tr9RJgJbM6Xv/BZNIIH6mejxduP/DBaKF6TrTuAgqnp7Tfz519uW8Ow
/+Dohi4Yt+sbleYfKCfLw23LT6E3+Qev5ofbFqeF6fs6v50SzRr+v2O04JD604bjkKeieg0qf0/n
/dDX/nmPA83XAipzxxtCddHjUJ6PzICRfThupZ8qOfiw0dLaY0K+y0w88/qnjpOoQTUpi/bBLOxu
aVaqNQ/IjHtQjikWpbKW/geBHgULH3R3sIN9KMfJLrdE85ZkyJfBvE+1cWQ8Qr1mFsOh6WncDO1q
6fqyk+cyn1PyEAZBSRb4srxxonQ6sqEM+oHg4vk821H0gKRUcqB0n7S2GnYjYXhxqE8BGI9U3qRq
/g0nBPeRA373IYGYVoYiwR62QkQGnY2FKNiMNBtGzFQL5lg3d6f7JRucF12arNnUP8NZkNVH/nSi
TicU4ILptxXr+a6chnyHloHYLieoxMEt4tq7BIwAUVnOOsZDDRQgzb2523VNBtFSU/PPpLCzvaQq
3KZLA9LbQ87Tr0DsR1NYDNFwazpR+YzwC72Fi4RmR+XSrZO2ZSOL5WziYIxB77RZgZ7OqYenjrjP
x2ipGLE2cQ37hZHPRBujcfigdqT35hPD3vpmdIx815pgl20jGzZuLGuDsT70FzTjcLZtb9zolOty
JbIRbDN6rscgJQObc1nQ7mgs1902aSGirwZu9bVGa1+/I2B8Y2I1K+BU5xF7vjPRIk07gCDwl4m7
BajoMRu3m2qt9zaVsDsU+7oiXxXnTe9vzXEcIW2lFSHc5oAU1+x0vuhYSidUA5fvXiT0l8UxMKs5
PI1bZWLd6OCiXwrAY+Y2aApn11eT/GCUTXJCE5M/Iet1V5FOvyKUyDL3+QBabG023m1RzA2ncjaj
BhVjHZKxTd4VA2FjIGY6r7fzEE8bpt3BLTkuEvdog7SmtuNjwublrSqryFAsWY5cOQQUfNVTrTqo
rOZDV3jkbDle9JmnoaGzgB7jC7p1yJpz25GNHHe1+RDloj+MDahKM6ekghAYtR98e3jVUQeuh5lW
cYSKqiCWBGYSZw0LNmGMyDWMXR9AuEtLgFQZIjNcyySoIoG+CcmRdHJnILmwxYdorduofnAQ0V1q
OjpfADYR+FHH8yORGQXUIQyQoQZklVgTDWLiILX2diYA/VI7aYoFukrJe0AEG4VOmykJQFR9dOOa
hA8tKInAEvGnDoPvRC8vyu8zW5ohyj5yHboC8YjPfehFwBYdO9PvEOr04YwcijTq0uZ85zuIek5S
EqTQO528bVSYQevq+bfSyGbSA1oSaoHirgbivVZl1L2m6C3XoJPG0CEIdp+CS6ddb74wtf3k5A08
7Cym1AoGE5DVuuZ8HOfjShLR1rvXsQVyyMtmjtvPzX92xf+b+zBwOAj+alfMUMi+tD/vpOpnfkAo
gj8AIbg01AObmRJIth/+Qy2w/6DYCFzXZICGnyyg7PqLcGi5f6D8Yo5tB/8gvP3YFi3ghwa/mhw0
IBUqTvbfYLVhevp5X6TNz5+0Ez2irBze6bvaDzmlyW3d2wcn9/0QZxqqx7IbdkuUTMc8rp09tmhk
NNU4zuRUtN6NA6mZLcUwxvuq6nUOc1J7yUGxnzNcZuh3IuvB5cGCOyrdch23tndJ8qG9n9NBPCAj
y3eEP4lDwaTjcyUjH7ehlx7RPG+6ua2/MDhK95gLG8GMDzkVs3u5vOoyA68axS4DOPIZPzD7yo5B
mZenyLPyXW+RzTZ15bkiYyMM8qgAkgr01Bja8VCKoiiwsrgWBNzYOxZ1T8xKlE+3FbDnncz94AaO
PfGanjuZdwiLggsCcP1szEI/0xbQBjRNVr2lPsl36L3iJyMQwQV8zNWY3P4cmcbDos/MBFw0mmVt
BxqoBGl9p4hOVmMxg1MwcBeFDQOVa4AsE2e5hyrWdiDFNayUOyfX5deRPXprNRaGCNGw8fZV9rG2
U7KoptxOd/CY0n3Qdt16tMdirXuzQY/U7D9Vvohuux7GVFeJ5RWd2fxUNr11F2dYmaw5bS6ulU53
WIREyIBAbOvI6U/65NZfCquf1pgCvK0c8mHnGRkfA/QqsV1lvh/KESZPZvdftcBaicbBo0C2uFnG
B1vpxHqBjjbTq3LdOtG5yGRx0Hzy5TMvW8d1BRoBv8qurgfnexwQ0tFC+Tl1rj3uYKFHByjIxZV5
+cLupqVkB8701jYW7dWTRDz+GM8iePZqFyivcOUxku74QcLCfAgiW5wX2q7nsYWOu4InID5Fnd3e
pL2ef7BJydgV9DxA3KFw3TtT7mHJzC3rbgGvdwaau2xRUeb5CmACfT0hYTaVXe1zdraGGxc5zDWA
B3Wky0babbrY+Ws/TfISuW6+n6feIkkG3EIhXfHc+554qmViILOTzl2B7nk/JfN0QQFlnczRqfZN
X8W3nV21D6B7A3KG2/xQaP1BlhEZOEHp+IQsS/OZuFZ4VWSYHgTjjj10ORvaVdbmdJsS5zaX48lM
yPIaqrrZaySO0lXoXpACEGw+E5qyMWXkvdTW+M2pJ2JjZglhF/H4oULYv6VPTyavV5qPlp29Eugq
41CLbfPZ88uHarAQ1rdy3i16qd9ViUv6MFxC7eho6Dk4DPr6JRnoSZM769YvbdTAPiP9Bq2zZQWv
gkyLXTmoyOJF5B99oRfYjbHdEOlSEKfFRRzBtR3cPnfXaISLD57Vdl8ot4cG7rHxgBzzwA7mHuHO
7ZDWINBz4U2tRJ5md8xp83snyvfuPHZHN1rKg50V1bqVxJf0LJbPZItCeneKCFqTVa8peKdVVE7p
vWwxWC/gukIro622JHOm5HHZE1rr6SNBu9qdNElr4ILSGGkSYGyU1PKqNdN2zN36VDeIpMIg2Dpd
WuyidtTP6ILyXZ3fQb8enjQ1Hc5cy7hL9djaQxfX2zAfqXFLfWherY5UEcAf61GfvF1ljNNmyI2e
PGhKn6fOw/lA3OOSi9XozRUCwDm+Xdoq22lTt3Cmmh0vbIbJJfqKWR0p8fOG7G3aMkvVExobBMPH
GOIhnL2MjnTO2Zhljq7oKpCNfuL0K89zGekbw4AOaGbMM+OY05DIAzgOLnaSAH9kSMjxJyAb+iFn
3LzhXEl4R5pVX3I3QR9eJcGdU/juoW2dqVgpDvmdUOxEzyNVjfrnxU29aZdS6l31lkxApZrWL4Nf
6aEfFQuyZj93N8gdg8eAXeNCmGnyCZCMuCmW4TOjdXfPjriEc9oOF0J8BbfSmN60qVuG3awFN1Co
mysAt/qcIrZ+1CKRX6gN5KYy2hgyb0XCjZnIjdPW1ifGR+CoOz5lE/nVNplS89vixf15pGn/Ylu1
2lz6xX6iJSY+IpUf8hVQEWyNaRDvelxCCPJjuLpGlFwNsvVWI8Xwaojr6YPe89WXibOs57kjmQ2q
4cmHjZQyAaiSW3zMIzcaB/JAQ7nCle0RbMdWvyvF1CmjiPyY99FO4PMjLDlartlg2Rsg7dBxZiif
KUrQ0l458bR162q4GENsHgOGPZ/H2iRkG5cn1hq2W0iZ06mlXbJHO4ZNIaub4DlziSIsylF/yonO
27MyYfztzPVsus516VPtVeKtPcrO17aYqdpb/PP5gQixaAtIp73L59H/iHAp2hpks38gR0Hn5byI
BKtZc7cWBcOlmesvZbvMr/rSs/wzsliwIU12vJus0VgvdHxXIBxPDlBwWu9lI0gcQKGLWUHZGnXB
iib0O1U9sPenafzQEx+AZrWvcxWgE3R3dVzn+yrhkSZpVeX0LG1Da8+L/Bp0p8wOQ56YK3satRth
FpsZ+vF1ULkUndM/O40Dxahq4Sj7cIG+ZJ37jPHvRY/677ganv1qui8JCw61ZWT2Z9XFoSm9eYO5
5MEkzf4oE897IKPbfCSsuHyFQDV9QkH67A+lq3GrC+y72VEivtT7o6zbeuh2VNT14p45apWxSyY5
hoSNwCFnb5QM4GYCu7vux6n3r3VXz1hO3Uhli1k+NdvIhYNqYuISgtUVAsHf9TOnnh0A6uosMC9W
z5IFlLOXspRNhFHU2MeKo69lzVpNotcc8rKTEc/lsW+E9+zMTv2Zln6cXiMmVycvcYzmgdy2JNrl
hELRIJjaccHkEHdO+hUWdKt9dFCOO8CiBqLIK01kFVJaYa1LTSd1lwz57eC2n4DgjKh0ia7Xqf0h
8tifJs0c96QKeuFcdD1AvnLaBkRbhz3hU6Kxb/qAUCysSuRiZjG7jOYBJOMs8rFcSAwnUdA7soNo
HxJNxDcQjowQk/F8oZatLw1X80ioz6pLxPhCDtl8bAJXQ9Os9TujnEiC7NVxy1rMfgWRuDkJcaBP
iCZ4Xg9AgrFjYe6GkIGPAKwbfkX7rliSdp3WWnxYbGw3fRRFx6YwxbHT4xvil/NQ9wwJ/NSFght7
9efecvEtTM68E/UgtvgLIfjHOsW1yKvNGNmS3nmCQ6/DlRBiKvb3Pa0Vpt9msXMI2fpu91jsQokx
n/CjAEHbV5DdRBO2ek9z9rW3vTpzPka1reZ6yKVEkf+niPs/FXGmh730V1XcfVJ9/fZfhzZ/Kb/+
vZL76wf/KuWgwqAmhUXCEOBdKcf/YiiglFOKs6d43D9Q9fDtTfqNaGCYK/3J4/6rkCP6x7BpjnNL
qkSgf6OI+1O99L/TNCVApoEKSJ/3QIlpvRci1w28pyIIqj3DWow4c4KTkwx7gYs3wBBtOk9jMSiY
sRQssvIpjx3toI/exax6hqk8DeB0W7u4AxFVXvNef3QixFmIOdDiVaQmrJdesw6NwXjMnjU8zMyi
iML0LlKBV83JuKbTiBfHKs7umJ8tbdxFnYzQyjhB2DNgW+W0wFaDylPUe3Ep+B5DpdNfoemsWRkQ
fk0O3QuhL2Sz6VdGGghVmvGlmrBqOxnOAptjW9OJ7y3HwXUBwWPjVf7Fs6YdBl+J2ab8HmTleTQg
TkwOkYOi39pmdoZ0cyXL9qTHKjky1TjTipdZdtW6qpdXp8uOQJ9e6So+1XO7rfIop0xLrE88imTw
+e5qBEy3Yfa7oPXwL0ZnPWVD/uLpC8YYws/0JjurbwCOFcScLP+eSrw/bdylWyunJrRowa560DUM
5oaH2Brv/ZLMQerd+ICy/5VQmmBnJEoPNp+UQ+2w5LnSPqGr1jFQ2I44grQx0ddPD24y34+Sc4uV
HQkqfWnq9KVanIuX4HlZITbY2HwgNZmuuvmK1sbbzla3rQNZrzT7DVWDFw058AojQUo8G1+UmWBl
jByEB4ESNnEMopcNeezUSUF0LyKolZ0UL72BfUlXuQMdhpVQvRb4m3mjYfWgCLt25rhjgzkZfszO
OugnnK4Ah7Lku4UzYeMY4pxl04kwU1ykFSlMqeATVvR0lwghIybBfC0CC2ReywvREE/XSWAvNxiw
jtUMHsGusWw700OhO+tpLkdM1VjiogqYPkrkDWGCr361nOgOqpjaRlyymoHspH/xa+s2GAXJfaOh
2q57MhWbfT1heqK/IYTEWNdY+7jgGmk6Ovas49jS98vJrWYE5KMyxVmALAOPOwEGRreqzQJKW6s/
lrHxGlhjB5IYYV8X50cD3w1Etwd7yjHjsObrboV1vpgerMhIVpnokLmZVYCCnqkAh0v6Fep7x1pH
U91+quoy5SzmXCTCty0M+geLz7lKIPOtRsuFfd7Meyg6UOmN6UL4sPycRhpK5JTRdKNFw53lctvl
UxyFc207Id67YV9783CsK2cgE9z1D9OgabdZMuebepEEGxJUs9Xp0hyx07ahqeXWa2e0n2cwuTeG
n8mYu6YStb2GZSxxJBU1hkOIGi+RV0HGjaWJ+5LGefmI+u6xmDQgaIvdcnxjV6XNGV3sMvuMVXoI
swnec+KiqrDEWnYzoYD2RK4kjlEXDipJwUf/TcTkkQ6tJdeystlhNfuxAqKDvcVxNkPvvEzl3LyW
JZt+SSbVhjptBVOaTu8SuNtCFD2Mjiq6Gp2Djajk9l9S87UyKkBtNRKcZMBGP5n45DyCf3gXEfoy
bsM6MvT1hNj/1tY9Qm1Nbro58548zb30Zg1lYWi+a2Nzst3fyY5/nuqqVZyOH9EltCXAnyBF+HlE
JVLX7tE5V3ubrLWVhSdcJUddOOaTUWT8zibxs3rsz1fDtYB+DOSk4b+pIv4m+gjssQeX4pV7RKCY
KY3sCC4ThYr1W+/Kz3Pgt1dSuCWFumVWTdDEz59r9LzJSiNZ7c0uewkiVkO1HKfGSC8JVmZ14J/0
7d828Oufe99/lX1xrQSzqf/573fjPvVdMqhnA2d4iGbovVwotkosGdCm9zNBndSE+CnR8IYalgGg
ifAO+Lx5vpyaltXt1y9tWXyen3djXjvgKOlBUyBb8t3cW2bxuKRUJPu2aKx1WpGMACMDQEgLDr3C
dwl66nVsp2GbjcNwTIeW55ZoCVoPaIgZc8TlcgJWy65rOfsgKLQQWdjG9MfT6PbEu7qm8sJyr1bp
mXTRbYEndCriRx2X8Nqd7As4EAgbFe5/x6nkc4ybBLM9y8OvP+m/uIXQOOqmg2oGJcJ7aZiZi6AA
MFruE7Pd2pV+1YPlWixN/Ztv9A0c/P4btQ0AWp6D7oFp8c93UDBS3/I/uVcD0JHtNF1nQ9gbPWcR
Lt0AbICPLyRWPN5hvnqdXtwlMXuovcTfa2XCVkcV7AhwC8zpFGstLbexf9AC+DXNsEP5SlSPFAXx
eYm7qyeT8CnHnHcM6iRsekQVvd6092U2PU4N235vCvvYCZ+OlgtBwC7F9wgJ4Kqkw0ht5Fe7ScNs
ijPRj/sttgE2b2ntkxnZEIkDRD3Db7fkhDSUQanZL1eaQNTMJr934GufGwfrhGdwxvr1BfsXKwxM
MD+AQYbMC1jXz9/j4kE4tTWr3C+j8XacmFjZHGm6iMCt/a9fSw0O3l8zhhgI73HGBUC6fn4tfPXE
s9pzuXey4R4R5LGofrdgvj1J714DjYlp2+rv1JDvXkMkyMlzXS/3VTDIbSsmM7Sj5VWt9GJBzQfS
45iZNoht84I5MNl4ZX7UpugTI4YvvjuUKybyDbzE1NojHWKTDVidwAedDSP+vrijtWEom+1zy8WY
4FhwovWlvcmFu4E8/BGFv3Lf+/TCZzGHuSI9Yd7owjpAw2U2yLusAMdyP8lupZviu1NyC6K0OQ9T
doQAixPZTTmgEu48OQatiJLsyEHv7qvSTDa2tfxGMawkHe8vyl9iKtZhRBrmzxelNKWC9Bbl3sgp
FIakwFLe0UA1tYzPnPAN0OJP1/nsXwrHxXnDFHy1kMFDht+jT3riRnPROI3RQj0OnXHdJ/rTmEpr
7euM+LPBvah897CPnEsSmOnaaViJZEV/1EvnR6zJr0urr4QnPkwWp8Og5gM32rTLEv0RU2q3kjC1
dlY+7gI53sfMMldpw/1pSxa+1kWPTVcthZ+CJdZ0lkdanMNvbBL/4iFhz1B/GBbjN+PddzQibsi7
cSj3o1/CL6b88Ebejs2wPpLxb66I8U4J+bY7okmBeIiJzvT/6ZmsbWtG392X+8Zsy42hgLd+lB5B
Zu8Dg+uzVNySC+PyFalJhBulnADj/OxmHAD7KiLtpsReAv4bJAekbrrlKL1gBnxpM+NGG/zbHD4C
xANO+1OJ68KS7Ss5IfdTPp8KtFU075dTbGUv0ahOqaPJsEM/1z1Kw6kyQ46rmwFH3Lbjkr6Vl8R7
Qg51+IUkZR/JIOQn5DhsZdQjs8Xtf5j86fpWBNF+r9Zjl1XHsh8fREch6avAiqWm1HOW8aHpYp34
loDhwvBA8MK11gStIE5rBrGTUNGw4PMPWsF/iQZ1Q8p+2Bp2027UY9ROzqXyxgcMjxQQDhNC/OVa
mNecluABn6eaqb4n+dUNDg+yXZTSH5Bx4Eyv5IGvx54vOM3FWVjULMHEUdzO7ac0Ge5HHB2hVUFJ
JldNI0tlgU6AWoMHuOvyI0XxrojYWUQ8cGPydLhjd84N53PSjuUxM5zL0A5ry2zwrVMYTYodP0J+
pFXsXPLOfjIhlv5mP3b/xePNWcdxlJGMO+q94i6frZRxrlPsWw9KdguYRGffGyizIofHWp2/3kpt
uF0gMd44PuqZL3GOENgEpi7lx+rCWmfAy8DoBWufLC1vnXdxHWJGLTfBhM01N8ioH0RW1Csa9Zu6
zONXjIbBWTZBsl5i9kVApsEN7B1O+Z51MTXWmLSbHweL45beWFDbddHjGOgy/NKcrGMKQ/bDxKq4
IDHHbC/tH7qBFbQxu/vGpyQN+vw89P297fSCBGN32ogms9Y1+JoiGR8gOQKEMrRFhe69uu0Cj0V2
98C30n0m3MvAJkKR2T9Y7nRVp/nO+7G//kc8+BvxIPxYnWXy/6+TOIu2VX9KKX5qsP35cz+0Ev4f
BqUIXno8LXhbXH7LvySEgYGMAk3hW3b2D5EEd/8PUYT+B503T6mgbDxunBL/nX7a+3oFVyI+CRvs
MYO6f7b193rnJx2950M9lcsZaMm8s0BhCWXAnI21HifNKxly9as0OF/87Wv5F3UL7rh3WzTuLnYe
hIQ46NhU3m/RbI2gvGSbHYg1Xc7MV5etZrYmi2bB8NbpEn3f1YjEVnhjWdONes7UONgsb6iT549L
1LNOVXGLRgoUuUrLMeaqIRHBnK6NsJnYzZp8XmTWLCYLF1OwUyS8ud+UrTQ3ltEtZ8hSjMwDVBSr
ObGnjEZ8OXzzUjzuYS1QpjWJFbRw+iz3vtZmppNo+nb+OE7XhabAVlrJvPMGOzoikuN7czEy3PA2
HRglYylfrKBctig/s3Wp2opzPxOG5ya2Vsp9/ie83ojoOB79N6r9TE/G+zqQQexux8DTzEd9iGKx
KVg1QOJnieY8J3owg8pHHU7AcgUAghHUiJJ+vIKL6QHMxSBaLmC/En9bZbMRw3jS3a2es4jZLOKF
jkCvHTp9rSWUzAfDVr8yhvMI1b/JZLljUOquYk1x/923DIDoLQ/AwONv+aGRuUbMyLVwI511BljH
l0LNcQc10a3ehrusyQx6jbj2n5Z+6jQIdUyCx7L2dj0k+Y5/gyrFvNhJ6+Hi+SlD5EzNk3M1WSav
m61UTZub/A5xENKDpkCh0iJg8YMtxyBG1IOaVjfFuK3tWl5rNclGecZQu+tFFWpzEN0N7jx9zNT0
W1dzcOJGktBy+iok7t35pql5ua8m5wQs12ti9YItadni0KkJe4pKDlpbUq3pQZUHAh66I7mhezrg
+X2ipvQDEhymdIhswpIhvmYwzW8Z60/B/OCVDWdtDdzlF6cyovsiS7z1pBQBmdIG6OhxT56et5tW
2sQ0KA1BpdQEtWYkO8Avwav7JjZolO5gUAqE+E2MMMlZvwQckEAypYZ2LN+EC7PSMDRKzTDW9fJo
mflDqiGwcJGDxqGJ/EGYrkIm8VDZbPbbKI/sQ5wVw8pVyglS2r4pHubLolQVgSQxi/MyWgvoZBvS
05s9x2V7lSHIGN6UGUqjYQ0LbB43jhB8KA1HpdQcUeUZzxOwvovhlYg9zLE7AEnODyg7aY4rTUir
1CGW0olk+I9Oo9KO5EpFUig9iVTKkn6Q6RP+//SZK4ocVylQ+mrJ931Zykum9CnyTaoSKdWKaKzl
SuzGcFMoTUvxJm+JlNIF0DWDJU0j4lGzJnH258YinhCU5mrkkdjn8DO0lfSFOJZubN32ft/ecAgQ
n6Y3oQ3yRP0ss0GcwaHWD33Wjx+E0uZYGZwCbUKvQ0s3fWwGtzsBPA20zdQj79LfRD6G0vsg1o4O
EhbNrlv0eK2ngb9tlELIUVohtun5E/N69EOBdiiVoqhDWpQrjVFEucEk3plolsYHEyHS7OggnpAm
SaVRwotiriylW9KVgql0JFomox12JEigQ030ab0ozZN8Uz/Vo8BvPIvQLe3xLq2c+pIovVSllFNQ
ueenXqmpkHEOd3wh0e1UyR6zK6orIoOKNc8JNi+lyRrf1FlvQq1CabakUm9x2XlatLHeBl4mv1qa
2+0Wv0DwNUW6tZlo1GCiRQ/mGUoaNiiVWGri+PFbx/yOlkFNNZWebFbKMgiCD8SqDOckKq5y6AJm
N+jQUNDnu8UJgA+9ydR0pVhDyaCfgy4LiGgvzDsQTz0bRTsHNwig812A8C1/k8AZSg3X97FNrzZA
IkcJMB1EZsRHWaFKj32X6qy3yjO9yBVCfZYapbjTXFryZm0bH1ykRWZIUHkUtlCFXoFMItgb38R7
vdLxtUrRlxHLNunIu9hLgg0ZTebnVCkAc6UFrG0hHgyIeQCuOiZSSiyjgY+CeUY638eW6e5lcrzl
PLToDKVSHLJ9jve5qJAh8vR4N6XSJs5vMsVMKRbL0hmPWlwMaHWM4TLQ3Ke5aZZbX9T14+g47ZVJ
bgS2clh2lpgSpAi9fHaDvvriY5X5TjQP4S9u1xJsHsRfRyJmMPAuwYqh1hZgRo8juXXWtFm6UKtU
0EygtdrBN5ALgKnIhxdZ+AaprCaogNBVnKU8sevHCMn/BqkzwSNOoVTHbpp9L22D2LlgqD9hQnPd
DQPg4osVx/6urKfo3BuRfxpA5qKwWJpDEvj7oM9MIm9M9rdVbnf5pWM0eZv6RXsmRghNGMhnev3k
8kSd5q5TO3MuY+4NK40M108UIO7KlMHQhszQJ3/VWmN/B6vNv1lA1H3TrT5nkt6D3V8FfMenfOy0
hyRx3OdaVCw9mVbhYWs1wNQs2hKxwxJFG7AK1a2XldZF6PRd+3LAP4hPi5jbyPF3XlehuenbUVih
GRBTWBgJ+ufK818ysi+2urBe7L6tzlpcOh/8mNAmQ58sUgIDm2VwNq9zvehhHDHh4wIe69wydngo
wmEuxTqg7jn3fpciIKtUI7Ukzyw2rY+e3w1kGmn5tmb4sdPctJSrwCUD22VzzDNBjGllycO86O2d
58T2a5c0+D6NThIUQ+rEBwOLxbasWwLEksZ4wJ6R2GhJpX3NopqwDTgkwV0el95uTNhkR926gXM9
quhWmzpax3xlu9Mx6Ex/Ywit/pb0wuwIsRmDPbgAb+9pKbDUvEX5Es3tVS65vKrE2n2amOZ+spwS
dIvQwnFcgmUXGY33ibOA+YDSPMVK5Vjedx8p4XNBWug2yuSTU+feRkuDO6rPFlBIpRPOyTml3TO/
QJabdmlyHAGT4pkzWxFiC2X64THHexWyoahrRTQeTWShNI/H05z5Mbem3W6LNHOu6BuyrSHYrHuY
Zng1/cZL11a9cP6YWIQvVtzX67ZuHku9KW6ZedqU7Ytu79jvkJDYeOjzTpu3mjC8vVnl/q1neBO7
gieeOaC5bailpPzUc7TvZRqFcZIF5gqIIZlaYEuBr1ZafoUwAbOgsSeYA55ecXyljb4hL3m8d5sG
vdZCzKqrz+Vtl9Ujz4nlNtwcgfeVgy+9NYCFWHZZVmiUcpieOKkyBjL18cNAKNpHPavyj7bJGRBR
1GITQVnXtzLrgtOCwgo8thMddE/2BbEpqYUEtmIHW/lDdBD90CxYPqz0mHZBUJMXawhMyTHj+aI2
4/abVaTMEWHddLNBqrpV+zfR4BCj1vnNkejL+g6RkXW27Wa+BHVjrEGsxyEl+HRMynHZxBz8n3DN
nVLbfYhdMWLzEJdSOAaf0j4WmWd8Fp5trpoZIUsduQFHssJ9MsjdPjC9Vw7RhMIZ7uUG4uQLY4cv
wtPufGlj+UkGd50vDCrbmqi0qivHnW6BOMiYmkyUCCeRGwWyrfgjl4Vs69m3Q1DO/ZqmXYTzR5Ck
LKxz69jPRsuQYhq6XrmW83WW+Q2ywJwvphiDVV7MIBVo9uCHtctjnNTWtsQnk8TlfPTFcIvpGaFq
Q5gFyhsCSHW3xOzumYCGgd6GUUZm2VLNGPTtYucRJ71aRGo9z5qJEFEshBcEPlxQx7ud3CQLEaNn
55Lb70VrvQ1tlOihAPuwl1o0Hx2z1c9KDLge4tEOF79hm2sTcUDV5G+xtSyhbCNmqTaZxLLq4gtI
JXb2LJ1vHZ0Pl/r5Riz4QtxaNoBApdeufl0a/nNZ6kLCsmzl/IQ7997BlkT2jFDcFwf8XpR12uSh
WVp8Vmmnz9wPtl5SkXKWIqy417PftJbed5YCqnEXZbhO0B2ut0BVrX+bFi6ibNx5keJgTFVDg70p
bwAfJLd+FmT3v/6cqmn/96Y+LwUUiL9U9fvPKCRRMwid6EwfDGnW5YZnBLBACZ38269f562R+/6F
bCwWNBx05Dnv6W1ZNc92k3nxoZfRvMWta6NNnrD3laK71k2WBTdDAPGEi168SC+moia6LbnVokQV
11HCu3t7S//pH/2mf8Td/Eubzfpb/jK+NFzgPwVfh6//899//swPbRaprVxIOp42c3PEQ8yD/2od
ec4fMNRchwgwzOM8Qv8QZ1nBHzxF6C5p9jieTnPpfxtKPtlgOGKIT3CI0OG2/3caSuAT39/TNGTp
6di6QewRJqB3g7csHRLs9kG9n+kdPOFzLOUaEip+yIkAuXDymqLbynq+5pVJknueDCEptQEnAh0Y
wCBKsg2txXiKRF+AnCkzN4SGMH6bOlejRwtDwo9wjeRxR/68pq0wmX62tcZfWzjhtmWMrXG29HhD
bqA7r/gSxT4qHOdD2o3lzYTM/JKnDhpLn/nW3iNIw1bQtebI3DdbM2XgSO7l1NcJs11G381pAgUO
F50AZ21y0t3Im6Pyalx58BYRHQiY6O7LIP5/7J3JctxItm1/pX4AaejhuMMIREsySAYpitQERjVE
Dzjg6L/+LWTzrkTqkpbzGlSaVVVKCHSO4+fsvbZ9xKfzJfVq7THJC+0+qktmOfTVdkhCo42MoCVJ
oeT1PEJ4Ym9024vou6NlnCQ09xU88lvbnLKtTz53MDmWtkqjst3B3n6RbEqptn2EXCU4pw0D3Hlr
1lTo9czR4968da1xGTa1Vy2QhFVnmreJIe7DvrsyIJ4jqSnvhno2Lkfwnajnyx6V+rD8g9Cgqbi0
hXwEJsn3xmhHYhWjL74LaABRNh9a65Z58pfaWVxDVXU3ptr8RIiWHtD9iql8ZbftdOQuIFHXPIKU
a+Em9HBrZqG7/ATSVxz+ar8erZ03e/q1lWnaFvskeYLKzx+qqbMfyPAod1aZw6WPQmsLOo5dbQtV
KdaLF1rcNwxgZ3JXtGML5/S5shH5SuQ+YFpC01pbMt8MwpQ3+UDsg5jFSjhtfT0B4320M3HvqqTa
VSOjCXaHCF/DzNvMmPn3fu2KDYbfT/ksNSLSreFTZIfR0Sb8zFt7kSLB1g+7b5oO82Dt1bp12yIf
ORVJjZJnIIhGIIet500el3cWOqUN3/EmDijOzypv8UGKkGBcK4Y3zJuDFKxPghgCINvgsfZ3TW2h
8Y6kYQDUmSoIXI5YtaJ3q5NpjN0F6LSWMSRTnU8e6NoLu3D1LzYnHihyd9dFkpoJPtGsqraGoGGE
N2zSL4aJlsihwqSAUZpxxItWOrO2E01VhS+T7w1XudmggYkA3W5ypM8YvgFhyCI1/mIj/Heh/2Ch
hyPkvrvSn34M/3mqmuznlf7vP/TPUo/W1mFS6gk69H+rbf9Z6v0/PIoUjJYUSLgZl6/AP0JcPhA8
I1DTXMi2oEL+d6239T9ssMEgBvh8OLgq/5UYl8/JL9XLkgtoe9Rpjo5H03290hu9W0O9jiq4f/SK
11kZOddWM8gTkQ4fgXpfjwqWY0Gepfu9IEmM17KYXunaXAujPHjYLk5zPxmntINaOHEFLul6fhTv
9roC5XhoxeAE6eweFrvXr0Vgo1mmJ4XO8SA4UwzpEgJXOs4GaS62dWC0ysbaGoVxP7iJef9+ufYr
wZE5ubMoqlwIUNw9cBLLj/upAiVeVo0kL5YHFvf2O4AGxTjP6MXlZMzjGTmk/xCa+ken/JtL7HC1
Fnzf8qy9VlYD/EybQXj0gwtjvMlg7H1nILygEZJmvIn06V8f0KXq0DkcTy+DBudVoZ1iSYOq1vj7
WIO395dhL279TSEsjZjm3n16/7Iab66r5+goq2De+lzcNxqaSRnAVMKx30MWqBEqg0Mwr2dQe2xn
4Q1hyu8S4yTy0j54U2acadSWD6WU3rCO3WzG7ecp79xOJkpMmOxdD9g1VmQF++PjZIoPngIAuK9f
MLB3SH7Q1XE3edmX7cNPz0HJpi5KsZnsHc+K7HutACNxoaJcr7dEG1JE1JExHI0KbSuUAIBN97yD
01nz82aPzNZ1j4kS1oHNp/McWapxV7Gb8yxhpILwOQvjRFAxzuEeRFUB8b43TgWRfeQMZ85ssNVW
TN00GJCrYTJnsZXOaJy0xsPo2NGIuJDaNJ6NliFzmPggo+amr5yvorfkFLjNPPYbkdVmetFYznjj
skq4QSL6zN+neq99TnPoC+e6MRseuZCcKrbuatJAdphzbBg/eEpHWjiIhtORxpLf27cIYYdLcoHQ
u9GXRTmNS8BE5s9CAF6B93Ts1Xij0dq98bGICaK3avnUpSZTwEa3DmB4YEmNfS+fRGH12PcUm22/
XsJE6Nr6RH03zrNo9PFcNTllHvAO+WTF7XjWmM3cOy2692ROnGcHGRjYhMkfn5A8M7J0CcdA4Rk6
4xn3HmdKl35YFShU6rVfJuEDDkMMTJ0YnOccEv5JzD3XrbGN+87nps2i9h+o0JxnVwNYklAYbfC2
OtaWYV8rUGxoUDxUH47nv57VOMVot44pDLurJBtBPqYYmVYIoeSTOfVS7dRATshaa6YsRs4dJsUh
q7W6gPRmEu++aen5fI6Rkz+AtGTY22adN25IOeQ5wfxlP1dKyCdo7Lz8deFf+lPjP8i8SGlFl8mi
sckQoNiMqy4afeL2W7Iab7pukkPQuyaXlLdbPo1jSrs9qsDnb/uu4Sb5sWEdujgFsTfI5VwH289X
IqrIsFuuvz22ztrqhL2JM88LUAnGRByUvn76899pw5AM7UlPWTfmeK9xrrexRz00kGy47WrFAxwv
rwcBQoPcK5WG4QWTETiDvRo6SG+j8M8WrqeGJCzMJh3WJaGnp7Z2lYQPBRhxvKOFojcR4FjS27Z5
ykgstDT+QJknhn4YjNbrR1LOtTI+KtUm2m7SUTQHJNlM4VnK0slXceVAFCljQt0uzdmf6Lqbw/d+
0up+PaRqTm4GGjjDZ8Xlj3eqhAujTNpeq5mWHPngZBhXZMWtNKd3uM7qXlphvGg0oa8C29n6NNzr
uB4PWOntLfAN6+SIijZxP+xD0i4u2qjCRsGYZh3LkNm0qU0n22FDpbzYeFS6WQcynlwk4aNxrUFJ
PQ9I4iOMXb3zpcV/RlCopQZrHfnJeNF7Wr+3BS37VafTzFzp1XwSTRd9JxHYOLlF4h3B57knklT8
RWJuT5cGsfbc8BGWD6L0CKernNvvPmrGIVBaB1aOh9tnstqOZeDbvfJRQ3nhgwWMsgwMzf7UxhEw
hKaGv+ilp5QoYntfDxZLtuFZPHQNlutoNWWO+h4b/JcV6/J45jPHswwmNE72rhbylV5ESfS25JNj
tP5DMcXMiZiUY9dx+h5AELr9h2UEf5K2IZ8mhXQf5vfwDHgnekghJ12g/80YrOrp57SZebF89miH
UAdIlMByPwjpL85xolkDPqPVvesQHJAwWlKcBq5dqxAOLc9Z9z/PShpfikbT5sMc2504QN6mh7s2
pBphIhiL1sy0rK9z1DvupinRb/syvBw0Gd3Q5o4PeJ3uQXfWD3nbPE/FuKz+ifGgCnqTKSPI0+in
rPOONJKjX0nzS6eF3bLXXgaa/uDdma7IPOIph4Nj4X8JrKE21ryX3oUdVo3Y+qVZXo+dOSLppTNZ
xEIGxBrQNO0RIAX2ZNYeDVDbwXJvheWpJM7ja25Y/PuSL1bzyUESGX71xZA0q7qWYbWdRYVowIyy
jgaryrRLOpAdl64IJYAoJ3qcPFHtExI1r3H46EHKKYFokE22nsxQPSFqpxaRrSMurYEZQWb03Naa
FGzs3cpmsbDzCMOuUNMBcZg4abBmHhryiOBj5K76ruepD3LKYXnLCJyOVnXHk0L4C9Eho7Y8Sl1U
kk8IavcEsZ61tHZN1vTU5+/psZjtyP/zL9XArVnnuc86WHQ0X1eeQAybSNJDV3GGDX41WpF/6eao
rAm7zFjvUQPsQRqzDvZOBL2XvqC49CV60VQsrMWUj0mxtmjs3kiLw7vOUOc7UtUaJrQcGCi//TxP
KQv+n0ugR0xJs0F7sDz6ECTjG5obAoeZHOzLoev0nZc7c4+HTFPfSwsfCzlNDU8ExHnn+U82nkoc
1unCSfImWGJfYiYVUK6P2HQN7C1//iyjRNO6q+OUSiLUFv+t17Da13nT7CHmjzdtT+1bCBxJxpzT
yjZxbJeKaWZhj1cG3ERrreOmfRoAPsRAsHp+dVJIznXolyxI7NKTd0bAkTObkS7QiGKV44TN8tUg
9N7zCJqz3WOXqbTGKOpMdyHG2ic3NlhYp0ZLL5nt4DHN8i5VfDIMMKMefXLWzdy9tFGrKNZFz7jL
Kw0jeBdrL23DnhtemD+S/0Tzn0Qyz38wx4HHQuQNX/Lab417C4O0XEXNCMa58QjU5ZckyxWtmZOj
vwRhv+6kYDxfNCxVd2ztxSVxuNwmkONFkCtuo2bU7Bpak2Q7PXCY6SabHFSSviQF2o7NdaK0vHMt
4IR3Pbm3iD6TIY5icc4z4WMryqQ/MzQQUT0lW4KTtMj4lAqqZeznQ8s0yKDcQC6A/Vq3w4wAqCKB
2oyYaXAnc1cA5oHljRjgCFM4PllFS5MGzPWG/9TBaDv+MU9necXtr8+VYGXJyJJ5HDU/OWotRihY
VHx6JlHsIyQkYDc8bUsqlMN51C69KIaC9O4ubFgma8SUt5FgSbfwaGKpj/A5oafGJADrvYL2iv86
N87EFxMFSBnSrFJMkisjoyIh/yt70RLb2Qp8zHt/rgr81jVuHd7AYc2q8FI29YuWT9f+aA8HnmsK
g67Wr/1W6tdOMfVBD4TDVVOxH7HYb6iNw7vR7aZtykcUA3Q8bEbbxurU2ldIVMpb7jbf5XLMj3z5
ip1dZJBBNSTtonA3uC+uusyGtMOlutZRan2SGL2emsq0TlWPYG0NMI4Ccqx3uZ+XgdvfWIVxpvIr
NyYw9xfHDR30vUyIFmOYn+olUTCDHYq9ls4/nNrlhtgdr/AWBvoQBwUwl4pCW+vlWuMLrFYTwgFW
kFhnheB7xWoIUe2iq02mmdD55ZXKch7SIma1SdyGJ3LukfasQvjo6mbKhhSFPWV38P42atl1/DxL
wICLZQvOPdNCWhCvt/1M1lKfL57cS+fPop/EWOZvS+H7/nHe7H44EBYCehls+202br/ufvwwbru0
atHJQSJgno6G8b5WjQaDZTSqCxejZnz8czl8/7hvtv7LCep0sV12puStv9p1sSXPrRT03H5Mc/e5
1UjFKNSYA0jxFmhgVZTT2XXjRSDYL1Xu+0enb/P66uKNY1fMC86PeO2Mm9BX54PhVvsBMY65Yjpn
3otl1WWQymrfRniuVrps2JYslTfuPRb3P3/Cfzt2H3Tslq7YTzcreG6f/x7CnJ4LgKL/sET/U738
Z13lXfE1ef65effXn/+nd+f+4ZPS7QsM8RYJOybds396d94fhrFYk0jn+GtS8/97d5b4A9+rvxDP
6HGh/+Kh/0f4K/5AJ0rhQasN1a7J//UvjPRvJ4I8XNjoDdxKTDmt5cx/7i1MRpnBdx71PanV6yJ6
yWGGj1N4SIUIyoE4hUQ/KqAPtL4fDVbG1FIfrCP+6xfN5ydYrmsg/vVpsoE9/eUnVLyBUgiEeFWD
rDG0HydfXqo+25TFNspMuPNt3QU+bnfkyOGVlFG6g+hdbgbzye4ZVVBAQIK80mdtlVTYNhAaSM84
1YuxcClNwc4EWh/xjZLfbFA+ZP5iwsf4nH1JlQlZKMaQYeOenz6pmeS/gg28tpkcf29XLUSVKHMv
aQ6VEzuytoL12SjLCvQM+KFVPkwCkz7PxB6/HlUwu2LTuoi6AUpmOt/areLDnYtVIrQrWvDk1LYW
gs/sEpjHLbOCbjOWKJs1v711/SfD0jYq8p5nxS+gCb8Id9a2662L2l/pcbzpqjzox4KBd3amWr1P
66HZZKrAsSK/MGHSd0ne3UTKw21asnPo1m2arWsQBTsiCMVqwMqxssryWzHa+i5LBRAtffhW2lEQ
uegeSzVALmCPLF3FweZtklnXEZv9v9a3/y4uHywuC3qQRvz/7RvY5qjCvv+yoPz9Z/7xDOh/8Ffw
SdDxTTPKFUwX/l5RhPcHi4y7qOlNQlOWvv4/0wDLADuMvoAFRbd007P4nP29opj2H47JCgR5mJAB
0/X/1TTgzdvsYq/GSkC1wrMJCfvXtzkidmgWaBb3dEfBugDoYrtDi8m/tOnPqZXnIKTI3A5mM8Kb
j4qSV7MIPBlYyYXB9VlkFPhzfj16XUez389juxs6s994EyWckZg5BLik2P90W27+qnR+9lv/9lAw
lplK20vM0qtDNRYRlAbBBzsmkMkuN3E0WgoaF/bs+oMl8neH4lL6ZO8hE8Fj8OtZzQYtNlYoiEvj
mECcmuuAiUC2bkevO7x/Vq/qjj8vIIMcCNUWD8Ub3/EiXcpyhwvoJyHZDJN5C1XRfRmRSEVlCAC6
YiBdh2wypG5XHxQ9S0n1U0n598EZJi1PMZiYV+fZ0nwJLdm2O+SWLrzIkcRSw64v3z/Ft1fTgYht
enxYaZ8glPj1aqpIWKqvww7AEzJAns0l8cQZa6/fpLJgU/r+4V7Vr5yUY/IR15npmTwmr7v3YJxN
KzbabhdNLnbbrPnhWeYLBWvBqLW4cMP078Lt2/g/0Q9EnDnCn/LnJ/PtZXRME3MwEySsRW+kF2GM
JldYVbew6SDoEhHKzfKrzfvntVymX28WR+F7TXyG7lM8LJf5p6kEcCdqhzrrkBP3E/sj7RKX+fVk
IFYbdfpp7x/td1fx56O9umlM6aKaCPduJ/rBoB2brKKeDaNMM8R0gLlXiJe+vn9Ik4X0zRkyaHQd
pqd4rF4vZVOcuTh8eO2M2GXHWNn5Q6QvuQvVDOuqitCJ1GcPrvO6zm313UUPfJSOte+iptr1nd9v
0FZBDhs8+W0ciQ2fGEetTCSwd3Mzkc8SR7ho6vmDhcn4zf0HjeSRHoGYjPig5f//6c4IBTK2anmN
mAnYuF21IQN7ODr9BhME6hBlwMYW1RBYXL2NCcbuC14FevZoM0/g4Gn0ysi/xrD191f//3wynd/+
NNbn5Q1nlPvaIp/6OQM0J293SxqxGZJWmzTxuK6F225UHalPY2Kla31w/Twgo608jmXaEHlWELxV
jKg8evbP7MdTxLKlvrIMiEshkbQL22ei6jIbQhZm7TAT8hjAqMPw6mGBrVtmFh3twoe2FyFkm6RG
SAspiNQnsoqsRlDrjMc2axRS/pyiKXR8CLTORWxnnzqExKfMnog5I5Ny26AwCgatva58b97XCS7w
yYaCMLLpvtTjSf+sNXW/S0vMuaEzvWSTdW4Ftk9MZtD66DJc8zeX2/ef1rcvCPN/CgPeejarb8a2
o4qczqG62yUqPmkZ4VSJ0A9GMt53cyg3XVcY//qV5IgAeRhSLxuR15EcfjP2wp+zdteE4QHh6wba
+je/tC8bq6S367uP75/h23WbQANWG4I1lsHta/aGivweBWrX7tIpJ1AKQ8ohquAVCBzHwfuHevuY
Yks3XVMHYr3szl69QVGHxmnoK76ConcuKq02DtXQeR9cwN8ehR0+ZQohr1zDX9/TQg+1oh24gJrb
6PTHPV/bw3IXN++fjPF2HeNs6KEw8UZXzufo1+PQL5wNl1QbLFTwC4CHAlsai4hEl7IiRUB5lBQ8
+DrT5WMjPjdmtKvsLPloWbLeLKeL1oRhvyAjxXgTa4MbwZ6T3lM7MFHehpZ9vg2HtN3aA1yRtWXP
9gG4ob9p9OpHXg3eOWvTYRc5en9VzLN1dLLqo/Qz87e/yfPQlAjLp2Z99VmJbMLbw9hSuzLqygN5
VhtfR+48w0U+hYB217GHTeZPn32O7/O6gw+2RAiZjCNLCA9l/iM3xv6UCXxW8/AF2qi5ruFd3U1l
B02uTZw9GV7DsZzyE/Dij4qL358A7h/LoqTn/V/u/U9rPd4Iv5jEwEUFkxY1ntwShh59ilnF1rLG
poAfSF8XntvyxWqKI5mQzyLx7lEB+IsKOFyPRGVsYr3yb6vZq+6FPf+Yiak4WiL2t4OMpmDIUo1v
RZtvm6SWH5RHxtJh+LWO4LH46QxePZ1Dm/ODqwm5ppZGR0Qt5bHFmRAwYgvaBBiH1SHgTFP9YFWI
Cxer5AfvofXbp4CMNZp9hK2huPn1IoqJtWRyOrVLtRjjSEd3/itl1Y1ngwwh3fF7lffjZ/qg8Tcy
69uuj9ZpZSJ5tGKcBZHamjoMi8a1vRXMtaGg195J0iV1fYdUNF0zEjJ+TKVhsFR6MKCzjaOnVeBq
/mfGtfgqe0e/1Bwj389V9ez1Oi4zDhTZf2ar+Mr54Jq/Ld2AX+lkwlAhuDq7pV/PF/2vl4UpC0Kd
5p/LEONymgfazNwSsJ71QZ34m2Wb9jAcfOp6/uLXhAaVZ5gYWHR2f+IKEwEGyEBBao//VqxFpc1p
kThA2istEZRTv55WHUad9EKHJ6mJ7jPDitCWzDTN0TIwBJ0y0Oe6q4lj6OL1eH+N/c3X10UnRja6
xYeJwvvXQ7cRoQIh9uVd501PYStuRq8+M4t5yb32K1teN3j/eK/7dn+dq4NAwyDgFp3Yq1vo95qC
3cEjyza8PHcWdc8UWsFUoqPGk/tDD4t7Bq1jEE2S4sYWzABU1AQLs+b9n/LbhwmZHF8WUu3015/l
pGt7J+55f5l2t4EuPeTOMQMhLamitROnL+8f7jcfTbIlaKXSKEQd93rFBn2VRUU3cpOnZtyhlw3X
cyfiD/aIv72+Bp0MniQuLw6UX29oqoyoMmypduyRm7Xoxzjoy9QnKg/W/6As3k58XSSt1uiNQ1Aq
dAOA/PXaxTwzv3v/nI3fvUPUI5zuYoR5AzFqIa6YFkKU3WTY8VfpoQJeDU3UXqO4cAqmfJVLzHnH
X4DLbhlZo8nMHXzGAJ1XBEHhBRqw3131scU0z2zbzlg7EVqJ93/nb37mouDDc7B0f968gHJRdUhh
1zvHTJpbgkbcbTV54UXatM/vH+ltm0K4CDtM2hT2b9Lih6lz4Bln3J6+1Tdx5EVb1cxXUz9FoMYM
AEyqKHfIgUyQEJ3+75c0xjLYZ1hkqKheD2diTZChTXL4DiZls+3sud/YqvY37BqSf38oEiNtj6tJ
ww+o7q/PYZIaStaNV2McD4sXyEne7VzGBVQBV//o9v1mEeP20RahRCR7+fW+0ZxhZ1cdty/BOBGE
ODbuyL0yN3zd5pU+FrTI0Rh+sHz89plhf2276KSZNL9atKNIL1s/durdBJJ+XTh42pK0MINGNz+y
k/mvqXrLqkmlofvk+XoYcF5X3CKzqy6aDW6c3aCedCeo5sSG2cMckKJQ4mBtlBmQO9siqbL6Qduy
c+zGzTx6VkHKhcOjBDhp9g+hmvIHk/wQUjDLTHSBzHOXWXVYx89g37WrDFuZ2kZxjkJOwZPA3sEp
WWvPrRit+L0DmBX9kjVdOFrs75KJwLBNxXieQN0sNu7dDjRekNswgrepUYzuhhSS2Hz0ByMpfrgp
zZJoJdnBxBdj3Fhh0CRZE39SeWVMh5yUWmcXJ0ZhbzRdGsdiHkdtp7qsVyenwHN4ZbfdFN66ysjL
xYOoDdtiaJA7rTobpnBQZr0d4RQtF4a7Q/rtlml6ftcDEMSDV2rVHnkS4axThHATKV/ygDrZslcj
dIf0ADA9kmvRVVW26BWmaFPIqWwu0wVJhGgT0hl5ZWqAhzL2zjQGVT+F+kUBplCn71BIM5CFsxRX
CXlAzx7BGxMk/HbEpmhXzZ3EHUyuRKvS6WYIvf6uTOym3SCp872zDn4y2nSEfXUHithxW4vRT7Y2
kHq5smU0z2vEgP6ubPhEbfJwaf/pmsnUqFaO+JTGNbbPvKgszOKEfxCcIZ19Ibpb+rzbrnfk5xD2
62OuCf3clu6wCkmiQ3+Y5hur9q87gjoxT2/H2CvPoUcT1Y6jDbLhZAeDYwiwDzLX6vqj1U/D2iRH
Is1cwg86kySvdLSIeba+2/CkN0ycFsN64+1cNegb307cnY0mYkXFDJwPs9GFgsL+1WuR0dkgZVAW
9M9z7YLwspaoNkjxCHsecAhsUJPWN45fNBtDL5ObzBrmNbEExoUo8vjKGrgf7BaSxQj9MALh3Dma
cZskDJWZDoaH0Lez9ZhmHUUFdpicb1SglDffZvl4qFsbit5McGwyZ9cZ3aVxsJtjNo5mgIax3owt
7s00DiHhegSjDFaM5iwRN6Gwz4UWw7YYRLyd54YwDFwuQUgwNIgHVz+HUS6/lELpl2XsiQC5DanT
etu8uFpdoo/oZSBoWO/wIzkH0NKosMpwPFh6Yh4USjLsX/0R/8wWmZNByNz0WOhd/YgQd+859l3S
TY/OGDJK1H0adV34WLha1PAGFuLQdx7mba0Og9nR7jNfhEcVAvB1o0ps9NQGT4BQF7KrPwcx+4Zz
0mj9TR014qw6xoyDpS7bKfQWigGZJlr5Q2HL3gurTfZEqxb7shD9i60wC0/JMNPhgjHSztO6g4c8
W2zNTb2Jwk2V+O19Vol4Xpk8PJ/RZltj4NXsI/iUs0ikTBufsIJlp5rgYtojhBmIzDjoHcRwrWor
XFSzgBFUVZuRF2ITOqYzqUv0atGgnkD7eKoGrhDaQxbMymyeNMPa6ikqnpWGgV7uIBBV30aPILi9
leVmFxRY4PvVVDHfvtTAfMAk8gQ62XzqHe1Ie1ZXNGnrZN80XCmybso8gATS38d09W/MPCUtryiz
5DCkhBY6flITumwCKkKLCBe9phkXJ0r/6uoh9ST9XbnxZj2/kHz6vrXwJ93N0iZfp4OTWNj5FG7g
PgtffJr7HeksqFDhKvZ6AEZw/MScqXhpZANaZyqU8aXEfRiwRXOuETjKJ6g+yFBjBT2TeuleECzz
1Cv+nknLxw2y7vo4Y8BfJyOOANO21Ge6cIsvT8Uz9rWOJwE6VP0YR6L+Vks722ajVj96tZns0yZs
8wM5Xdk2mXT12alqAgA9ssUChEEF/MF5sTbnpuaAPoJVFbmus04p9w4dVKzAW+y57Er9Zpuxbyr2
hUSSvmqB8D3U4RDNG+Hg8Fv50RAm6N3s2l8XjAaJWYrz5RnUhiMxVPGdXsQ5tvOmMyFvtFJ7KDGX
dmtPZn58EZkzP9XNegSOYzdcRWEYXScC8XSly/mqaoW4tGMML9Ii99vWE/eub4FRrijv6qMr4/g6
HZT8QuvO3NA4c64jdEjupqyKeTt3YwZCZFws654XXee57L21dAh34iWqeam4uzTh62NW+Daqz1h+
bfqoubVn6BMq4XonkGx3hJhPOxFzUTViMS80Hs1b6TTyK1LmslmX7ix7VN0pAk3qsL0zkpTjasgT
jcauj9JA9jlDVPnaTrJ5JHvcxPjn1d8qI8LiSa4xl7Uui/AY0Y3ArNmq7/6gnGt7rjUsBpUfXY8J
SdRU2wRNfp8R+WFNlOZg2UzUByNE5sxnWQYDktA1LC2gZAhJUf6KrgsV6GLduJfG5FwnThV+km4c
IfDsqi9u5GYBUWbQnEwN7PWqJ0zpu9NZ5iZqRX2cGj0MIq3rLxrI4nvSaMdPAoLGlzIKk70l+dNS
16LrDgvjvIqFQ/1fIqW6tq06PzTEyCM+hPKaBoR/hse4aPkXwt5fQpEGYttR/iFqmHnPaWOV6jPp
S9OL8Hr1neRuZx2GU34wmnZ5yjtyF5m5mM5dUsT9A/KIzltDh6mPOUiAs2gbUGdkhd9p/kxIliyH
+Hpyi5IwUrtsHvN6Hm+Eq7oHHbDPOVlut0lc0aWTQseq7Z4DZXAyfM9DS0aREV/biquGInG60ZHU
v+hzlRAStXDVaNqHZ7NI7UOtx+Wlaw38jdWcnSmkx0++zkRmHnp8oki+Vbwhr3x68SRtvjVMJaSH
9FtUA0tZG8q1q1UwIux0BjydaG54tmM2GCvZqXo6kCMByjpGJXwza3XD0uvaPGmsWfF1nqWVAdhl
rm40K6WJ208591pXIu5R51WgCXzVvlQ4lMlS0osUeeSAgLFKjQc7WhwSgzJ+uH3aodc3x/qW1WJ+
qcxUNmvXhJ0LaM7pfpiimx3uGSZmTUoui8uXXO30ITOaFdoisvhIwz77rc5q5rn9j1GK+rYNSxr/
tSlPbT/hwCBJ6tZoRXQdunWya/3FxLIYg1jHUE9DtcDQRqLqZ4B3C0lMAyHds31aotSmiouHmP6K
PXG4hUzbsIhhSqRv2lodA2FLfJmVaE9hIaNdn+dYBKDBHGo+m5dWY2dEhnpRckOEgtzK0lafGglF
FC7JC+4E/iclpQzCXlpfHT9ytrZEWS9tKFCmNeIm7i13Z3C9Vkw0bVidDe9haxXT2SgwpVGEDKsl
ZvfBzCObXK/qDobOFRlOi59HT9jLNA3oUz891fR/9C6GQV7IhsNm7rU+FMYp9grWDWtmvK4n2tXo
avK6nJzwzsUkdYCT2iG6S4qZNCeGjTWOtoOTtMd+mohw4N28IhejuSwjb8F6oBSi1KcExOiBtyV6
9olKPWReOZ4zMue+9wS9ghqB5jMJ/mGpelO6wJDH1r7AJ2N/pt4GEquP1Vd/WOZMFem8dJYPNWQ1
pmUxBWmfVtNnCCDRWS/jYeshVHSrvA58sI3RKqmrvRjmZ/p/xVNW4Lbmm8NFMvEgsNCzw1l7sCDi
NW4kdcg03Vr1oaZfZ4UNVbrrGHwZnQyoUIcbW2Q6OMhU3XW15rLU+dG5Uxykc0LvptOxldOYRkdE
MuwzIZHug6vafJ8k3sOY6sWOdimIVJ1SblUszuYKcfNVImjcVIZ5CPHRf0XbOmwxhuk7gsnmQCRw
Toael1HJmGjajFZhNE3uBcWF/Tm1nV3pjNWW14kFuMJCs4pc5Nw+6bEvfdaZn0fcGye/8GdUC4V9
L+MRUg817NZh7booQpU/GI7n3U49d8nBLFZvPepChPJNtIGjJn/MjJpMElba5AREN7wjMox0GG0s
idGUEuuNXSA1H2XarBkgrPwZY3vnuRT0dpQ+ExZDWAnyOUg8ebpybA13PWmUs25+xiRUbHkVtwmh
jxRqDuLx0OtOhe2En/Ksosyw4eSzBJLsINrkLHToOllhiQs14awPCc6InRyYjtU414V0Knw9g28w
tMjnwzRV/ZXrQKqiRtMyXji3JLZrTK8hfscIrtGV8t41JdvSXFu8V8zQ+is/bNPHAp/xzjFowNNa
w/Gw5GQ0qy7RsNGFVn050cxmV+fBwV11DXAzEkb0s+OBPEi9cR/27boXKrsi+6S6UCUKOGVXaJYZ
8KzKQbWX9H2nlavSvYG0/NFnZso+57mpym5dkC63rqXbr1OvjMnN6VvjccSEdqhM76sxuz/Cpqq/
ULHmX3JVVCxa/4+9M1uOG8m27BchDfPwCsTECM6kKJIvMFKkMI/uGBxf3wtUVleKmSV13X69L1lm
lclABODw4Zy91ya+C3uDtrPGIdlKb6hulMuOpVRgk0Kc8atWH7Q226H5MEI9R8tuNZO9GT1dwKAq
8FwyabjNlTatBopaec0VRZVGD00/x344lMQlMEad/Lmq8vrG7PzqhiA0XAmZYgLNAQm/lcLUX2vM
OG9dDNSLHBE+sEMFcHT6vLlTNniFx54dD88t45BTYb1klSCY9axs8Xkswdw+sVpSuVtwGg4U/flX
TbwaKuqCk2lRpfYxWY19VdHINzEIighCDdX3AvsdzCIiPJ51kRuvRUre8pouM18LMGrP5B5yCLfj
jKSUdonFm+a0WoX3YwxgHhROfVd2MxODSOep2XmJHJudHUxUNIY5ZXikABzhc9Zlc5e6Q+Gwx2zi
Zyi2/E3QzhhGvDwonI1d6wyj2lKy2IyCb7nNoYwgH0Wl5XGImblojnRfnLLFkZwb9Xo00mhqIXPt
2LzyyYvmz82ZPVH83KR2oLQ9jFW2AJIOKRayGdthnuo28vqe8NaojEmwD7WFpS4q5yF+HvsxRac5
ZNg54sSpvpvDwFWHzsLQONlW8PzjZjqjlgwhLF4DyrjQUaZ5WKkbnBVus7cCJ4kszH/EQ30UBUhC
r+8c9GP1vsxyyj0oCzIOmMVMyrtBFejK7LDC7qSzOCfVy+bOmVBU8Ajpt0ZT3PH7Cs+hHtK3epGf
BCqGcV8phB8XwSjH76NLZRZIh9OmFy7Mz/tCjea+hm/5lfxz76bwgi6OWgzo91PaCoXE1DbiK3vg
Rx/MUWd4sCvnW2d1zMODc1pr9P+aNe1Dz3h3qf0TgUFdhrs4ali7mSRM8ZZxeslCvmxACPAo3rNc
5EASh76jgRGAktjjNySNvsTYwX6Xx7kcaup/xykT2kr+kuzonNRu8zPd7Smi9PRWiLrtsjVSiShw
g7/VWL8i3AxxEdb+gKzKXOalvEpHS4+6dQtZksoKPh1t4Bcj181tVzb6kZ50f5iqwbqpEn8+R8uU
PSxLOn2ZTHv8UVb/Xw3qbzSoiK3XfsZ/1qB+zcS3phZZ/VdZ+59/9S8VqosMHZIQwnFERj+nfJt/
oDbAPMwBctWury2afzEpvD90n6o9CiCqzPTd+Rp/qlBtEyaFhZSMbgvqTQTz/42u/eemFJFwEK0d
dK5oJRlt7mfFJOrYtBic1D0xZ/WHD5KBYzCyFqXwcMleOL9pSPzTBdFaoYRj60dv4lO/CPiy2ZrU
LE/IKv2NMU7Zfgk4Mbg4pA4JyIHLvzyQf9D4/Vw2//EDoRRyvwB5UAP9pNsPcncRZCvZJ4/U4hd6
uZgV85zjsjNm+19fam0x/LtB/3EpHjXPGnmEvmZo/NyC6FO8aENh2KeiwrSeeTSsHVJ6W4zECRyM
BQyFV+TG5f+D9+cffiUjyWE0+Mhf/9ZombpiVDqn/ZMwOefVfsuSrTk1yIMx+a1Q85NO5uOHMgIN
hJNQheDNffqhc8PGwpsz+zQ1iAFDr119xFOugxkYpYets7byNj1WlJv8SPXpKB5x+7NeziVGVN2s
g990If/+812dweTCavNc6A+fmj+5kcZDmcT26YfVnwiybK/DWNn/D6+FHYWljyHMwPk0oBKQjmXK
keCE0xv2so1j1COJ7faDmvDrAbXex58HFKIDWqqO44G70z/3rlHHYI+j0XQa4/S7MCEcDCZ7/V9f
5J/uHZPQKhXTwZp9VhrqY27T/Stt6JUC1xTEMHwYa1SGsRQsfr++2CcRyzp0XLR35H2xlnILP3Np
QJEZ40LV9ASFqag21sg1jVjDaltC5H7yIWm82C60Gostyq1KpXVGT9f6jXj7H0YwKgSmPU7Bqxzh
84CJiXaJY7fgFOlLEz51baxibY7gLbDeSO/Q4m+LwsTjqpZhZT2sL6/T4l1nBukPv74p//QEbPZW
UOp40ljpfp43ihJwR1W0vLwrrYJcR87C9UB2VNv/DiHzT5fCpgclCTsEytJPagiqHX1Dk9Q6ZQ63
F4DxmiZZzkz1VJua3wTY/DzVM33bsIWxs9qsLN7fhy8nUs7ZXUuZG/gEkYRa3z7VVglbZGJDvzZt
/N+M5Q8L1L/fmPWSa3EF7yM5rDzgz6KHFtg5+mQvOOoxXgMbNHIZil7Mt+6kAc5AH1ttLYfiWupT
Wf+AhqCWBaZDvsDEcdrtDkvH8vcxg0B0aHGVLiYO5hh2Bt5no/ndTcLB9dNbvupCoQx6DMQPBSVL
48+Pv/YpZMwVdFZR6tVOX6iVN5mrkTAgqAY1eqXmBP983jcUAvJW4dTgw256nJ2kW+cl35HKJQ8y
dhL5BmVevs0caegGpMtqYSd+Jd3ofW6MoWNMHOCMJLBfutTHCu12/YH+hXzrkZIA8eHvNiKnpj6Z
efckR49QmsS2OLdyA6FG0EYkygCeDcKT4IEkFy0nPyjujIMhHD4aUEaPSz4A/xOVfRZb61mDklRZ
d1zD5067ghJl1yH5Cu2RLS3H5ta4FGnDCPmBkmhQVu819G0uJGKLA7JMKjz3vQE65IOyVORl90RA
rNkeKyOjtOXDX9JMqY0h2RVJ9myoYMUMLJZLOvjkT/EDW2bGnizcF/brjHabffWLMgLxJox2XaHH
0XmpVGF+4wBoHsYOVVLv4nJ2Jq+LvCyxQf8B4kZNEjgsqIailKhZHS/pvJb8YyTM1mxzR2P6ghxm
s31sWeKtF9KHsmwa95LYb8geNGFvhUiWB3NEVdIGNs+pcmHKGHMv3gpS5czQtYA6LSI2rAgEP3rs
VvFfgaK1zqBl8ClVrihkSu6bPeii+7Gi1qzU1OlcigWqSvv8kMCFoajgeYxsG2G+CnHiLt4xXTcm
GoWIH5gaPTfXapsiNKfUaVFtnLrEE0jM9Krb08EfuAV3U+V5S9mi8VUdjWuz6diu86U2goTcC3uE
v2DOJl8G/W5RbT9ICm6T8v41erL2tVd8UqpVKz6Bdo5PkrlPN9ajtkaFsoiRnxk1AVThmGvBA05K
PtaXVF5nsgiuW8NnLZLSK+adKlmXQ1ljy4laNAYXC8HtGASyynkZG3gNboq/Dy1BjzbeUUZ/R664
eUB1mngbM3Ht55o4+Ht/ydRF2Y3lpoMeRvdaKw0ferXeH8ntHs8S+OR8Ck6iaKqXZtjoAjojlY6M
4ir53ARkOLm6JCaGfrydEh5aFUEQZY6wopnyW6TqRdENJet9aNK2PRYA+NkZuQAsF13UN7IVICjy
eKjeG46D3xGUNmcOkSSXBEhSfVfUoedoKJiZoqVk4gKqhv8fPnb76JZFL3bCUe43KhPGBqQCIS+C
NugO4Yo3wWhvs42RN/V+bIbmMkB1RSjuItLnxKLC7jWyvVDummhYK2g/SqKc8cXk0h4FN6oQKNFu
mZojJ+JEhbSpl+e67NBjOiaqAGPkMfqxQ5+6mOrnvM09ualHgtMLnS78uhnFwDZDRt/0faVtO/aA
4cjmZVf5HGWZmOKwbvT4dihg4+OOac/yPhU7tKXqPabQtiXuXbtRQVM9ZggsolLVeFhq6mk58JzQ
K/oXT9q8H9mi0QWv0mgYe2NHz48P8rVLUmN1pn8rbpqwgNtobFaXeiPJeg+w6oc9HLkE44OY2+mc
na5/wJWknE1NWxWlN8F+a6JPjFggSc/8phVRKQXF2UZpW7Nqhi9t4aLwHWuxG9ZAxjrVv5WeaKjV
Qf/KAhrpQkNmSMq9DmdaUg8z6Arz4Jf03LU7QNGJzhOFHJyfN15QX+tygMUpJINac9mRvahYQsSg
wYHJdsVkbZtWwgZDScUGm2I/+AJmW/mW9CuBrFkC416RO23iAh7huNAPTbb+MDv6tsigmYZwTnXo
M15Mrc50tOYpNuz5upw7jQo34BRi61mPfWrVGV1Wuzn9IHrpxoy4j6g3pqAP1soHtUqbOUchDmEL
546LcT+26LqiAXnSwZ5tVB6OUbRPLfQrvpo3UiOFf1o+mWQGsJ8DJwJfpVmZSEYq2urZyQHmfFft
aEPs8mQMYVOKbZ3b03vlTx3yyEJzvqKoCc76NBCHslG4lOs5gZ5eGnn6Kkb5klNM3Dp2liRRrJg+
HstFG7Q7aN+NdfDhtV+OPYQHt8yKbTpNQPQ1d9kRxtp+WYKkolYHL/TL6PTVLUEw381yeZyBzV0V
klho5lUCzs2gH7b20JpviUyTtyXLprtkQPlOaISWbzvQSkFoJx6t+THNChV2pfCOrpOhep6nsq0i
AV1JRcUgkukgg1k/2V2jLjohrVt3mTPwvFUxkHjEU0AOTT3hQavHud7Ohiwv5r63r5aM4lBn2MNt
ReM5WhXD30gFLum/L9Yr4dnjSbotAU5ObGaw63wL1GS6Yu+HBbR61ZVMF6DPN3nl20c1ja9xq013
k0yKG2MY9Is+S5znYnKLJOpBzrFWosoKO2UllwGRKBf9TNFWCyZiulM03S9mNrWnyrOCLZz54QQD
Q8NOLkm43RtMeTv6hsO4mfG7xWFmx968S8vauneLtiVBz1ru2izFD6SG5YYEqyYMwKw/DaXshq0u
hJ0d5wxPVuQ3Ok0VP5784tKddcQWQTqIA6dc7TwHYvNFz3oziHD0VGR3ap5eHAYGzyV9w/a7MXbi
YmjbcU9lUJ3qXFTlpg1SWpDkDVlnKZPbntxcyp0tOwsN0ao33iTmOEEwI6RiJcmV/VMxSxIkVOmc
z5nJNGrpBGhTjR/RRZgVspiorBvzQnqKLqQKOsPf+qVnMyEa03tjktC7I99i2SVtYp/ZNpJBq3SX
gxi87FZURvdlMJR4IBnD3o7zUkRLvsJ6aKOGNp52AyJ07m2sdvKyiBSs9E2vJOuQXFnCsTZm5cbm
Vl2PC+cUehxeH9FAz66oLs9f9H7CV59JfPeZBU7f16zeC2vAa7tOeM4UNWaG0H1g7H6Py3RGcG/J
b0A1vLfJlW6201ts74RRGBRN86b0+jDGO/l9kUuXbfp0UcPBk+13J52Ta5FXsHKXTMijNc10U5qm
7jbpnHUqtL2eyDFW5yutnHI0k24sN0HCnj1Z1Dxj3m/IWncGW/pE3sOR02xvfEzJLUeEkSz5le7F
xFbFbV1e1UFJIEdN5fwm1SyeWkkBiUwQVHPzAJ6M6r794wT7v7XQ39RCqfWsnpr/XAu9fq9rtJzj
S/0z5ePPP/wX5sP+A4voWqbxsaitFvR/m/L1P+iZGZSVXBNvPS7gf5dDzT/4v1wOBSzDJGg7yJz/
LIdCaofahKGAXT5G+lWA/l9gPn6ctv5ygrR99Lx4hIiuBhdvfNR//+oTIjZakKanKxiia8ToYDSZ
sXHKybo0Y4LGtiTXsi+vqqyvdpOkm8q5oO/P4PwZ+m7p+okDEfvoIGJOR1meUsbVQkg0w6YPvrWj
jK8m1yVeVZElb2fDTDsSuawRIukkPMxQ5C25JSwPzYKDh5ZLEXxrpqBttn2eci4yzOahF6o/KhBN
lytXHq7ZsnyJTc1aYwi9dNsHeptv06bq7pICIteBegb9PmPW4WXkllvDgmuQzzaUg9nLtohLMQog
qkzrAybN7F0j4vjbRA/nYuZvHh3V5HBFgGOdE4MRkxflCSCQzPiCJCYnMbeNNjnXwFfL00jyzBXc
EHmBYEPbG3FOGoceo/xp5DhvOYsVu9xL8jEiMC6J5nlaMSGuIPKjoicFtk8Px9Kxvvg9t9nQPJqI
gwmQi8QxglyYCuEldMnWDLjzdmYbx2kJqmupWe6OyOXqhjy95jof/P4qRTVpoiUp6iOWwhZ03BJH
xZSS9gX+Q0a9X13UnpHoW0U/mjTRol3yqHb0ryAV5fnQ2I+CE/WdIUTtQwLHHr4xsV6x0R/8AlXs
YD3MZYHqeLD8PXKOfI5G4o4u7KbINjD1aY81pEQ69M1vVzVzvnU/GFcr7Uqs3CsbAJY3XlcrD0tM
6MltEFn2sAbyiZWbZWhieDJWlhbdvPlqFLkTBZAaNAQkkfPB31pJXNbK5ApWOlfQ0n51VmJXYZtf
4YS6m2KleamV61WvhC/8AB1iL6c6TOC/9MZgS1zk+S3RkPoVqS/eJl55YWubr8gtf1vZEzDfQW82
8QdjLFhxYznbh92wIsiCafoGL1/bNR+UsnQFljHIKQSsEDOx4syWMrC2WFQQ9NLw2Li1c9Mw2iKq
NCeOAGlYrWg0kKWPS5XR4VyRaSlFHIxIYNSmFaiWDJgxjAE4Y7ni1mzEcWftimBzypZjDGL5o+eL
DiccqLYem2FUfuDbxo5x88F0m1e8G2oEeqQgLjf5B/2NBc3Z4sGkzrjC4cYkI19r79qVAhvnx+Wc
oQA0JoByjrHY4OXyH7C56Qd6TmlQYe9MgIXTnSNczE6h06FIf0D6k+Rb3cmzk9vr3o30sfl8ne0F
H/5g5CVZNsGKnkUHr7j+mF0GvjK/Buys9bAE6TpGfWyl/ZaiueY8zoFV52cTPjqiipolJxA81xe7
3vdEKYx3Y5bZ050ssoFdCvB7qKYc28f8qUD9s9Qb9LI1XqbUIWletS4a3FGYMzPbwE75iQJKwnqe
GkQFEd5VgWCbGqVvZ7UYbLGxRa88vUl5yabMa9/fQq2TRXJQ0refhqae5DevCIi4hBNKH4f0g0E2
x0zWIIzJaSikxf8QHnCWQ93TyFXQobve18XgKsqs0C0iU/YIus01COBj+fnflfo3KzWn1bUp8Z9X
6ouXrH7/a8fyz7/4c4l2IXFZLoh86sOuz1pLW+JfJC7gOD4YFxxJuHn8v2BzbO8Pe4UosKrjHUGw
wF7hXw1L6w987x4eNFpTFNsD779ZoX+uYGMY9KiWUla2VyMyVphPvSeFe9KSSlsOTbyFsO6oCz+/
+svd+G3LcL3E2kvDfY39ZaXpfbpEPA2lRhzYcqDxEBaLj1UM+ZHLLf2/9/x/cJX1h/7FkMxywqkm
5Spe/Sy052Z+h+L8/3eJtfL8l0t4WWPXzcglOFp5+o3KNt3y+utLfC5es4WjxE/tmtYOvvnPVlJm
QrMeyXQ8TLbfIZ0I0Fi0zU1V4W1LETL/+mp/e/gfV1u5ccBG3L8BO7wZ4I6DNvugmsRBPMo/MjqR
2zJpy81/fynSptmk0rh3/tZS1IXbzuZs8MNSP7mnRI9ImSLaBdWV4seR4j/CPj7Zyez1HtJJNFd6
Ip2A4NNjQtejKyIL+0Pd18N5Ucri4PY52aXzQtZdMlf7ZkzUfzs2uKhpWPjh6S8iQfh0USdjS6nh
UTmogruIGI/s4t63w1jjH7++lZ88iB+/D/4eby7dUnR0n7qzhaW1S9tqYCFVasVhGRO7rnV+flaY
+hyWZd9dt8qYKREt6QWSnfk311/f15+29OtPZU8P7oNkKFiRP78GKrHbVC8ScSALcd66NT/Q7aYv
v/6RPzf/mTS4iGUyMGFCMUV+dswBjJBKBiZ1NNkZe29KJ8g7ELcvSxNR0KLMmQJoQBWvr/rdry/9
T+OHlRJYEy7n4G+8iMCxZyMxLWjwU6G2reWw/8rX7G1P08sutJKUYkRKVe3Xl4WH9ve3H1gG2y2T
EgIpI597x6LU2jwZ6SGxtPffGhJYJsi6k7n1JmYdJy7KW0vHKaCXQ3y0ODTsZmHxCPLZ2BM9O+2z
tu8fzHSxjChbCKTspXdjOtXIwWmcp/Ogp/DQxNCALTmPO2OMEZjq5hraDUr6nvjJOfRyD8WYi1OC
Ou1zBXgbJKPYYu8jtwLVKQG4JANrxC2zwUFQxpZRhUU3NKGb9fSj+iE/S/XSO+n+4j5plYdkK3VU
eqEj4j2VlBSiRScOkShxKmurpTqkDIRLh3zjc0Rgy5cMVOAmxXOIJLP75pqVdyQ8AN6K1hE65C2w
ck1xTqqk/EIgg30zxYOx1waPkp3V52d2pRPPNRj2ThTMoQiUjQtfp4eCcWIOmYTGWwuFwZ5UJnnu
LbnaglUyFQp6YVzAAWMpzJl2k2ZIb+J8nL4FslI3xE1TrnHjmWEw5lwvW94ndmKPaTv0OS26cvni
TrhJNtNivPf9jG/HEbb8rnUUz7GwlfIhMFcl5uxK+2YcdT5ovcGObVw0yqGMX8mqjVzluJuqjeV5
6cYW9jY7qfBN1V4b8f1Iv3WkFw1lrl3mif0uhWbD7JXDW77MX+zFfA/qwCECG20ecN/sUZKne6ar
jlvSp7xI9WS/L+TDBmGKh+yQd8wYtDx5CE68yIdB5/MqDCxRPnvFsQoc8ZCtQ5+6tnfCi5hetNUU
0/Ptjf0gpvRmKk2SYGsLXwJGpx1eKn3fmCa1eRacJAooHW99EqFyei5+cnTo5R1WKgz5y4sbdV0O
Mq/yi0Pu5ONd0SzDnWzBvS19IBgYfuYQ+Ip2Wy/j4ugz90KVIoF0RAN25QfczrCzjHhT9Tg3USd4
lxIXTH6Wm261a0u6bni6MhTfQx8bt6DDkhuVZPpdXg84ThGCOlcmBe99ih14b9h9/BqjVIHAZGrx
pTkFtIiL1POG0Dbqgd5SbF/hWjM3CqZaNC+EruHp6c47zTNwBCxYL4LWvY6pne1RkFvXnlEl55Pt
PMRVRznWS4FJw8PSD0PaucjqezqK+DvKOaKpEL/KeSg5s0+NhGs2aPtGpf53Oy/871oSy0hoYjr1
tFdeU7zb22QgFzpcJUycYCWJyU2w3o9YL9wN6tK3knC5PBLjXGJUb3VayobCTxqY52WS2Pc6MoVt
jBFg5GKOscdz2++dyZ4efTMen+vYSW/0qtMPQNZLl9bNnEWZl41WWNmG/81AJHzsqqG6HKyZREGL
7Op6AN81G4t1XwZSFTRafDLJMS2cJjNR19ZYrLXa3r/Os75+Uakz3fQK2fCcp/JyFp1Llo2nLkQX
OKeiJY/N6OiJtUq6d62yfGQjCvDVRDRFhOWaC3Qol1PaK7G86ZEy1zSECFbjhOQC+KKcuhtjigP4
V2UVpmWT3nX9mL85iytgnzAJFVolYKMYzmamhLZrFb0Z2UxJtREtecVsKO3tgLftVE7ugjK56VIc
L1UMS3ws+UwnTgl9JtwkMr16OfJtk3vTaJajKlR3QvSvopLWQxflxHmgx6/y4MznsLBr8tzdeHYS
nDkiaCi1zM22xWm07xGeVvwAizHhW/my44Agt7qiJqb1Os66tPPVLk5jilnxSuE39TKIxhgfVzg3
bHBMBBDXNZuA16mTkmlsLG7Kxvb3KSEikWQWeM6yAMv36HkHOmDju6fXpPklvnMya6PeT+A7SK/D
6PUiisZ4lR51Smg0Wfyd7NnyQYl5ugpIKzx+/Odm7Tp3aMX7M3QVFcRox5uuJirtV8InIHv06YVv
GcMLd5fmvW2gPiBGmEvSSSrYOtDsjgZlgui0Sqm/cswWX71Zis3oYLoM7R40bZa56qKmDBCRCWTe
2vUcP+U0iR8glFero6jeO84SEwtr6KzVlGKmTg8ifR6IsmiGF3jH8gwiI8jcZMgdeq2Fvi7vyBlU
P17iX+L21amjUe4Isgu3mMcLAwJ9ECqjmQ8NYd1miArQOutNawSA7Y/VEVbHTNe6cXEOY+FaDoAL
+ML6TAsiyMiJNWahP0oxLjeZLXh0bQUNxWn9mv3MihRf2oHLfpjj5sUnhbsfRtp7nXbfZu404frg
0fv4VGhpWv3ZUFrpGwWUGNlG7t5VveucYqMJ9okrxIYqHoH2HfvNPQfR/sxqteJhwhazr+vOvcOj
p9HN64PIl7LeJ0VA3vy62FGSEeGHfGFyPW2LniyImkBYYRq787XVK/vFoMm1pbWxHN3YLo5Qmkiy
1m1JNUuv33PW8DMyfcU9piaEGLh3r90UX6DMh+Cuzqsxwn0FaaBva8p+lvsoOYtSusnM+LycSIyK
YGYEezPG7wFddLlZNH18H+tY+1J5LZgVKXNjQ3rTn8+pkDMZgjpfdrataafbCDewmxN5GRdMMlah
jjle4a3mzNlTPQj/JmjGeafpg/PVGpT9dexXN4/TqktWKneXdqm2UVmmbYgaTw9eHDcXS6L1t01a
AdPv62qrFdZ8+XHXpVOlG5KJ/Cuz0Hd6DYwrIBPl5NA4xGpJ0HpNX5D+MeXr2Wn0k9el9bYOckkO
lrS2bVcZ0dzrNi+xF6jjYKryKvaN5MzAKAhadR3LaDuWm0Cz0ZtSnDgtfjZfeqKOt1Xpocyw5diF
jlMXV3qXV2fI793HII7HvYx1mwChjMWQihaPf+mWC2SIy4XRiSBKpsCiSEkeE1OgYdwiCnjtCzVf
MimoM7ON6yuvX5ZN1ji4zpRo1QNWMMcJ64XO0jIosfMMonrLAMv/UHg5QZopwn/LLI72gAY5n5CC
Gd6kbeO+na86T7B0eykpoh5J4pAKl8orNqbR0xP3jTSgK1eOZ0GfLMAMcOhdAOWqjaj26uZ+aOZ6
NzDhsAeqPXEybFNegdmlmDfg1gFwAXZlMtojqdvTzjLJtAi7otbuha43kHOqkR0znumwHJk2dHI0
+1A6hI/SzXNyklyJKV07jXtp1KAKBoZThVjpaAWZ8aontrqwq05sqNfqryrwiVybM/LuNVtgZRW8
mBBwzOMyT8tNj2nq6E421Uep+jOKjyNZ4+RCdWFF/3gOcbgw09XCWm50d+ad1yxa7hTy3fkeJ3KC
hCNOx/NBIv+K+U+vcwvGKVCsLj4II7f3mW4toNFjdz8hxV1/EXblGQQ5Br9LY8lMEQ1ZdWfOBQEB
fl5vlzbV9pztSbmwHGU+Y2H2c9aG7s4aLUKeYfOdkni8RgvlYd3psMXk2rvfSW+H+eTRGkoSzjH0
n/MzCJHXG2ZOomP6ne/307YpE3OPqmMMsQJLMnucHnNMp3soJNL02C5OFUl0aWZL6b0QbvXNq7Vv
YnGukDRZO9JOqnXf1p35qYfeecnupyZd6CBoyYHZas+NGCNj9d0kMce7oPAftRr0kcwtBCiZAI3g
T0myOtEgP/kSzYvTwoH0Wn5v3Tq0RwaTLq/f1hdzC7q9hnhaIN3eumiRsrDBurVflhz1DlwNEPRG
iSJrIDBu9pfmroXfS8hKoncirMz0lOZue00ScPtIXAYSI1NVT0JrB/pPnnvnGb09b0qfFNVhVMuR
vm+xt8t0OGhp4YAYSTr72vb75TpPXBAiCXqJsRo8RbemR++xuO4WLkAcxX2aEuax5LuxK6jGof8+
JrSwhtCQ3WvQL9XJCDTrsABKDrCVNok1tTs0KUWB6+2V7b3xNHMcvzCCQepRbzrNzdjlvRaazTBd
x4tqzqSC+UJdX+wk/Aqa7JXehkWgpQnePJ7iZo6dV7w93RSN9KCvbEPmN7UDymGAFPNE/R1bzUxW
8KXyA0kKb+qR7ZLVX2N8UzE+dpo4+rpCukYFQD/108Nc18MpzXyb0Hchv9bScg6obSas28l4Ag9V
fJNYaHE6owYNG+rZ16PXVm+V8HTyQwz7BWFMY/KKtN7RKEw4n5ITOL4lzKNqrG3OusIegLBI+4tV
eyiNY+QyYTaO6WWjqfdi9PxHE6P1Vg8WP0qSctk5osxBZ1VosZx0YSkkzGMIB20Gj6B6ZrK8zA85
mJ2wdT2dx8tqe1ScKjZNai3hZBDaJNplI7LqXiuzxxlwYwjvQIbUbLGgBYpDsdF+hdZtbQq3pHoB
OZc4AYed8R5VCZS0omrO5VKaZ30fs5XaJpWKE6j7ResP2gE5vFYdOC652ruS5YAfqnfOjMH1HyQM
kpBzp7/nFLN6azMMnJYmz1kUy2u2ivnLjB7oS94V3WM7tLO3bzWUe2GGNaxAwUYKVVgUbGlsTdY3
pDRgRRdNNj8jczVHPJZTfhzN4T1B7ElH0jfOZ7CTJ4ud7be61d0IuogAI1hcLs1IaoywtHIvC6Sd
E4/qvBhb+n9B18pLCoHJZc5mKMztMhdb33e6iz5x40j0uXnL+/8mCVQE/oPKiowVswitWC6khonh
utApMthJmT4g5iTKSXnG1oCUcCNQTr1SBnu2czE9Yzy8WwZT2DvPTceNVk/GPu8WZvZWs0g5Hso7
wjAmGZFY1t86Om6LKHbFDl0jLeZxxCLOiD9ofmPv09T1zs3CVUwu/eCdpVXA2TQ3k1dHOYL0PQQ1
mNiSnZ/M3j1HHdaTJKie48ojjjoJviLXmk46fpE9n2JuurmTd/RV37ySFipkV/WaLCT6Ee3mA72x
VH4RBMu0H3tEGgGEpn1H3xPK1hrmZsXeV29M7ftsbHraohkvbB+gPKrZU6nUDXaO5uyllZrXnEEe
Vpnd1dwu7rHr6ABL2unbtqzjlyZAolv2E9E/nZWj9onJEnU0TjFmz+52Fk6HQGeqbxE0JuxwNerN
lTyTvqpucHG6114Hl8vNXfPSSEfru5HUNdLpqd32NL2OpNwNVxij03N4pc4d7rygTiK1xNrwlNca
Wm94aZBU8y02+3azyFm/iePBPZQToNNGFs0eP3R5J5lx8VzCDgiCUd/35XCfwBAOZ093j9YKx5BT
/5wGtXfIk5QVi43gkYlUO1RWMJ6zlfOOE/rKS5F0Bfvfpv4+SBLdSRZrX60ub58ECliCV5MuLV4b
HbTnyQApgMslzjdUS9D1JsK8H0yi2yINu05wSTxZYkaobboZ8EPTou6pKSNHftoHl7Xqy3tSUuuw
chSpXplINi0lrHvXFO9EvQ+hvrBV6Tur/z/snUlz3Eiabf9K29sjDfOw6E3MEZxnURsYJZKYBwcc
cAC/vg9UWWVSMIy07LftReWiMiWPQDh8+L57zz3ok/rpOdwanNxEw+c4XJIE/PLJyNJ9gcJxzXVi
p5lmeuD9d755hftYRJyNSauKkLZ1OeAH/2drJh1slDFc6mjHTWzyu25wEW+ycqfTudPoN5yhXCpn
lIm0zjd+km2pzuwKLZ8rYPvQvm+uotDY9YEWvsdACK8dXTNv2iF4F4OtPUa8eg8EExMh7rSVSBZB
g5ahRYKyIMO72urB0K3NROCJBQ+48EsqAJ8XQj9WQSn9AnREfEIplHyWP+vLVhu41ZwIvvPAhB6M
on9wA+79kcvtNvAo5H8+3KkmiEWzBYMZYTm4OP4cDgiLbmgIw3ceEbb3whRbbgDDWqCK+qLdcuTW
+buoTTKrzTGcjsuxMyWYpr+L2u7UqZ/tryL9GHavg6RIr6EFu6CupG9df9Jf4nC+USrqcZ9/3VPV
e4sMH6Qd6AMQsf/5dTPPkii39WZnQVm5gQNDSQ9+0BejnHqo/IRzDRung3nsg7QRinXIMegsze2Q
Pg2pRxIJujBsnPz//AvZv4yb+KdpMc4f5beuXDZ0JfATRWeJ0MKVqQDb+NX3/78xjro7iSNNl7cV
Yq4pLya32dpY8j8f4uTkYP6humIqOh9sS0GQ+qqhe7+DXsNE6HTzYFYl1XI8nd9ijVaLKHsdwBG1
VnT6+h7z11etnY+vngWMmDoq7x9Y6uMGhO3UnaVVAc5RY4Y9VRI7OUkB5xAb4IjUQflFV/DjZGQ8
VLcBiymmpuN3T3C28sfaEruiHFil3PGGZFjvi/Xk41zEmYbmy6G+Y5KCcvSCB5EhJ4ziYpdIYona
uoJXVffnHmLQL6biiZH4EtDigUo6Fk6kP6di0CbQ6EZiRFnaYAhq7Zk1evd1kz5+PldO/Ey/QrkN
fitWLnvuYP025d26yKyg8ardlOjrJn/RfDQnWblMRHj4fCTzY7MRXCXG6H8PdbRccFF1w8JlqA5w
E8gFG7uM8qRcDEHfodAup4fRoTHtUARtVsKmxKc3InxGk6itMenIdUoLaIuTpaVKb1EFK+wpOzh+
Wh8Qs2j7SMXTRQiY7dYWpbXoIkrGHK7kOjdlKg9enw+XquooY42dmy+5a6eQsJLpiy9qI5Q86mrO
WAi827wAM4D3yDaGEUWDaNzxTNtYPgVFqV8SeX87um7yUkyddwDLQRMlD5+bIYs2XjZycRrcvesW
68ShPWOIOlua3QMMh3JJ2sISCNltrfwLUNDToqjgEbYZ+meRWN4ibFLLXOAIIdKzN72DlmrdciDq
Y0eDS62k9M0l46QEJGveeWajZUizAGg66zXqXhwsXjSsbL5hwNMyNQ6PcCV+eKEqv9i0Tsw1uNZI
Nx32LPb9o7lGAoagDTvyXFKtPe+Rk+751YddlMIZIXvCUrvPp9zHzi/hF6hGHRvZoBUcd36h9RMg
XRfVLvClvafoUqxhG0pAW7Xchn4kz2PqL/d2Aoby85FPvL60tWfLOVqcj+KLJhp7Le7ccsddd/zW
u8r4Lij63sMTTt8+H+rEl6TLy2rEhYf/HffQaY5w6Bw7cu76htJob1DJpxzcrgDoNHtQICQTtHTZ
xoXCJ/fPlynOVZZLQwyJBM3mP5cPD/Usd8+y3LUAE7ewG++jIaLfm47NPz4G2PPKYYALwLiKjfLP
kbgItuCs03xn+j58t1nW7w8db5Fl/eNpynEDwRTCKGQY+rHrs24rCLt9B8ne6BSaX6ovVnqllOOS
JOe+fv7rfZwoNmFmaJqJOaKVdLxtYdkEJZYLvpZTWJDRRvIs1Ehht82t7Ct68McXkME42nA0cOhq
HW9fggYxGJyCb6bZ97GlPYnJf4XXeh8p94szyPwu/6nsYCj0Oe4s12Z2HO2UmAySsdToxlo1TFkK
JgFIl4WX9xP8lv5AreKr0+jpEQF2IGObX7rj7cWuPb+aRxRGf8iC+qXCimk1mVh0AIuA35n/CG0w
H8FtnYO39evUwYhHM9JpuXfI0Mt2WtcdkN/vbDu7Slz9i2E+HmzmYdDI4A7k9HHMroCkCCWfv3rX
a6Z2r3kAPGvYbuvP5+HHVYRRCNoi2gRfB+fGP1+vQTOJKUqNbNdYXGu57i3ztHv3SvcmFUQtd/60
tEBifT7ocTzVvx4hCwceaydgtTwaNSwmGaB/yXaBM1IKywPu4iVW8QuUtdp6gpq7aMcgh5hBmku8
9KYASlOre1s5YFfLaSZtEMDew+0Vt0GXgR6taw4H87FAVGDS0Ma4D4Gp3F0kW+eLT3/yhwGizowz
/OADa5y+ZJxT3sx3lKjKdToG6UEbKHZ8/oxOLRBkzrDmYb9A/nj8ItmCbSSq8l0pPaT6Vb/TM3CS
nvzq1HLihQVdztmWdQh4yNFP4WDCLGtRshANtUU3O4z3g6sPm8+/zakVCMATekSfSznP7s9pNgFJ
GqJOy1AQEIDVe2xTg9MRnNXmP8Bd/PNTNHdGZKJsGeQb4v39czjQc26P6iLj7hi+zs+uSdybogmf
Pv9Wp14e0vGIzuAJ8sWOnt3QQqmYKl6ePHH862w0qLOHzisV12rTRI7/E4NhukfF0n6xVZ1a81DE
2pyrkQx+uPRQP9FjC2rwLorMK1lqmEiiTZ0+1ul0x3L9xWinJjzXHgD0IDFIHjx6mjnf0XPhTe5q
opu3Bdm+N8AItNXnD/NX9MDx1sFDJOXJNixkzkfratDB73Wou+38TumPCcbDjYbieBGmVg/BuPXU
Q2r4FYxp2V+JscwundyztrGPsAtTDjkpUVqvDOIR17nyacp2MMm/OI0YJ5+8xw2bNxOYxfHBpwlb
3VFFwW4z2NQKpXgxZFAtkZa0+8Tzn7qB6oQHVfgcR2XymKm+hUBefY9p65KuIQ+1gi1KFSlYuKNW
Y7zme3z+IE+8azS2OIICqUJlebwh5viM02TguI1J/rWeDIlREEVVmNPEHl8+H+vE4zB+CQ1xmaOU
PT7GmMao6zYQiR3w31edgsOqcPQXTGnlDgs19hrHlV+cME68dIZB2Z4TDTvWB31z3+Tj0EQVXy91
vsVJpC1NWvcUM5tpYZmjeBCNEitasv3un39XAzPcXJHigHi8UtpagObIb6sdd7VLYonB1zb5DbLk
iGjM6HH0neiL2Xbql+TIRhnANLj9Hkfz8K4o2WJH3mlESC5Ho6c1WVryhgAyaNouF+nPv+GJPYcv
yBnKYmPjsHj0BhZhY8dJxaMd+ggJtw04RBeVWMGc+CpA7uRQxIuTT8mBES7Nnyt07dmJJLCULIag
Kq8d8MqLxpPuWdIZxhfL16k5CtCa6QlSba4H/zlUjy6mnKgM7Nqiu+/i6s1xxH3e8vslkbiB7yf/
8eWIBQzTBYg5cw4FP1ovjYGCu9lO5W4yJ4Q+nrptumYFJsb9YqATCzPaYt2xLCrP2Djmh/xbEaee
FDKQkCtgHjlPsF+3/iTuv5gSFn/H0ar8xxhHcyLQ0iy1bcZA1Wvg70vqQ+u0zq3ZEVEe5qrlKepq
4aimXrVuGj1UqvFQDNCwwfJHeI/RIYkqob9WMHXWGvF6a+WPQHYt2Rwm245vzCAaluXYh89hrZfb
okWhwe12hJ0chfvY8VFr67ioHaNBsJfSw7vFYYjiooTHs6mKttnqpOIGXKCG6CrNdU6HVQLZI0vw
HA5evDXwZ+5zB51Wb8XFRY9La+dnwX1SZe2SJ5xtCmpFzSJGLbRDoVQsKjXVa2jbDorBTJ1XNp59
laTd5vPHe2pusotD38JCQZ/iaG66ohVydJmbaAVfxCBf/LgGfg4ZtqjWoaaq/8Ubzpmbwx7le5Tx
R+M58VgKKxqh+4p4rjldKjPbK1l+cXj9WPKDJYh9gsIfNQLsxX9OTHvIYqsZgnKHkvSmrhMip5T/
U2QPdKIu6EovO8f8HpGm/fnTtE6PS5WWJ8rl+vhAFtSFwGnuUBOpxulbPJC46je2doPaXc/XNM65
4wjictYy68UqL1EKaV3JQi7MHig2kqhUaXtL77SNIW2AxajDmHD1FuMHbawg/eEYPRf1AT1Q5k3R
KpCGS+3Fm1aREd6Zmd0u/ckRC/Ifia+VUx2tyXkoVzKv3xB+G9epn0/belBig6OL/7+YnGXcyhTL
sGc+Csv56qc4tdBCdsO7iR+BH2R+ZL+tEYneEpqT9ViOAZhgmViMSt9mBnm0nz/7U2vRb+McH4z6
ui/yKoAb7Tu5Dn3FncHI8frzQU5tiK7lcVs16bd9sILrAOErYTfljqYTHENQ+lzGn6oM6zQZGF+Y
zk4ORr2SOwtRqh+OvW7DYlSCuUGE4xbcRKdtD2EcGRiCSvkVhu/UQuBS9me3wLL34fCbj6Plpkgp
dk3a3Jit5y5JZXiq8uZNJpi3YveLJ3mcyzZfwbk9cOWfy6Smd9ynmdo65/lyTkuHnMDdyTQO/tSo
vUktfkVSeryzayHBhAfWbYIpeDdGKJujKikv/MjPNgG05gcPXwAa7TAi1OfzX/rUtOV3tigjUb/F
x/PntFVD2GpZzDFHifrNCqLH2Ozvcotm8v9iHM/npsj1d/bN/DlO22tjXCPK2XETranmyJdy1NSq
6povNtJTx1aKU7jX9Pkf3tF7aKkAGTcCrJ1EOB636NxUedNUziH1jau8EvdFHnxRqDg1gX8b8vjA
mk52jlBHL3aaIm6wq94CO0fh6h6aqv/izmGdmr8zOZdaNLHjH6CuUvl2jVG8YJkxx+8yrt8VOP1l
D8ELDvmcKlJrybJgRV4D+EdwrBmzPKtB+RP07ROAovgpFH6760xky1hbMBvEElDYFFQrv8xzwNat
vxk85T/6Dqvmwi1JOIXRQHptNpc2K/NdVyaa9gpCWa1/T6vuEk9ivZYc+RIfilQxWsm6K0YTvo3h
sNmb/zDq/ddLFcxOXUoczNvj7jzxMJAJECnvpnraw2ExIMHYT079i60LPn9UX0zfUz/xbM/AMehR
bD1edevUiEbBYWiXiEBDHNM19Wbi9rsiLBFYfjsLUz9/YU780Ozrs9sYaAgn96PDbeDCAACJle+y
ILLXcTO6F0Dvp92YVu1T2hjTDh3Sj8/H/KXXODqEor0xeai8olxtjwotxKfkdGbzYucWU7CMVefe
2TGZe5DbiXuo8vyxNgt/ldpItn7plH24B49FN8m1REu01ZRCMvvFh/rY7rNRJVD1mVdt0lOPlo5o
cCZymnij2ylEz2ZF9gZVmrUh8a3dBp5rLZgpyKecfB1ETbwc6ckgv7aN1ecfxDqxVs6+cOQYoGlp
tB19EB1phFuQ8IFvOSXR5Je4ObHy6QaBZUlmhDS9vUyRJOKzaBdRThHZAPtXLBIgcNfKUvpmJMPu
W0waJOb/Sf/GsZgISsWUwjaRbVD2OFt0uW8jikyWbDIj3TReIxi0V41Wyl3sCm89xJ238qMzs8qs
uwwExhWvLU6UkRfhKfa74JDr3rPejdkXF/NT358OGB50uDM81/kl+e2IQ7ktBdNm8f3zbLiL8edC
mx+Sp8TQ4s3nz/rUUKgv0RrgRmfbmE9Bvw1F00mIYt6WgookuFr4s6VnqMmTIC3x6fOxfv1ux7N+
rv4SzEuVET/3n4OVmpt3qki4HPRO6C9ALYIrnCbb2IZ11a9KLzfODIAd13Iw1aVpatENyE3wYBBd
tzWZq/tfH+j/8A1f4RtMili//XarF/nyX2+lTOR4+VK8/ff/275VTfQnY8n415/5N3Je/4umEXhq
kh9mfLTFT/k3wMF3/prR6wgH5pk7n//+w1iaX/R/M5X0v6B02jjImHZzr+afABt8/fieRIgo8KaA
LAuDuoHjztP8t2kcoAryoX3mO8uPnlUW4y/AqLXmyviNWXfX9Nqu1DvxzS+MbwgEjQ1ac1aB/iDn
YEKipMy9pYpx386xhaWhnD1dmHzbjHq98uZ4Q6S4zfsY9i5iZ8IPK58YRG0ORCTHXL/VfoUkznGJ
Vk6YY+0nySbUymHdRd4tckv/Wk3JCnNtcVaqRPG3YWq0lED+gLxxNc4RjTrxp6IvrsaWXbyeYxxT
8hybOdjRAc64qjzlLY1Rdfezmn4ZzVGQ8RwKaZMOqeaYSCi2T6BlkgUnDmIY5zBJOcdKpnPApD5H
TRpuS8LfHD8J4nhtk0fZkUuJWRGpvyCqsiCzsoIfs+gJXF01NoGWyRxtmQHnXFhz3CUGUnJpWiIw
GxsMp5pjMZVNNB8ryaukBbux5/BM+sv4/L3uxSS2aM6GPKQBUZtFAo81neM3J1lGa37VBbCk8hZX
yUaS1Um031U4h3d2mhh2tUUQ5OBVxm1QE/Ipe+I+nT7dFIG6oQpc3GboCM5x5jX4UH0vy0gTyy8a
hGBqbfo90RalyL51xJTdZFZs761Wk0s8mejD66hv7oSlccXl4n9mZ1BrF1rhNPTXXEHURZ1cNlWu
voWBSfYccIpH+MkYHWipI4eviFqM+6BYtyqz94KQ+htPKcI16HUTvAh4dyctv372kpSLT4pg57HM
2LkcYIcA44Hf2uWvmBkjJ5U1Arp6TkKhv6qT2bmbBCZ8xrgTYtGadXlo2hAi1lTp5UFoUycWwi89
sUjyDGCyURXJpU6c5NlIFXRjKi/97pmE2mBbwNxB+nP4mJrkxkAqLdZDkVR3BhbGSwt75Zk9x45Q
Z0u/13WI+y4w4BAjDpjgnKao66QOGHckxuCyg8hTokSyh3WbwP6bVIFcUiqYuk7Sj6tG+ACfdQsv
JNmKP5rOs/aaZXXpMmrR70VNxX+D4f6aB6gtSUOF9xvoOljPyikPWBuTrWd2IwhczG/XJnKCR6cL
2VkdiOXpQuAuvvWAniWohnRgwi7w8rZyYEBbI79D7ef8hYaEx7cGCl2uR3wMqwH3+HPM+7dNIGN7
i2EA9hsOSesuwJpyxjLK5HIUpNMlYuq3RmfVb85AiFnYVTXKdD5ZGqa1v+kBQ+F+QQp0EwGkhsDb
OO7SCmP/5l9wZk0W7/mcDlQ6ZXffQhVdVu5cH8X/P65+paOBxZIP3lDwHwI4M/cOoON2hSF3xIPR
9ttU2en3XzMtdSSjoaFHhm+MdH+TQSFpsoPqSgGUxBUSpQRrkur3SEaQ+aTKOTxXFrZ30zhQH6sM
xrtBkBBkXKKwzKjzbLZcftSus8uDVqC+WpghRplcQfLGgp1clnrlXnEfGs9EaJi3oZ76t0poxTpm
RgKVDZzwO5onsVCY/ahEhgN/Ue8zokfjapNHsXaHN6vfTi5RSyIiAqzKYUz/+rUKVVR3CckbCHiy
kPI01RpuUUAUzkfPds454drhgvMwVgU34q/vFNnhXj4w6yf+kfj+M2WvcWkKhIptOl22ZXzZi/Ea
nNh9LwiI6p3qe5kQo1hAfQr8C1N2hMlF1zFwtkUu412RNu+OCs4CCyTsfKgoTe8WVASRVfEWrNtj
1LSAqfXBP8ekz0IXOmvIwQuzHqulb5bVrWQf6xamVXVbIzHcW0T9DzjRjEu3Zw3PDB8/gFdDlEPZ
sEyK8TIZgpUa0hWSogMmnPDakNpwZQxmuvGrCL8gTb1461ZZuvCD3l6PdUaSXw3rou/zein9TMQr
rTFeS8rJvTDfELtWZyJO6rN06oDXmoWxt0znZ2PIXek7N+gTcjxdnUUYUhQ+Qxj61mr+z7GrYKSV
bbHJcWhzayx7IhitcUVaG/o9szExlLtuddeBj8HjlE6v4DHICIqxRBDtvqnlgGm1qw+Bl5E+J+Ml
zmJ+4MQ1NoPowkWqxuw8c40HdyQpiqSkfTaMxV6nCUvTTmQY0rp6PZRZuNCDjgy0qd5oVfUs9I6Y
ajDN52Ome4eGiU9krquvHGrnOh7bpVYgezHGd2usb+vE994Sk+BFWwn9u0dS5MrIsntptOnLOGrW
mned8r0l/KXelTDrSVc92EEIWKefJtYD+q6I9ECBLMjCsJcTkYZBeCeK9jUegZfopT9ekuCNi8OK
+kQuS2lCBy0nkLxTb4K/NtxLGi3ZDdOqWYMVNa6tCZKqMruyImAJ6kyGJ25lt4DiW8Os31rHzNZT
Ye5H1I4Lq65furzCA+O3wSo1+m96yBVFr9jtAwKstprb/dRt/VnE1pZSVPiAm3Nc4N8FrE+oJi0H
4swb23kIx1JfuryGxHmV0Td0au2ybC3ahLp/rnxS2Dgk+K82/opbj2CvB8z38xkC8tWytd2RTm+o
UKGboT9gdEkfUq8DSN3axVsbeukbIY0A/xqQxWXUhmSCa+TgubbaZC1/NqJDzS1Iv/TCtLqhTTWs
olhwsoKasFDQDC5r/E7fS6BD3xWtx0v4HtWSPvO4ALcyrXLeIlZymRBZGpdYbUJCnmkgD2l03g8y
Mw6tGYLridvJvTQD0eEtEoXOKxE9wgXQrlyj8ZfA/gbBj1jp+AQjqgVZ2p17TmMzY0qcPIDaa/xc
k2IbRCR6WWHYONhztTykZr4O8Uw+BiKRt4QaJph5W1HCsA5K7VLi/N9zUsi2hl6JdTLkYHeVU831
geG9LEzzCoqFfFBNonZ17IknV0iywFkLVxR48OF4Ct2iXSdL3Zv2WcEpjOhS7aBXLGA4oQRsMadd
1o3EcgcPhDgGQL6hABE82vkPrwU30DahuspcDVxyWDYb2OLNVpgxGiaV4XWpm4uBKHhb07YRyPll
7k/PaYMfZ5WWyAuoyDdLnDQ43OI232BLl8uqyezthPV5SOJxZvuxDXRc8J287a+njDNeBkebnav3
r0acA3cCL9nOtzLt2ZLBpVHW7RtgYA4g7ig3YD2iTZeHM0hUzF7JJFl1DeakudG9QO51yw5aXZUe
6sY66EZK28p5tOphO9BvWOH8vRupjV/COaas5PvpdiyNrUuu2TI38Oz2VfQmhnFrSba8XlT5uqdf
tR7onB1Qh2LvTdtwr0R4TtvzFsOts/JCkE/j5A5nYerHAXm6+E0NkiSm2yBjdTXOvE5zk35NdlBu
1FtSlNLohkK1WPEKtwqoUatsrJqBpkVsCZEgQwK+fjSSTqfo0+8Hzr94ijiqZEtc/pmzHtsU9LRf
m7As8B6m0Er6rqtWhZtkwP0hEIw/Y6StPVwHYPHmjt3wiQC3G00P+g0u/zlnsFN3oTdNa2Oc2sso
dapN2jv2BWl238REkW+q3dsEouMyxfl/i9/LXOWBk2Inr50fZAuMsGPK6YfRGvJCFeAtE6N/Q7xL
ArRj9hd+31srDy7twR64/ZAX116TLmieK88VtxFHlbUZkvM5at53ru6YVmEfvcDrHongbWwA1WF4
KDRY31Gq6xDuWxIa+mRYhoTasVXW+XaQNllIfnAfaBJyDrk3EwwU0Fvpq2eqfmGLorl0ofUA3vgZ
52ZLEGwSHMZoglKKo5dDf0Ru3w/dVvLVy5z0XKmy5Rzf2jvLTUiUT4M7Hb6VvsCiDpI/62W2n6YQ
aR0lhPHcJvL9Bhr89JQDBblo4+InF1BIQZUpZqeonJyzsQyrVVLGP0VRsOtronj1elClCxVKuelA
828aQ2+eOb64a6TKw60Mg2nJGejWSlLnykqnCCaFmVsH3Q7ECgg3b1pXqke3U92ZgM9yPuW9Xy8F
/tSrrBSes5x8K/5RilaPUP4kw6YwYrYCHbMCfojErzgH5IH/6kc6C0cfOcYtAbf+k2w8Ymysovwx
xRWOZEiBtsaSjwxl2ekIlMs5Qx4kpn8WzrnyLQvjGkjCPpkz5+s5fb6ac+iTqFPP2D3IJxBzTL0D
nZQk45RWrMng8AM4lKS/Iu3LOd0ekcqcdC//Dr7n9AxiZjkkCsrnympx8DWi7d/jtqA+Rd9o15BW
vRu08i2be4otPliuj+05XlHwHlHj37qF3l9HsaxvrRQ2aAZlaTERN46+qfLXEDegpQZ+eOCDPXDx
C1deECOVSgt/T2kv+luA/X9Vny+qPvRKbeoi/wFIfqj63L8NL+3v0M6//8TfNZ/A+svRKd5RwaMd
TV4gJaS/az6G7v6Fpc2kA0/jn6brbzUflyxBl3+FTBKPH02E/9SATOcv2J/ojxEkUHtEN/tPikAG
clWqPL/VF9Ex0fnDt8ydHYcdY/1ZBdKlprFPVDqbgtk89VDdCVcZf/qDmV9OhiYArAF2GTiJ3dJ2
uWjbuv9G3rdAYqjdCb1pDx2BJVyvvQnCcqftx9ByQ8zhaXzdlUJ76TyP8AACT8mg8EPsyajIova6
9JzRurFtFnz6qmTbePuJA4pJmMGkVw9tLswuXWjZVFnbOpN1feHXje6B4Oihg8D0IoG0oF4SokzZ
TFOkk/Vdq6YRD7lfSii3XlnkxiEOBtdcCDMM5NqLdbsl5cAmoUjaXJfNRVpmc+TRYI5AS5MinYyD
V43moz1GLU1NdJ2Vs5R2OECaNr3R2QOBdljrKcJ66X04ahpsXcObhQQxG/dLWob+a4QCxltNZguK
at2wEPXu0m+9RL8bpgZ1ouQjkN0xVOYZzZWJTdkNYnZfg2Otkp7TbnpMxf16qtLRX7He7Aoyxp+H
ErXUAkWhJCJj8Mmd8Z3nkS1v4cMS3FFhuIvm5tNi6NILwe1rl5rqMa0Sa5tKBR68CKJdpqJ4YquK
4qeE9Sni0p/sPX+4qOzmjJ5K99RGBYtl3l5bBTG6i7JHdt1H7k9oOYq2gnqeUk5hpgiW2UAK3JA9
Dr0siVUw0gP95h9RUjVrK8y6u8nvsLpPGhHaPFLNwt2AwUltyUfxNlwPt6gJb/speYSs/l7liTyb
2oqMnCy6nGLhcTeQzwh7DkVflbtMJpQVE2sF/IUjAlLPs7rWjU0jpus4KsiTMbPHmmIH5ymtWmdF
/+YmpXtRuFN4DYGNyA190Ajg4erVWuEqGzvwGj3ks2Hqr0z466u+7znXG2G+tFUfn1MYay58OWMT
sXntPdREG0zbDniHKCZ+V/g/ks7st9z7kh8+oQaHAQoZZB5Hu43qEVBLGr2FHF+uHE3ecU3jQkh4
7lavKTeWSZ3sysx14RfphJKD7tMWpdNtpO/Ye9aFeNM0ZrCJAPstnVgLtviICCTKir2MJdhv1o4F
Bpw5UHtIflQWd4WeCKx1FDUcxfSiXVWVVRC3JJFQTUR0OHqf0/Ihpsc3h3vDKXX8M9mjloecCEoa
oy2cGUdqTw5toIXFqewQC4fkjtpO3q3Oab53k7dMDWqslDZp+PeCemU36tk5ucDdmetK3viu8ZEK
2pP2jukTH15P1KqzoPaH879Je3bFsRi0HdCj7hYto/LuckAV165uEg8iSIe7rJEHb7jqcLQnUaJd
GjlISdgvcil1Y4q2CRCPA4S4pqDdJhmNiZWRBAfyussFeIew769hchmctpgWVIRg0PjDML6KmkV1
HXk2uCRJR8WUalQBwAl+mqXGFZpoej4twJxWyXdDiJkVqsJ6A2uni9/HtA1411TAVmzroqbb4jvt
c+swW8xFbBMQZ/SFfhaXQbFVCQeaWGgmpcuKb5YpYtxSd+vFFavEoIABgGlbOxBkuOHOCsFaWGsO
TjnkBrBGpk/MjWEHj15SD5dwGl94pZ5MjJoUTKnSF0IeOIvZl4jqs1UDPfGMitYr7fFmlcDLeSya
FKKGWzvJBba7niSDbrJWkN+Na1GEDyI3Mx8xkxWc13ZeHYxAbizP6s97gt9ukYBrd+iYvBezcJIV
lC/ujEXQgGuK4tmkNJjmOqzKOfVr1C/ccKSWFsJai6SU3Pbjas3fU24qTefONL+1hLggvp96a8M9
clhrxJhtMQRdY6JI1snY7hSRt+YCZse8l0z+Ygzd8kZZI+StytnZfRH8bMz2xhvsWBHcYPW0LeQ3
d0zpYOo68U9Wv7cRGqyyDrjuQhq1fA/B368R1GhnFBLjjU9JclXqU7CuKwJcRghjm5BAasJ4KDwp
P7uaiWEXYxKkpKnTx0zKwVwMoEiWPYXWtbTNaBsH0D/RGPhLAJFc0oxmO87nLeRAF0HHqjVZMFsC
1CxLXQ7lXmagtNAJO4vIULdYaUxwlFW2ruyC2ndXBYjIh602CjKU9J4oQfIgFp4bFD9H+ntrXbPk
sjM0bYX2HpR+UdHRByPV3gdJGqwsnzAMQSbWqpViTxYEd0qtfh+E91AkXrWeAtVtdCCESzVyKNds
u1rH5RBT1SyGg5aJV1iKF7kMuzNjyPPFpCgs5KZXXuFF0s8B0ldrKhLpRiVS308480j2oQMharhS
fVkmSz8iCgLuAS0RAgAXJvnpV45wv0/TXAWij7WOM/mddnB25tQheQFjmS9we46LekyNc+YAOXWJ
PWM4snecucEG9Mh3PAbApSaQXijvnPAiJA6I+3HK0o/k4EdRE5um57K5DjMzXMbcbC+V7fds7iap
gXr0TOz9ex2IN1sm+SZ3ODD0g/1EFlC8LLJWPOb+zBikH7MAWirfm84GE0tw1spmEV14IEmv8ayl
N3TJ6rkmN533yPk2ysu+d0Wor1hMK1btpH/yx4oNQ1p3dMm54UXc3NPBZ12HEfXDpBq2LEyISWAM
XC6oHqFkgVZuKMgW55j01FqOEwVEa/zRxiH0WPTeCxXwGVScZVS5hf+IvG26zqy2mstqVLsXsQfe
hAdW8/G50aXPvPaZvJCq9O+5PfFnLX28I/do7+YDraQ8iG66NlfXjgzTZw/oH3YUqu15BFinandW
5wMMGuK0XtM240HTI7MfAiebKaMuMezSX9voG8ylaD1y57pejatJUJnCYhMYwCHNV6ccSmc18jtT
/jWqq96Y5E5HDbQDD+5/V1mrP3f68DOFSXs16Ra5XICVeuBI0rpyCrdfA8EhD83Wa2SJaFSXgdkD
qaFEwYzQi1vhB86tGvVWX7JqQhgMzdpcOhAR39sGcfn8okb8pghyKuIVG3db14bDK1O6WBOaNpi6
ZYeWA+iqhfZnJLZI6ufIatJvLZ2OH2UkDrkCl7FKKzBfIrJec7d17ko3MX8aUaoVS9ImAvxxxMPs
gatS2E8QHUJMccbhp577RFdVXXs3qUbswdB5F6RiEEtfutfc17lwwlJZ9WwHw87QppTpDB35NYy8
Yhkj9rsKpJMgE2rsC6NLnFVTKNSqiVUv66r+H/bOZDlyI83Wr3Kt1xcywDEveoNAjAzOUzI3MDLJ
xAw4HIMDePr+Ikt9S9LtqrLa905WJWUGg4D7P5zznbViWwSSqh3s9kHZjso3C1/FzVwKhglm0pId
OMgxjVfSPOt4mhFCNkFe7VNLFRAC9bCz0B9vJZ9rPyjP2APKTep951f5K6dZ+coVN36r9Gw+lsWQ
kD7q50fT1VS8SQcJCJo8OwWjZ6+xeLp6SUVeLFcI52oc45k6hQb7MmIkdLmVeRWeBITUTVbPFpgv
p5GxNxHoQr6iuh/WeXgF6jx+ulKjwO5bAkeKYrh10kw9t5iVgWH2bTHEdgcbunYvwcdZt76Eaqhp
/F23108piomQibozhjG+QNsjYkcu0zYveB+u8C+Ry0hUiPesE/DR31IikwnYCOYLMHB0Ql5ENQ/R
ojzS+JzS8W48EIRvkw9Pk2JlfKzWhnjhPmuM66oB/5jUbrNTSVA7cb3O1XEcGxOgdZEGEe5Mg8Hj
ZUJlJnNyP/GvHlhZzSdVh48si9CnNt340dQwHg1SPnfesKZXqqEkrZqpG6Khnuoni5jyCL+R2Oug
Ls8IqbrdUg9AItOu2khjrfrIVYCDtNXo+8pxlYpBldYRwwZAcIU1nutmhTAsCoznPmlfQtrJ8hAQ
K9rezmk2uxj+Z7Nj/YeKCNjXZy2zkP0S5GAhJKGoAjIQwMbS77Tz2A6pV7L0G5c28FVPuAwMq0gX
y7ReVQB+Nl5fWNtqlY1iwpFxjs5BNVM6efZhyDz3VQR5PcYwYqR/IMNHWh/Y55LYNFAqnYGqMRLl
EVZEjQUp62ExTnIDCVxz+gyqPU+DIQ9jH1oPMzTBDSlsxn51vSyeiJk4dTgNjigU4C0Ndn6WhUvO
rhj9n7ViVGY2l7msypkU74FQAxQNk/zNshzkyGz/rgfexyjo19WNPRCcX20g0wPeaEpwa2BV2eXK
fyHRxdzCi12dLYFK6J9wc7ybFNZXepEui83qpvUvnir+2NMquuGicZfozZ36gXmhe1olqgVROzJ2
M4u4FitjA5CW/UD0akJ10OGOmImg2wBaa2+InSN3m8/Ifmyqt5B8ws3aWMU25a6jOO+W7SzUsB0r
/2jIZopbGveHIc3DnSpN8Q5tnoS1UskoKTmZCNYNIpImsn2eAnpBYxqc7bzGplT2mf6oQmPaY8O+
tecs/DRhOU18kkgNpthIIRZ81FVHKTWm55KWFuBO6Ogtz023k+HsbrvlAqLkoTQjq8izrU7qbBtW
XOPJbJTfe2r6qA1RgsKUs2NDc5M0GqZgFFRDvzFMAyBVYdtA5LFZNKFv3A4shcBcZHCoSiIVS5JW
XXjgigqcEMVqybIvKT0HsnpOoJ7s0kPSGry7PQf/KIvNUmUVuG+yl1U5TFw6ernPBjO8mea03BZN
7h1KRqJbUUFEM7H5n3LTugvge4KXZhq8GWX63iOei5t2GUoKuy64KQ0WAjMg+K1VEVlXkJn0lrLw
R4fSk+5Z51n9Zsj+rbP9ktTFYO+4M+RgsDCfEE9JNsjNlS0WDBxYimPOxpVR4NwQ7bOwiIlI3PIA
N1bveIAzJvVtBlpz/iaJrs3SIF7W7rMpqm8Myy/PG2lP25FgQWgZNhQu1GJRlYfJqch7973s5ySq
U5h61MyWuUFIw3RYCe489AfdufWKhqel99nOlP5GKCe/4LtLdnG9acajw5of6ag53fQD9XZhTizc
LuOfOejlMewg964aFGpaBCbAelq0AibaoXbQ72ikQPfF4DMRkOrHkM3gVuq8gG5c+ie0TXGWLfIY
SI8oUmGUJ+HX0/1aZukuzbsP+jVKsaXJl9hZwdA2o5yQ6kz98kosWx8x77m27Tp5oZR6yo2O3Gc1
+Fcgx/Smm1cKxzY7JiBqe+QfhiLvdvweWt21thbgw4V4QczE3mFynJ302IBpEAmv2UwElt2pJkbo
h95xTNyntS1ddreluGqW7JwbzdsgfYI4+uxRedZPHPrUfwvVUZPK5jFrxRsBttXRnhrns3dJ3jVT
ZcfSqF9mzHU/pawNMOXkPw8sqFETGbNEf7p69QNAawbbLVDOeJBB8n0yR5aV8wRQOAoX/dBZuG2j
KkgSxk6D1mAmSfik+Gd3jW7I3ZejHT5ATHNJ37XdFrnMhHAIm0s2GLwJ9dYzSwVXm1JyzdOZVge2
vcOPc10WLioNz6GwtgiWiiDs5+SairVqtlNQWT2c8kzeCHwXR/6B/6tsgp/iAssuWg6PIM9OoQTa
vbhcrpatfySlHAnpNMp0O3uspn2/qMFTzqc190tedetFcSWxnhpkNIrLLFBesH7h6Ee+5ZE/7A5U
eWix98KlEoacx5HgzWrSB9TbB3/qvqfBepp54DdVLs1jmRrXSQgjb60ITSs6/yStadhpu/S3PozM
k3QZ/3WhyXaXUn9DZSow8XRnlU73YdF/mnXOE58s7jacm/vOkU3MYMY/NmRBRL4xZHt6FwaIa23c
auEgIXX6qyExZKzZxJJmCVE+M3H1wJSxDnNBc6bcsT82Q2oyuWCpaZbup9RJeD8aJmO4ROebrF2+
l2THo61dbLA/REYXg/1BWLP1qAO3jL150WpTjK3+cnt/euTsI3PccxWM7G48qY5hlGkVWEIM57qC
ccucJc/JHzRLEApec+0MVb9JVtsZY5HrcNz6qcUuujAzgAjcjxZatF2ZL/DYIaS+uSgUa7I31vVH
SZLhjE6uNN5br1a3vlkZh4ILD+qv78+45ArEVmTXbTA1FFk8Q2uEfZ1u7XpZPqizeLVSWb/nWLNv
W20n1+uQjT/Yff1MFUF5GJyN/oRYK7xf8UVu3NyHFCqJJHkOZne8EwLV8Y2aA9K6tV+3e6agNSii
4YJ5JHB+d0l79GMCz+dYirxRWFUWucslOfWOmRg3Vq5cWP5cBoc8mZ6W1H2mQnAfO0Krdyl7pQPv
wbL1VG/RXAUviEg44bNGPKYmqpE+s9Hx9Ml7PZMxW9RJgCBFCIiPNOnGFegcz8bKzWgVHEZGrHg4
zMi8VctOKPfGk9Nw/kTeQL7jPk30fBkSVfA1mYVR09SehTwSSjC3BuTHje+16kVJ0gC6Lggm0gBg
80ejyYxvkUWyWTgX3rwWCsYNwRLm08Qf4MVBN66vY0nQA69xwtCIAXUWpWgJr+1RssPn6SFyXmqC
MLomP69SSsXCE+/8oMaUimnRUGXFQNqdGi6VEKfMW116bC8VWUpRORbDgdVkG3XGDBi2x5/eRKlR
TRsSu+dHd5QDwyezxGRPG4bwTpAIz1Iy/XQRV6UxDGdYUszUloelnGZUZrxo25V1NMngPY33LLii
KUFrGU823hDK6y0rgvvFoKxfieo7Ed89xK4c9T6FMXs/p5N4BaHbzDG4APQ4yrXu+q4l95iE+OCh
J5+dihcj+B3YrenVcPLxZGcdcxksAsG1guX7WkrDvDFrveyFJKeH5rW373sUtg+QK2lfFEGJV4aR
iY+FCOrT0AcT6YE2w9BZjLylqGRJaa7doAHd32dZnLt9wUupHW4sRFcFgQMqTIsbJvwD90kIneyq
sLBQEcfA8l7Jutgmg0qLeC77O5ahToHtX4qtzRjqyYTAdSocjsqmypafhFFbRIBf/OSrBwSNSYe6
ycIwJyqiyLvX0WPPrS+q2ZQwBi57FGs0O/kWS1qxl4YOzIjR6JXCaHicNHxx2XvlGdUe2p4Sw+S5
XVv9PBQNG2f08XWcGdrZeMpJOE4GtsFlJ2/cBchrnVnpltQBudc9wh9bljwlhtLDNSYM+xvTW4NL
TMsnk/rurNpO78aB6p9xpv+LBf2woC3aBGHKrp9dxgbvWH09DuEPY8L/y+GUHLzMHWKDUMPrcOLV
sAuBI7Wzj21mBXcNAv6jRkp58gwftLuXkKQMw5+HJvQ3zJvVqc/C8dpQfnkOvPCDyAprOyWLuSuC
5R0BQrYRTklnEBSMFa0EeWOnlhcjt5Odr6xsK8Vqb0nWItUCxNRmUos4wrlnZtOWDVzjMFjjzJ5Z
AwNAAPveUsuaq3rLK4R1tAo4XhQxDVxkYIYDv2UObJF9HDcICKqH2SXTcsm4bAq3ZH1dsg0+Gz66
CZf1DTNWi0qjzXZWGSDsbNcbl1S7LQfafW/Pyy2OXObAU/kS9uKbnXJYE+e0zR17jZmUvIcN0e9h
ysJDk38Z90Zl4gYw2p2wSofcN5KJ0uJhDSStguOSUDqaK0GU6y10Jhsoe/cq+664I7/1kBgCpG83
7KfVmb4bM2sQYRvfLuiqnblSIc+dke/lxEU9B+N7HRbdvR67+7EV1RIBdedqty6NYFYZt9A6Lkh6
kR27xhRnZzI+HcMfr1uBx1Zx/kc5azAGPaHzbdCoA9N6Pk9Sotuuur+5J/53bf0v1tbYyC+MtH+8
tj686/c8/+Pe+vf/5Pe9teU6vxGXZjLyd/F5uR5r4//eW3vmb8LxsBlBjMRwZmOJalpY6f/5H4I8
aNzeMAjAgTj4AFkm/+5dsILfAD24NCXMMCz+H+vf2Vu7F9fL37fWl5BJ1mCMOjFesVN0gr94F3C0
VqwhU/HIPloyhV9rsmUmi89JPlR92Wmk6j6DuvxD+qV4yrLSeEATt+wbx1gkdWTgbqoeyj2zs0rH
hmdthtBg/DlP4J1/JT+gohCcd1Ob3xUKd09kSPdyMM3ljmExozQLHbgwzPkOaZGO86Jc9i1hQg9k
ORPckvr0I5YxfrEAXYEKONq5NdCQ3c5NlUMk6wf9HrImfPftjNo+zfjaNlk6odZWpSKvpzK7kwsd
5mMUWfE+pHq5M6ALQb4rlrdFrWoTypRWzkZU+DWp1GLuWjnHFAbnfZp599ZggD9oq148X8wK5b8y
nP1ZOPDrV+DhN+O3al4C7oKLM+4P9pEaakNhJL33uCqb+CE2hByn8+VMahkBQGFhbBPlog7vGJOI
c4MtM4eCH7BQz0sT0XNGZJrvu+2RyewE3ZIICjE67aeVl8Zr07n9Q7agp3fzorhGB25ljAERoKME
D/aMCuVu7O32NgjU81CRBcA08eynWjyJTLBmCz+Lzus+/vCS3P3tAfs/9E13OJiH/j//4yK8+PNz
50D84TfBWBjaBjKMP//QEtdrmpi0f05bJ2/W5bcPhcb6Bi1mvjN83FZjQcROXehh62SIHjGnDuuu
RwR1PY+z+SFLi68hdPV8m9JvnDQDz8dk4Z86tCJfWNutq9QQ+jYbPetspx3EiyB5oYcX+5DJx0vZ
aIJwyso85A2QzsxQxr6cLmNt3lEmrDXPtD2Y05W52p+NN561EtZhoME9LIFi+OQwkIEMVG5nl9W2
iTh+5+ZvlYRgxnZI/8gz4kmqgc5OIjNia1mpgxqsCf46Oko5saLO9fzAS1ne+JPBywRl8lDal7aq
gKKQKK+PywLlWICSbJMzPRrjnLANBqu4MLk+kdfnmAr8ppkfZkKFuoibrriuM7s7L0ElXhcSkL6C
CvVb1Ggk5sx8YQnPq2/tmqzvD+Es86tqGMzrJCP2K2is6dpFYEckO4kjcD6zteBmzgpGaA6tq5EP
xEgNFl+ouHg1Vqyq2r28m+hL7utJ4z3OerIx0jI9O5dwIxODx79wR//lzHLR6+BdJUyCcE+s7CwA
//zsiJSYxHTyjQfGUuv9r4AepDWYP2asusof8eyFl2dHkY7AfnHd9EMvmZPpJfssKBVvpCeSUzeY
3atP0xoz8DL3gEVJonbKGFJc/Vx3/CnlpKAtFhNdasXv/twmhGKYQ7puyU2ft4iqxcNsImuN/IUf
dRmN5drJyGLiuFp2E7GklwO1LZGWy8HaIgkQpEeOHX8mlcGNIl3v/tdjKwtEIL8itVTnWmdLtgky
jsD8FhCH9hoWVv/KiLC7QZnC5phpM5FHCITzD5qIfdcqNirjHDITscfR2zvLSgNfBllwGwAcWrb/
/NX95YL++5Vx+fpt7h3UVkCxLga6y6v9h/NKd1aPPlUlD0JJz0D07VssADrjsVjD5VpZhUAc3vXG
U7HkJGC5QA/k9ayaDKKOmXO92LyDeBkq4MgBRNL3cvLgqoYo+VLkyQqgr7Pww1ysSscuhx7y7/8A
eI35WADHbF+4f3l+mrXsqVkxx1Uelua5sOabTqbprqMuVhehx8puXXNegExGYHJJIfOCRr6biele
WdpLfvLu4UdmG/lugyE5e3ouT5kgumDXMWx6qnyUAVHGeDKI/vln/3Uf/+XLd3zHR20msIw7f/3s
umYYvzrafWhHAqci3ffJT57mJGAxp6oXoofW62Lu59vKv0Qp1QE/gWgaj6lhPp3aS+CZxkoDvker
469os8Grw32o2e9uVDc2twCe8jOq2flOE6IpoqHX/c+Ja4JfUe589MRHH811ZdhXdqRLjY4uyU+b
fLVhebDS6zE0HxAHvYrMIgc3MIJTn3eoHBh676reBq1XZfOb8pp1r/SUIBklCn4lYyrYDELMX1Z6
iYZi3k/mUC+FtV1tGTIOKj8sbF+MGJoOVY2Ux8rBqNH4vOrUBPPdr1cvCY30UyVGNm29kv9xxPZx
WmclHmiwcXjV4O9YiHbZpyn7dcdMJ3njyZu+nAoG0sKnP1aFn5wQXSDDM1e+PhIsBPYPZUYLS/kn
k14nRVHs5WRCFD/stm6PHVuhY8l4gxUEfhbDQd2czajwAULON+jRuEv++YNAkfinG5TXMLThbADE
4sy+lIN/KRs4q+uxRy/3gJicvc5i8oJFv85mlo8o+RMypHxiCfMoW5kQU4rJdw8/Ou5FziTCbfpj
ZnQ+rQahDl2OsyRaajMvNyyD8poGp9kNbFZ4XS2fxC1tVs8c/8OHQKP+Nea+Y8SAMGuf5V4AtZit
dXU9IRjckryy8Bw4jV1FlV0lyAaspDVZb9bjIUDwyzxe+kfWO8/YxCybTwnibmOIfH8JxbtHwL/o
uB/N8bOjkbvn+crYuwBuI96lJ8mJOD+2rZeS8/J7JTR0eO1nzHpGiRdwFvm6De3l1ZKMI+02sCM+
T4aAq+CFgLLAw1qInk4dvMgPgLF1rKapPIHVMA9rWC0GSvm126+4HdprQW5CuJFjmb1wD+QvvVFc
xB1S20HUInN8ZbgTYs4rOy89QAZH+VTbnAZRT17up4HF/sGY9KXAUXN7MoO52Rt97cWKDjaN7Axo
J7bB2uTHLTnyqrbni+o16goUPCOvwZKJNdkEXu84cbVakKHTAQaiya6VqJLC/iBxOl8Q23myvDJI
66P8CZf7FM4N6FcsBB+AhDhXhw6iw8WkedloEGCYuprRMw8CrjWNf9NwFpiKgNjtb4QKAbteTELV
iyZkQmb5xfygqC0Pg4EhlzXPuv4UXhkcg3E1ttXI8Iv8+MRCfKVWvYUXTqph7+UZ4xAE2VoZPIV5
R5UZzamKBwQR6K8l6o/cXqufvq8fUHxXZDFStiaRLn3G3Lqsb3yml3ei9tGoiIrZXk/uyP2vF+l/
O9t/1dlyiXDx/ePO9vj5nrV/amz/9l/8d2NrWb+ZDu4q+lfw3rSxf29sLZ/21ab1pU4LLvkfv7e1
TvgbNH/aHAGcyYUBRdX/e1vrWL+FIdxX2trLeUY3/O+0tX9LXPjjPXn5E0DVwmBGeP7/4yVLK+lG
10+8GxJjyTRImrm7avwFT4oRWIvrp1xUhDbg/jVDr3pcc+mGH4TYf2Xt6j4yRbTdjdXaT0B+59fS
N/Ir1/ZROlQiQDcmGy+46DWIikU1uS7Dg1GJtMMbq3X3bDakfqL3zSu7viLXs99jqSyKG19kIR5W
SoRdzsj2WCcLh18xdpt6sRj7QjOJLc77XZZz/W+LcLwvZTgoNg+aZE78e+d+FMN+8abuJEKlP1er
+u7UA1a7EFVQpVsfUWwuv6u6NDeYzUhDsPt3Qrh5Necgw/XpC5VdrUs2H0zZOjt+UcZNQ/s5x76P
6guJPcF3KqTGZjIrR6ueLtFsDIfZhBS3RpaJ12mZz87IRsHKZ0b+oGUflv5iUR3JIJoG87Vy8/B5
dpm8zc2M6FyErzNCru1kMs+yp/qefhcN+6jEjaprOj3c4RBH8xz9a6uPaBPy69Co3sOhY6olyZ9y
pVdedXUZ7qvWmD760k+Qx7v2DmRw9VVXOQVEEVhfl8K14+hRhBWI/As9htqGOp+/uRaAqCjNixTF
XYAoqa6C70KM5db12SewMHmt8/q1M/irm06uJOXp6S0ZDHdLod2yHs/9jSt9tLVsXPB5VoiVrcjO
w/rRZxTnRQlLvuPliXzupt7bBVaSc4aPVXlA8QhoK/P9gU8/+XFjYIiCsWh7SyyRlY2sBq30wSmt
8m5Z+vU20Zm5yYBsnjNbGHhKzdnlb7FbmAW+s3eKinK5Nuz8UXt9dXZruZyzxbOvRYi718sSfccK
Q+0a1vE/hguWLKKbQv1YomgMQUYzKtRwT2q/0Gc8c/lhdpv+PKDw4YD2dPqZicrYECTvHjILVgJR
jNInmgtnTJQPvnkDecGMPIXINlKNMJtNh3wtSoN+fGHgOmrCJBexK+2yw7xj+nks0oyMtUy4KFNq
BFBtLcKrCW1PwRYGHuYG6wS5kno+5x0fyu88wJjr0j+nCvtBNLFY+9kCU9gGQRUefAgPZ+Uan97q
orDOsgKDA9ge9gcGshdywGum7Lbc+YUZvkIIQGKp/CvyVPO7OiDyHcKn+UGUYbUTueX9KLtkpUis
Jy6sKSPTU+HKwtesv8Fls5kWJX4Mvz5hLN+SRN+UerlqSYIaNgHgjxM7MC3jmqJzu4woDFG5Ixjt
sEp53gyVcLbFsReleqhMF/JPpccXNyMLMscMthBizmXoh2l+ZUh7IZI6DGpm/fxIHosJkz4p7Ddc
gV20qmlB3DehxRmSZYvQdn2eZoLQJnqyXeaySkKHxK8En8V1FjTqzvO62EoC9cQkyHsI7fGgGnu9
1aOJaHH2T+7Ia40aQ8zHPKlxW2qvvUMbCtJIW+S9BzJYHktYbtd1PzEQEl3xHbUHUnEPN/WoIdwF
C0Hpxwaa0ONcdGJDWtnGRmd4jREQT3Or71OnU+elQFrC4Wne9Ei+NtANYNTXuc2h0IVxamtEsZ31
CfzEu2Gj1xyFNYlj3Y9elFvkA5JCRxQhv+S9EkkWJ7kE4i+XhJrcHh5xvS5fJGfKzWr4C/QsHI7+
0tWMAAnIo1cW2cbK3XKP3lPGecJBbop1uMqzcX4mQ9DZocNNKQkn79pkdQlpg4MoTDMdJ2UYvNmt
mR0WqalSZwJelIN0CgO7671xCa4HJwyNL6vojGjWmQ2ayhl/FomBFsnN24e+Yygq2cVT45jv6Vqn
W0RBJGO107QPpt6gc6JYf6OtGM6qrh4u0Rn4bRDB2krJK1Glw91K1NtOk4Z6Z1p5eItOrLy0Wcm6
ddif7msHay+WwSDuy2CKRz9zvgCTTlvtz6j5mTeVnJnohUudbcipNs6Z4XToa1z9Kmeipx1Lrg8e
61Z4Ea33NgYZ74btsTZ2g+rIJHEGTDYinq5SDYYhd76X1YT2y+/yG4uAHTb9rfWu69QBfLE+4+ck
gl0v4uBOpCNFppG46Hot1s7mGhxpLB9W0zpSPdAXKNvytqW58AtuhBtiTpnutSzTV2Mmt7YY6x6p
ZJPdwaVamoh4Xv1ipl53Cm0kCymM14ATNAkPnJsGsx7z3PuG/bCu492Y5kPUgbC9GvnCNi7PHlMJ
UZ/IWYl4JWhbQqs5e2uaHcPAeCiXkEdNqzbA9n6JSGvS4JCjxtilwVBte3skrjlIzgV+3n3r9SOV
eBEgJjZZHklQ5LxQSMJr+qF0wHUl5uoi/Elq6m3F8a0T/c4aS+6NyfSu1qn3f1h+VX2oXho3LprO
3q5d7D7Os7k4/Q1quw4nqu0f1WCsMMP8cdu5/vTcE456cr36vVjJsc6QP+26Mm/30wUHNq7g3aLZ
SPsTid4jpJ3UeejTpr1b6adihFruFBXFvZVK8WboRp9DbmWGR1YyvVp5bhyqdXLPtcwLsnPdXWsX
7MOFiR3ceZlZcqJHqqtt3thJ5KdT9RQGqdyPOEhuZTAQpt1Le2d2yVcAtWUDUiPbAxxAkIAV/NC3
1XrOHDI5pVum3yYiuthpT22MMreLHc9df7pd9UTQd7MRZeE/lgkfYbDKYcPnWyKvsK8nTtWtzKzv
SY+Ps26d7JaxHtHlzN/YdJ6XxHKeK7KnT11hO1sHPjFh51m4y+cy+a7GZd47c66+YxvFUxyOIXZv
iLW+BkiMUvk7giesAWZt7VK8w+XFxluN2bsxumBkFhtXAWvQUxguEck91dU8XPmt52D2b+vpBg9I
uskCs92wiKieC8NrHimqyqumC7jqXYuGKNdlUNy27WBBtkvlTQXsrvZsuQ8YJ15rm5zlZnaNfVY4
9Q43R0o2WsOxI4rxkGLjBZ2gC++uc9n1ZXg1diwTVbwUhQsOSX/vLc7a1mfquEc/ud5KsDyb0lXW
qWVfuHMDPb+PQRJUUd+xzk1QpxI/W6VoFTyANLHbrvOPpszkd2+BD0GZ+16nYRLzQX7WY93tCozj
UPobQx2X3gw2dVEaB0aCpbfxu7LGIeeUzbWcBdIFNMFbPdUMI9C5fLK+F4SWrZorzVNDRJ4JPJ2y
uKXu3Qz5hTUtvHVngmRDJpdYaD/LFPAE1WbGKuGQ2Ib5EzunGw1kxUTjwNa+Jfdya+U0y5QeaovE
9N7119LGp7bgxSdjABaTKI4mv+rvrdWnB7r6ZOujj4Pft/TMZ/uxJ8Dc6ONOVyivOvxS37rMVOHO
Gn03ylfz3kcbJdBroE+w9GD9mKVf3eKf5ECYRAWOpxS7pEH9ZT2ijh6LJE4mNCA/8rFGJRbVTUUO
qT/jRXBOiRvk5dUwB2H7pBdMjX47fM6GwYStoVKOCmRyqw3LyfKhMkLmj90wL31W4GkTG1gPBoyE
y/wlPYYMmlyYiBrB/cZ/0343MFrtFjHJI2SHWUUWYu3Y7IP8NE5Bd91J/m20xe2bzZtnl4va8Tca
12WIo3zEs7/PfVfi9pJzwxzNtK6JIQ6OnrBW3mCauRt/9J7WDC15B4boE7V4n+AVWOVV4oZ6C5pF
PaiaLPcCARS4H1nfmxqxh4czD5UDzsiDUw3B5TRYYqo+wVKdEkbo/jJzyssDMQDO1q9ccWU2vXNS
Jpsw1Dv2FkIP8hVvqZnoGPx9CGja5zmfnNfeKhGq9blEpdVbBjZVsyo3Jt/cA4Ma1mTVsLxpN7lF
dMnXalbh/DjrMI2nAnnMZhhX83qR5MoWQ9/HyE5m4FcEho5Rkkqm6NzCUMmAzRyL/iIo7GVTn+a6
KJ5SZLhvA6UnPVM/3SzNmj7W7tpjkeLLRstb7A2o1mnkijq7MZIJTj5uL4aTIwI8JC/dY5LU5hAj
WS32I6YUZBPqIjANEex2VveiMsVWTAbdt6ZNXy6xxmdHMPOCqWMSSi0uW9smxKI/TuaVH9byccrm
vomTRDb+9Thnzn2Tde8+il6UWiv69cjIzHUTaJNrP19TR/OFJN5tWS3Va4Hy6jkodIJLN7RQF46W
AF05Dc846vXnZDCuk8JJr/o6lQh8GRISO8dLyHwfobg3uEBWOkWt0zHzjZPM1R8rVR8VvwEtk3Tj
5a7zgzIjkbvKH1QaUol1KyPjqRjFtg8MaysIKDpqQsyPGRnFZzfDWFuTS3dTuXQO/ox03TONjypo
1+csBb0RIevih4PS025Nt1xeS44KBCSodjZr4a+3xtKCfRllsh8ucpLmUifZK88Vo3SkXIQpnxKB
vEVS+bKHCdtDUyQWAX/WhcWEFmRrWq46uzbFdd6Y7uUEAyC3dBoXdp8Xdfethdlb35Id3NtorD2a
sc7iFoimlvHohuws+CMRI5H10wCeo+8Iji8Q7cBGynGELK9DM8v5adUGJK7IGGh4h7vR7FlfbMfR
Fz7SPxjw+oqvRAXBDi9DBgMM/SHgnP9bO1OfOfCdbtZ03icoY56qqp5f/jD++R92ttaftQK0DyZT
ZxesNlUZ052LMOKPix/ZzbqobEvfpEbvxuQxIwUinRys2NEIYJul30Vt76dCnOzS3RmO2qHXR+ue
XMuRnVk7bPlR9+FaxGWX7//5h7voFP447/n12djnWA5BuqSX/gUlWlsTIpkEcCdivRtfUismh/xf
cZn/p78ExKODyZbRu//XL8Athpmmd9I3uTDZyNMCG9Wu8du/Laj+dyT5L0aSBG8IvvJ/PJJ8+mqa
r77/+vrjWPL3/+r3sWRg/ea55BXAdbB9/rDftTYhxE+iX7DjBJZvg4hgWvn7UNKGHhGAbAgcYYJu
QKLz/4aStvMb80MeJ9S4hPDidvp3hpKOf1ks/uEhdTgzWVyHjolGyAxBVfz5BWJLDAle/xd7Z7Yc
t7Fu6VfpF4ADQwIJdHSciwJqZBVZRVIUpRuEREmY5ymBp+8P3HJv2Sf2cfveNw45JFaRRQD5D2t9
i1ACbcwo0vajDCPwBCRTMLXoC4ZvG8Nh9XbuwSj4q1UloAu39jIK5aEpRIKJL+yKrWlL475rhPOs
MiwVTqJDforw2PlTa22LyFGvhVJNE8yIkhDHlMbRrPXcH5BL+A3PzC0FzrehrPsjsJRob0PxChyI
b2iiCYhbln4gAV6n0GUHVW0WT3Xcyk3h56WLnTSdq1cBrfdL2XbFcVARBVvioCKRjEl60JdjmkQP
DBLdQzknOToSa8Sy0YmelYfpVK+xgdDdHLXl1I2k1QWR6Thf2Q/WTOIKIJ+boo2iS9XOHDtp755J
UtcfmTaYQZnLG+Zj76KnVkMrE0Wf87hD4Qyk7LDIYQwyMndB3ejtvpVheZgS4WetNd+quqKNKs1y
56D+2bDNMKBDeaeozCh4VXbVXIa2knMAZ+3kbvOoq3DiNvZTq1vldmqE7utIdc4e69Xj0C0aaj8o
FyTqaae8Y0iZmQ20Hi1dgi7Vq0vjxDLeNq7GoTUBTjWSWmxNw5bnCBPcXtRGsTOJqOBVu+VWj2Z3
kYkGEWMwnx1VqLc5G5xtNzGeJB6xw+cR8kKzk+/AT6pAq9X8KEB8fh2QnNfl/BnZSLc3aislGjgy
9yQ8hi+jm0BzSkPnmwt6er7Aj0gvkY1jOndrhZJY9fj7inwMEurrQ+e0LWtwBNuzjsmRIT6ZuHS+
mxaBw1e3LacfEf7n3aKXyvWbsABu5lriJuaJQSQzng8xAFe06ERjIQXTYTcxobtoVTbeuRpncsWQ
Jt4kXlxvCTnv8EuEDK2WzD2FulM+WOSBXPLJ+BArre5Be4nm4A5VdlNVo53c0hofzKL17kSTOAoc
rEA/DJe6kIdBIyN213ZIQ0FTCHCsy6CmE7y3XVrif92wA7Z2sahd3zRY126oPIvDPLipv1qBo40p
BuaYmIMwj0EbMoO0gT3SGcyQlLkUV02zD54NyiRGaX1pHfNLldMnnBuqxfiuNvKPDma3x6KyOYBd
Qzt2ySBCc48AKM2AEhHm4b2BimqSbRTOy8OCtfTKON8t3jw66eUsSgo5tx8+0NVZ1xZAOOC/PJPP
IuzSrdcOKH3z0kPoJAG9eGGXMz6OnfqxVhoyKT+Zx+hQs7loP5g5XAlqZT0r8T2WpEXLU0lB22kE
iiHPeOBByedejDVKB/xMDsAz1FifgIVMPdJ3LbpvZlnIj1QDZkNLZc/GrURhEn5Lw6bDdrDAy9M9
dHlCE1t9ALDJgCfbuF7B8NdrBagtNWIyQS5DzItEH64dXNLSq6MN2Jb5mjsMWTAOLVvQENS5uID1
816KucaBtRpssfaxEzmSWqCPm7JBjUByoyAM0OqzvRmiLjww4JMsHDRYg1AKwtDblnbGWy55RGlH
OILxbEVLVfgMMCNMVFOd7Hn28Y59Fq4QUo8xSlCwFICukXhl9SDd2cQDNA8QEPu7DOieDvxj1DaR
VDLa6nHpPCimDztbAHzR9XxMN63NZ+w7zCaeSQow71pHw+2RYWqm+AQWvE/J0bqUngBLmQB+F8oO
AzvLGR6bgyX3FNjxvpRY3ipGVNfSzM/AV3HGtYZdnVVsA7Spa7mrpl6wIBau5KYak5purRxA16WO
ecJXukfSnK73asrzK3KSLVp+go+YvetPktzErYPr0vAt1FpULWV5L+OhenRH6dz3TjN+wsRszqi+
vDvC95CtNa0RZEpE+77tlxVyNuBQJEtqfmvm5itnFDw1Szj4+ENK5jHR3Y2pNzoJE0a4UwzFPtgi
6sASaSGHQ5kfc3ScD1Xvartcm/XTSLX2thCyc2VaE3TSiVAjpOGh4KVekdcnQccg/NNoNKra9DjU
D6ndqDtJp3lBWMXWulFZUOMa+ByblnGyG1I4RKR2rKgxMiIMS/0eW1m96rdgV8zhcnUYqgNR8PYd
FpQPC033kVUaQFV6l72N3bjZpMZElHeH8mTKq/iBwEg7DVpluncJwZ5bj+1lULcWwhve/wm9mL0x
DRY9EUPpaz2TAz4ucbYVqRft0dW4O2ATI6bFScQ8GhfxCvIeK8Rok6w7umZ/MeRifB8HIi7tHgk9
e0vj4HSNxeyT9zO9KgpqRha7NKlrgr/6/D7Tp+aF+UJzGdq+vdq24Z1daZQ+xNT0DH2cBGkrHu+z
yl5828yddZz3GUJycp5FTC5INej3YWh4vEjnUAkUbHEGF45lVViM55Ej9H7CnX+1U6n2BCG1X1wW
8g32hwD9a39rO1sVyGJch0Fu590yJ17ujDSrvk5d1OBfLvRtNkPCivXoY9iWpO+U8DPzUoK51mZr
m7AMcTe6ob2qMtS3+E7qi50k+p0FVSdfT/8mUBozH5KW8Xgoo/+gmQwYg6GLum4jpNp6a5pXNyrH
8xtE1D4uFdwxZWT27PYgTDlYxxwDNBX3vbtY6BmGduyDimniF1PB/gV/kuI3IO6B063NPNyzozPH
8oltKZnmOWr6JIrh5cx18o/k4F/8/r+o7ynKdUre/1zfH0mwKKuk+7W8//lFv5f3EqAbUWiuYfMM
RF3A6/1e4hsQ4mySTglb9KiAfynxhclfgZ4gpMmRfBMCyeJP3QHV/wqUc3G1rDJ7HX3+f/2fN/W/
o+/Vz5a4+9P//yprJm3xzyU+GgEL2T4hBJJ+4133/Is4MnES1rNGF59UA84cHC1ACRuq8F3dSFa5
MyiiQAyp94Q9CCFoH9oMoPTRtYHYYhhuDi1uHgQ/Ve6clkWKcEvqEJadXtfVDURyIfZGKmftlnlp
+7EpmZj7I9B5fNtQGgCMmd3IJLxwca6HbCM2Q0HVuuGmd6hcqQRWdRFpOkBFVq5W5W3ZFljtdjTI
DOJ4qMITksIaZKaroeMlHvDtnYzd4z7aRgul8CauV+s5AZ2mHRgsks2zZ1JmdF7hXCZk35tiHB67
3NR2sjMYtzGo1S0Gd0byVKfpfFOx3t+3kVk8rpj3citVpcV+6qrIBtylQ4Jw0voxt2ug6NHUsPGs
5kM0ObAw6ja5Y6yyh9qKwzeuKG7tEhi62cX0JT34DQOISNjsRC/Nj7mHDTWx2vzJMJWz9WLxORrn
+sGuZi8oF8u6DmbaHsdqFkFsmNfYWVDsUS5ttRnaqKq1/GpJLb+3yunR1plZ23mOBb0mBPHN4Uza
C1lZPhvq7M4oijygKG0ex5ahDWnpCdl8QyfuibVGCMeMcTjr07Yxq+o+rNviRzo63m7MBFEQNnqr
qJXdI+F/b3YIJpRjIPQdLW42Tsd/Ynv56BG1sGlRIPh1bp/GicJGUrU8pW1nPVrKU3dWLadr0ukN
3rP4a2pa8RcszVPAUOiO1fMc2APyYUpuwaSu1m5jpYqnvM0KNtp5d29C7kCBSUkdetmtzdP+XgMf
4CfcsR/Aa4Yb0Znqfk66IqiVbW4Nm+9UU1MExCeMnhdXamD1XHiDflpWbNLIQgdUXdfGHV5C/YSk
7FvOv3+IBpHf0KfmcUCQhPcoE7u+uaYYWXGHKfKaaFnuxQpsSmsmRhkIgP1CtOCjbnJFS2foz2Ym
xN2MPJXTWIALo3uqlLV8Ys9vJ1uEcPFJpLER1CKjn7SsUQRNlk17Ds5opzVQ1iyvO+mxcxnHrpF4
BKEpNRXtgJuCVbPKfETExzUYKH0uNkNIegNq4ReNiQ9g6EeXoAFwMHdi9Jg8NyX46SG9xlb7oGGt
MGiXAi8Xj8wW823p1m9dLSVuhupltgCbo0X9XMg2x0VsgpUrEvOOkjL3Ya3f5fM3LYJrXK0+72XQ
P4rBg8A+e+EBzIt2mcjXI0uzjoJUF594GHYPZl2oHWVn5edZZB9niPYvwtGADqWSIPcQ6aoGJYFI
vJNkJItJ3ATREjbbQRbtHrWyyWD7tPTJGVMrrVFPIgfhBGXIigBSD15FVJJoNYrtRBG9y6ZU+YJR
56MbWvmtJqr3OKZ8zAjPrSMjEHUrFMGMZZ+Zweqe3S+Zci6iHU9MQKZjO4swCxAYTDdkxy+DQXOg
NbMNecqIS26wqhOTDvQdHa0HPIG9F1XiZBXnqbLvi9b9ihjU3jrO4j2nTH13wgSiFbtJeKV4TR4A
DH8pRc02tgHgviTGF4fMn34Tt3r/uWv5kfUiroO2zs07WipWbKbNJa1DkxgL8c7IyK8zj13CiHje
5VVbVb6kw14Gj9ot5Pk8DlyDyazmz96MiXuDEb55alrAhDoujMgti4eKRAaPvo+58zWyQ2D5QDk6
1FCCYW5uj6gZl7Q61tkYoqqhsguquvQe+1T+qCv0GZGpjN0UuzlLQ9cA8qJhY8X3Q8xv6AuQMIrF
2GAj5qkTh4TNBWweFWWxm+MG1eqmRK6ghpc4nztDHGakuaei1OOBs0Vr3jIthYJFdTXoRE2xdHug
JKsgblXKPWS0xQsVUuvcFAc2JVHILZJNXHpsokf7tcMnfoqXYu5I5bTsrz1XP774gcbaN7RQis3k
1PKxyTWXJYCht6fK1N1TM4fajoawhDnSUHwnVvQQ50P+5GqpRcczanIfZ4zDfG+Z4k+1K7rtaIri
YFCKfXGZ6nubwgUfTABNL86R1WJglqKm2lsmIF1jzSZrssZx3FCoYsHl0f4DhA2jd0uY4GrGrrui
8W70QDrkXqOgLWvAaDa+ro1QywB4yGq+NK2efOJMJnNkKoYLrPDiIaRk/6HTqeJjzUMLVW+GTTrL
l/tCl0esBsjQCsuB3uXZaF1x4AybwQYUGXksMuxqPBY8bf3Oxc8c4ARa5YMhnyKL+Nh9GcbZPrN6
zr9pKRXpqQAkxHAE7s0tZMz3wjkCaw9d025Awqix3JV16MNXj6Njmyj1lrG1EDyMIqDyWTlelWSp
QdhCrF2T1OlqOrui/UQXlN1bOV4HruJeQC/xioWwoSb7JtB6I6Uun3LwZiZ7oTI8IkgryDiIuVnr
qm8elsZqQh87gEun2CEY2s6mp1+Q80+fbFzx30PwUp9xGY67UktZYGmRF3l4XuEMYQsZr6XN82Zj
da32JvS5e5hbrO4bS1uDCuVctwepTfVn4EpYAeYlHI61gX0qSJO0YTWK2v5j4yYCdGRl9Y+pQF23
0ZTVAPiv8yP3XMIKzdSx+syQWsByxN7Wkq3+CWZtKLZlojMUwWxt74dcJI8h+A1apVn6JZIkYl5c
AQXeihF0kEuLgiwz5Rmvf3NiCgFephZ6MI9DR4AAFxxN9eIrgkG2jQ7qz0nNfmtDrBQbo6tvxtD1
QWfb3jnXRlDUEkp2oGRaHztJ4uqmyMv2U9bCeiHweegM/Dtd9ZrNZl1CR2SztMETtHx3KKAuIZOL
gLnpV7he3geJGe5LxXByZ8UkagQ84mFXzWMGn33ySGFOEV7qx0Tq8uItQn4e7TY/1DHNKWEs9gJg
1pqtr3JCB9qHhvXi9TGhJ25hYSiGNQZotjKrQ+Qq/pgtQ+YeUoyVj24WNuNKHjC+jN4I3Ki0689s
3/qb7RFb4KfKhEu3UEBuI30auJb0DpBKKY1vXoNubBvCTGKGV6XhK6Tv8gNuS6fbWbgW7oZumNkb
wQ4IlhbQSAEq/JhG2VVfhuS1KeV9NGO+jovRH12NwGsYCOXcezfRe/r9AGg9iLwCmSFttfng5NSG
rhHJPR4Nuwb2NYqvnmTYgEKjjl5KMUtkd8WEeMQgQRsDepfoew+KD8wec9lOSO6PZppjrRS46pfa
yneDrg9nA4WfM7TFd2g4A5PHwZHfHWLsSQggEyaAudB+iFAdf3WQse/GSod4zm8TMHHdiuESmyrD
VmplhIOENivbBJaB2ESZSL/V8PjLDcsl6OlanPNosaZLhSzsYx6q/JkFeLzXE1ujPwiHc4tmC5VF
5rh3GXA0P9KpEYspInSWDM9diZEHZJIH16I0o+y1Yz6AczYExguREHbhtq5NZ4vqcbnLNKM+Tci7
z/yE+dkkk/wtXJKeuKy+PxR1M+4izyqPTR5ZgZktH2tsdoNvmEb7JUKAdSXDD/GbnvyTj/cz5e4v
umQT1fz/KMxnE48yv/jya5f884t+dsme+E1AOJM2ky+PeFHvV1i6hQbfcaQtTTxDrMn+vQiT699Y
QmJ5N1md/d4hW785LHuRO/Am69e5f6dDZvz0xw7ZwLckYQp6bDoIXzH+vARrx8yFR2E0p3VhHVgi
3/Ux1CELGfuNB2jMiBgYA1koXbyQgtQ6g/Yh7u30G6o2swLKrbX1UvpF4SXhXhs0q30e5ia/cyNA
rldYye3nsU3kJ5uS/gR5I7+D2W0Gnpa1QaMnSXFC/pPtnMwbg35My3NaN1r1qYzr6jIidF72qPH3
ETsAn7gts95ha229T2NCbXlwdUjebd/Mzus4qcG9zkwiAojW8Tk1q15sLQeYq48f3U2+jL0Wvw5t
3hUHSsgM4xsuH+fccy/3NCF5AQxk0LME31YB5tia7oH4IoncuQ04wPuq6/hxEXO0cq0+Oe9IO3ZQ
AZBr1ehaQdyXQJz5zmSnFc8o5sN7AKshI/gQ60EPVnNmHk/ADTKrKRjGEWe8EVOPvU0Tfq9lm/E0
mAgZYTmwYBFOqzADFt4uKJGcoaT2LV0Tc6nqPcGYjGDahrxVO63F4meAKMvaZ3RnxjDbXHhLS/pt
CVGw25nfF9FsB2NUJZhjaeyivZmpkM180WtHfUKazIgY3ZCnWRvCSSiDVkNEDIlvH9m1+YQ2E8qb
1UHaAEYw3Qxm8TvHW13+dZptUWmt5LcZhsyKdxxX0GMLjWRP51AcEdYNe6ogiJDNOxxyzIejC4tD
DnG2K1Z8pOXE0YNtcm6Nca4CR0QAa3t7VS1F1aFbvPDWriDKsNTowrIQI+eijfVDnjofsqqIbhjK
u+sUj/KWU8F/igtUVoztw1Nbx+rG9VDt6CCSF9gI4TU3K0Qpca2ZPmD40Q8lKYWTkch7z8vCl5iF
z0HFjgbXYJUmUx8xGZCtdQ5xpO61dGVuGrLN5he2rgBKVx4nouLyqZtVBpA6jMnostPGUj4yOKn8
al6WY9myVoX9xMKY+qY/TtBC9hMd4gu8HOvOWyQiLgMF8LPwDHx+LjZ1MJBZm/9gXu2QESkXZFVR
VZbsNumGZiIQrm2ysEed7OcU7yBWAmFtSGCSZ+hUlJVpggJuE7bD+DBEkQkLWVUHIbyBRQUZWRtw
+OAkcqd8aTu8cMDW6q+TGX80Vsppn7vuid80dWVtCX/uaveyzLm6hQxBTqVQLbhSa3kdKMiL1Sxg
vqVVq99pmEcp32AHnmh5vJ1I6++j14QHw9aJXVBAzVHwp09kUg2vupPmH2cylz5aU5/Yvt24Gb6P
krQ00NoHR+tpD1lA4bWA9ZpAx5+q1PExzub7lEXyQ0kK8GlSHfGQ5ZylBBDBIX4A3kjKgb3Cqcjk
TK5lmKoTS0zV+lWEFnEEfMsYx1UoiHqEhoKGd1tNQ+2jCY7XzwW4nSQ7PtJ0v7a76VTpHv7F2SZD
ATnzQ6+1H5KlfUprTX5TdsVoi5KBfDkbfTB5afWSPss2FXeFPodnvRfgm4koQkwdHT3RycuKteLW
GLqnZSXs2q1evTkDexuQetXVgpj+tXln8Roa+FGvmOo7YFTiQxQLGz83jEu6IRQJcMSiizCN4VNv
a0jA8sgnQItlVwZsjzKwxTu7EiCh43ynlRj8bmzOcAHRBjqTCuJxsF7BpCUHS5PscdQ0zeCxazcQ
mTPRT/amxh0nYv2e3Y+2ayuqLtS4bnVj4kBxiJXeQ4+rjPuxS8qQMWeiw/4iTEkdzLhXj9UkyPrL
osl6gnvofs2mgqypIRlMy8d8wfAE2MEjiyn3XI2l/WVAmn3nrbgF+MyEFkAQs6BRkOKFqM6NO7SJ
Qr9IzzCeZ7D/9xId6byJBjoTwwJXiAIsPuKsRuNQz4Z71gyzuu+SLuMStSu/19Vbw5n3aEzOfIwg
ffi8aORHadgdbQxe+74R6qz1ZkJ2YO2+iaq1f1Sa+MaSzzwjAe16Hy/DjMgz3TZtyr6t0LLLpGL3
gu4hO8fEJ6abdHmLdZN4LB1+sFDqQ6W3T6pZdB/5MfVyiCWdijUmnQlEoM4K98ZopdpqDvoMX9DW
HSItvs+zMdqJIQmDtmyNj0lji32KXWbH/f5Geqr72Jjd5MdNXj1Hkv2agTX8NKUZvNA2tPOLXaEb
tLtyvFSlHh20SbGYcQqn3wvDqG5cuQXseI9JJaCNb43qNDwu7M8pe4T7EjmhOPEdzoE51atPpKaC
zzO7uOKvsXf5SgA3Vha4TgpFgPo4OWttJMmvL6t9P0DIEIPqP5ltGwcoBAk5AjTed8bXtKnRBHA8
nkdcCniuVjK5cBv2Pl2VBaqITWIQVPfDsMZsy0xqeEp1EsdHMa3bcTfbCbdCNtgS25qsmHRHx9A1
echQZrAMD2OUWsYWBAJASGEWrq+1sXachrt2ZbLb5fS11UX+GQ0dZgIQ+d8KinJy7IC789j7zJzn
e5sl3dECwuXr5MkGjc2fwhUSP6PFOxCFpB/1FI/gmBjmzuwTAzadlr55KRLXPo+1fW9jXRFdmAMR
JSXK7NJkV/dpcxwoSLaAJ7wDep5uJxWVFws0+JdEut0l7yz8XLFT7ldAPvbt3lcrNN+SXfnW21AX
+d6fSYaiUZ1j5zCNVkMO6QUSQX0oVwA/+BNzByv+rdHr2zAAvCuTMoVNu+x5RGs0ndqrkQhGTrGT
rCGvVBi5vto+KuR67U3q3d7rsF0zcdnoRTYFbNsfXQ1Dc1ox9yhbXB6gKJliJvDjWGTiD8vX2IH8
YhWa9uh1atrnzuAdxAxDb7GKm5aV17lN4h3SKvSylYYbIZ9v3ppekCVZvu/6ugp6yMuBIAwKVvpg
7MvRWngIS4tBrgJR6mnymbyC5LCkYeV7tvG9CYl8t+c1LwE1PMbI2uYgy0hTKK3hNpmG90YAZ7MF
IUZkb6cdHDWWN4fAUg5j9PajPRio6uvhqNCyHJiGITAApXIq+vmWJ/ZnEcoP72u0fxSFf9VLWcaa
0/SfN47336f/dfmukrc/OJ1pm9Yv+9lNIVOiMWKRBm2GzkmQFPX7zpFm5jfdRswnKH28tXH6Yzdl
0eq4pvF7YNXvHZXxG+IrwK90Z/K9CftbHdUqbf1FVYiQkLdHlgt7ziCF/H0l+cvKsUlFDhyc3T+Q
4mT+IiqB0roUkm5Ej4lI8DYWRr10PiRW1RXasTLjGhiqZ8vyUE1MPlCszN9aK8LcpOnAA9U7m1yx
CPvetDnpHUhu26U5gGV9J5kjjJnFk0Z/tlLOES+YQM9zuU7udbJAJF0bwu3Ye9ATrZesmdDaWVsU
zW09P1llG7JKQVKOYdma8gQtnmC776/5TsjqE3fdW7BKgthX2GwUNtFiZyo+01g1tfsUIw+vJtKr
XNSkWwMYL51LWtZF99yh5URvjOAm1zm4ZL8M+7IeXZO5q87s+y7Bx0aYqt684fVod7KpZyAv6BL8
ZZ7AIbrOrC2f6xLVzOWfG7Dsk37+ixuQYB2XZft/vgGP1fSHQcbPL/h9kKH/xpjgv6t5kewyi4Df
I7mDEAn9+7YTa06cY5AmiQ7AYbzB3fLzthNogB3pwUpBNvA+5fg7tx0UyT/fd0xWhOWYK4aFpb+1
qn1/ue/IFOjHUibuSW8KdaelHVhjsrMelWVzupfjciTYkSE7XhY6o+x99v4+hX8fyJPIpF0ZUjKm
ZzY7XhG2hS/ZwnL2rlkn+nGPWf1YvY/cw3KwgOm/z/+BrG6ZCMqX2e6n29DWFraKucjDE4Pr/Nu4
bhLGZnBfYlWlbDjeVw39+9qhXDcQDNSPRO8kx3HdTqTviwrnfWlRrvsLd91kcAMcSUBb7lNPjR/7
pBGPbGVYfQxjHf4AMF88RNp4yXDFMU4GOfZpWfcmAirXRxWhEzZhff/QLIvlihfZTbNplbzWeMSL
QM1Wd4U4qC4L5NB3seD8Q3KC36oyxW4nxyK6HzWTyJX3xU7EygQdBblcZ/B9GTc+2XIsFSYceUsd
lYfcCbutPYbxJzjl9MGWW7j7bhVn0MSAdpiNOH4Y7IElzFBFh2TKoz0xue7JZi6x1ytVk+ZUFM5T
EUcL2fJlnEsCFRjWsoI1B5aAQAagM4jK+wYQHuQB+DeJQT8f2SJ7LTq+MGtOA/l5W+xBQExZ8ZOI
2yjvbsW8vMs/YNV4tXsv5spLduEoh8dRFs0hArpyyDS9+xrTjvS+l0Br8cXi1E9NPvUnQ7ose0zF
hwMNFUFsXeYPBuJtfeNGS/pAqkJFgqstx9d8oJJ0BtG7KCQqfCnxMiuFgQmNM8da2AcRLdIWpXL7
gJOX6bVK2Kpg8cV2SS8BazvpiMJKCyveODGxF8BIf/CMn4eD3i9NEmjExf+YSCkSHChLPm0SsfRv
ZWs5SKFxE76Eg0qP0NKaLSCw1DpCyRi/1IbnXp2pZX7PymDHwKcFpW01FixqD3WISozpYem7KH1p
dLLjAdpriJZJWFvY4u+lMSaP0yzjK8SA2ci/8dulHyMRpU34bKEM8Sg/w+Oaq+Red9YRWNThKC+M
CgeQ6Ed8XxP0K2YXHyKX9yB4OUjz5Ul0JJZMJa4BvzeMsTyEpbHmgrNMQbbg+KNnyhNbRvIqiqzg
9rZan4bFBxU5bWTJPB3uarXtCKHzG9rGXRojK9dkD+MNpeymXTmzeWbcmb2HiU5H0akq8Yix5JBP
uk3pDr+b2A7Wr3o5UyMi2tsMSmGWHsUcBsCSuQJF2ej3GoIVJ+i6wfLZxGJjTZf+hA66IKUF2jra
j+nMTAQLMoiMfWOzm0ZovTR3TgfvHNNoQUJcKcpNUjn2Hr0vuBIPQXnMjZlV6Q8yYj8YGi1RTlvi
kvsRpA5JlFWSds/aQDwHQCnpdyXrhETZxlMrMp5aLpbGjcdicsNIhTBeWolNOkWuz8YWf+KQXfGx
vniiBVVN4sFGq6xD2kePDlZuJpgA2EMir/2U7t0mciiHYLY4zBozZ/20q+kZAGAc6AgfSAwUyxYl
I3Z5MzUfnXpdwuVLtp1Fax/BLcDpByrDrEp0w8X2Mn3bqBQjMFa8j1YuxKtE9xzEjLZQ9dA6yKGX
z1Law109kezEQ6rjmYKYh7VsYofaG3lLINTjDMovOkI+uTJKr8vIszFjtHuoMAIgOffS82RontpG
HcrT0FwGvy/1wp/gA/p4GZv7YhiTvWyLdU9jftEdPMN40sedQnWJ+bXpt4AVGOJYfCi3KUc6Cne+
zHFN53zappVyo7qaR0eRzBwiLkYKprqqVz5kr/KcIHV4SDsXZ54OpW4kv29f9Ka+1V2aGmDYw67t
3OIVYYt7ZejMajTi1/9Kx7gz7QHPeabKB4OIOXbSkf4MQIQQqFn0n6QRiSfZrFh/DCPbGSHLLq9Z
Yo1L7x5RnnRYCMgq2KIQz3noxsnwBFEZGEbcWV+sjkvasprpzLK9vLhG3R2UZhsP3TocVj2Z6l0x
zU+gqx13U2hGct+PXn/WvXA8EwFBbFJsp/hIuiwAgsEjM8dQ4nUpVHotAcgxSJe4cFciBLCiwEoB
xwHMipcTFPp4V2RpgUcrDz/EWI1hjjNQ+zwn5jqi08bkbGK/OXQmUnYUAOpr0Q+MBqBtP1ujxWYz
TGVLdnSCXUU23Qd4A+Z5YXt2ZrtJPHfu6Mip7SZ+tJ3BeAKVY+6gctfBPDWIeUgnjz/WTd2RCOLA
tO0q0uB5MDUHTnT1Jc6wt1uxgGoLmFRtsfdjVTWZqKdclSdA7Ld+INb7IWoto+9fyRlaZWxkRRmZ
/kpCXk7VrmSbfBS2GZaEOVbOwEmU6VjKlyrGpEwbysjXgP0xW6MqtrWulm9uPzrbMJtLEHUYFTax
JUCRtu0UbqJ4HvaTXjxPmIb2CcmmWy7S8MivMkdlXuY3q57ByZfyNESENzQOqVn/1Mf/X/WxZ7r/
47LvXA1Jl3wp/1gk/+urftfEur9RlbFRo+T91/Lu//WnLAIRu+KNlK5DS0uV9+/+lKbWdE3oViz2
1oXcvzWxJi/oIZOltEa/oYNP/zuFsvWn/tQwDMQ1XE22tA1Eseb697/UycncTgOxE+3RLkPpBmmq
GY963CwXJqb1rmpSFw5ADWOw02T4DHAYqkBRhietTRCjtvAUZQ5ks8IgtCeOipCZ0ciLjetm2rNL
3xewx0DzV2E1YbuVqgejhEibthBbyd3NX4TJY7ZeyZdRXIQcxQIfeWlKwpwaDnUj0tsJUqa2HKqG
MhBbhfoLYi3tyK8dOp/ACvGGcox/AvHy2q78+gkQPtyO1QixUrWGulKvevtoBjBr9v36c/F9/9JC
/ZQl/ypDZln7396PWQUh2bQ6RBH8yWdoapSpUZbVx0mDU6qi/Ot6Aq8E4Z/37R8E0L++ExfJn99J
Wgw4wFYjyDatP/1kC4+wpYudnFan6QITeS+5O5ArIHolT3ARxJ7ogvDxb/94GC+kbjhcTC6W5D99
nDoD6KLsCI9z4hko0Kpq7WjR7GBQNmisv/9uhGLgDwXT7qAU/+O7RZ47JWWR/l/2zmNLbiTLtv/S
40YtSAMw6IlrFVqQwQlWBAW0MoNBff3bCBbXY0ZWZ3bNa1KVWUU63OFwM7v3nrMPEBxz8PKrSpbz
Dhswp1ZdhI9/fS3rg3x8eVLANXAR30FBznj+jxcb4YkksNvSY5uMBce9BJvXpm3LehNIi1IEcNuN
xgp2GfCVHJBud802VUL9258ZBTtkX9TaC1LM//C1ImD3mRw72bHVOR6pUU1qI+IoegwF2sS/udif
nyHPZORgE/JLXY4L94+fWbZh4XRSZKi95vmuDqTakKWuv6NZyhMAIylHN79iePc31/3zrwRjiLAs
OnGC3p35YV3K42xIY9Fkx2poe5TzfJuDowfauCnonr/+Yj9cy4Wwz8k+tPAFsAqaS1fi9xXATY3B
6pMwPaaYDzckuTAyb0w5neNpcJ7++lrLa/3WD3y/lgfoDnC4b7r0BP94razsBCxznqF5mgcLy4tf
norU6a3NX1/nQ//j53UcQZuFRYbH1f7jdYiYVZJ0nRQGkteTyTJkfCh3ojsf9bDYE6QW3WqUHail
GYBGtDUJS//ZV/u/rj/Le6B+ZKFbfNHAIz88O/1k4ff1Ot5DT44ViJYWw+psxFeRM5UnxjbeBsnE
9Dfr+fst/HCLbZYgMA7YTVCufvg6SXFHHRwR7JmggP4kQZ2cENZM101WJXvpNETEdEY9oh+dxpgh
zqCn/khs3/iN9kpLlgKdkFMeVdEhXoQcEVrKUzRnxt1ff0P/6n16fDGLgT2kSyU+3J7cc8hT8g3j
AAdbvE2TduW6ZwzEV1SIQRyQaTY0OzLDx/NQD/mV2dswLpwqio46r90z0r7oOKJNuQ4NofwdeLw6
Q4kX+v3+r9/rn5/awORu4nHHwyPEx7fKsLurkZ6C+gjNKWd8GxB8BMGw2/71df78SwxM1hgWN7Aj
C8X8j09tasADj7CZ0ZgEvx6mC+GZKEDvXCjXe/jra31cznk8AxNzkc3u6OFKCj7c/ylQnnLHjOW8
lvkmDqJ+Q4Gi1yCmc+rFhXdOvOLZ0qP/YpRVvB9rr/ubG2uZ3vJL/OPjGkBJ8IkN4VDA2/nwmQuJ
8oRfRnTw9SCno/8eWd6Fo9McYwRPdwYTjjdvIden4IqADjdJFvPPSMKZ3AI9VyD3T6HW0y1lGux2
8m4auW7hgkKdy0uCrxNFAxLky/1cONGPftTFczAV8xX9x5EmXyvFUk0SWVgG3rmXJgsuFaB976GI
ehBJYx46kjEuCeJMvYFhaoD3G+Y78vYcTbpr0t+UqPdfCzKJ3maDY5wyGijT5M5FP4Cce82pKltq
6ooO5WFG8a52GRZXqGa+XM4INSpwfMS2+5qgu/5KdIXzNNCgJJyK2ESwcUjmfxR95w6bEmBjAoom
S65ih18245R4Y8k+fdMJi3etYu9HXKNsB2DIsZHJuglRdEjDmITwRLh75AIchip/VN8CH6pNxej8
JSBHLbin7cHzxq8/znd5HXJ57BEG3hfF2olg1n+ZAdqQb4XGwl/+rvJq3sbk4WFt00HRekoL4zGs
nemKfaZ4bttpuHm/vZEgKsOuEvOucVqS6uoZOckRKLNgEozh4SpHIws/jriQZuu/r1ZMuc/Ye1mh
Ams0vlR1zhNZmyOQ6KKw5gNCDu7dBK0KsLlpJo9g09xPWprQQe3YrG4XifTSZ+B1hiRNrhBixxvV
+inDbgzvCIHkFEN8IWRm5ZKP85DFjvOEEZxEPsPm3pbkSLwVcWnvkCK4r3h8kWrwo0FVEaXlfOcN
xkiJm8vx1uzb8Sad3D7Z+K6VfilEx9I0W4vbhun01lmew3IxsAWaPtR6SoIu3czkUyYbq6znXdUX
PEso0OareJig+EaUXhM6w36+I7HWXPzanHN0soRFZHwAtcJXD31b8YBtTYjer8kQm1TfAU+vt9Dl
ZUSX/aChSF4TJ2Y8CnqAfI+xO12R95ad8qDYhrOBvEC6401tFO0Of4eFmw2Uaasib01km4TWnZAR
DV7hPMT0NmkCpxthK/PKcqr5pFtTHND4RI9x529rV+evrajyq4mrrRES+zfl7O/zdG7gnEUj0o7M
eQkCfnYN2VUmIawrGibOxjTGeW1T860tRJK7cMRBhhYdUhZ31X4O0/4mjavplFnhLklo0NJir4Es
OjTCDI0mpxzIqy/5WEUeyDUkswI9/IIGVm5Eppf7goXNucI3eyNHrCpQbsdNPwXumg3H2Xlt+iQi
gbhLNfa58Io1YZ0ecp5q2GO/Ndf5TDJNMptiEyIwXCAR9yqZ3pB0vzbaUNvMKJ0NbM2KrE3YoIYZ
fG6FipB4OA1qwDFgV9ON/aV03NPswFLp7fQatcGwgUH32PfRua78+HPXIPFO3Gk8JUXJAuwuZySS
5a9F6jgkGqv2zoKGfzJ6YInzLC7EOE9Bg98ZM1UIorK1Y/WdXnVzmKwa+00V9RHep9jJTlbt1tYq
MmL/or2CN1QXwLNX/WTPT97sOrtxKCAydj30W7rO7Q0HJTfZDIL1Ivch7DMhjZ/wMAwPU+1xfqjR
wMWrpp+nq9zHH46I3t+5OcTnrEzlcSwIdkvasOSinKKvZGzeB94w3PuEB26dWevtsv/QX60b4LYI
ispb1fkz1Gkoi0fgDRwF7BxDkZw4i+TByF5YCbVG3JKyFFUDLdWIHQHNk39oMkofzfNHBOpU7cLZ
dPca9SYq0MYub5TZPfvFDHF2gLzktjNmurjAUrfpiGLIdpAn6OxiiN9VWe7dmlgedsLX8acui4ez
o4k8TKPhlEGnJX8GFOkXB9RKtPIqzCaYXKVxrEKZnGgr4riyB1wjc1/yYGacHSgRCuOumKS/LScJ
K40Op1nS/tcusaudO9KcF5UFw7b0/E/jMIfz3vRSQl41MZPYYzmPwQg/NMjbrkejFRgg1bR26rpZ
G13rH6igQ/JyyH1cNZaW3xs7CLYNY/VT2zlXfolELIwkHj7ElBfXQ1kK/RK8g1+Ed0XUkhwTOZFD
8Z8lLm0KaT0aKeRXqyPjnS81fBg9Bmxswox5IES7X0dC3u98wruPhEiqTVDDUwsEjwAN/GY1RbG3
HzCn7gSdPSwRqfuUT6q+JR7AQRFqZccoa+0lCyTdOBgn2j6y9r3n8WCH1ZWgfbCOytC+JRSdyKfW
dy5hHDNKbMCfR15rbcpgqPeFOTe7YlbBq15MHiw07bpXQ4qSrqsBGeSgDPdJD7WCgCELnKKKMFiY
o3ONsrC+MWdAiwjCSWhviE6othNRueTWZX2xL/LKf/FyQROnbuMz7eGghlrnFsfJCKfvHeX4hWGl
vutcAyai04Q9gdd5xZ5O9LhcV3XvXVOxN/u8xFsZ9VZ9KqyJQIW+a66GrCyYOHrdTaDG8eC0BByu
05AwRlSwxyFAKNVDRj7XeOWuMl0FhPz15VtetT6ipCZsP7kMLndCZPmP0CsxaTd+Ux8xodJLygr5
7KvmS8lLb2VbuwVqihkKpIrm/tVs3AwFtqHgzjcAWdlcTagESQU3Lpv1GVQIeqo62/KNp9u8tL8O
RgiVGD4dw8LQUdsqjicEh7p+g+vQn+YxMzZByB4Il2TeTx7jIUKjulvL7NVbhi74lJGeUIL3DQGq
dOveBcPpPXWmrnz1lVF6ALPVrcbkR2JMLZxNRahq7HYVZVJn/IBUVF2NXmNfp4Onn3Cf9m+uTIOX
WId4lSo0UPiM4PYixfMYNfuEUVVldTCEO51sG9bFthQ9YVO08c28hA4d9IW1ytoMY+OQQx0RzHQn
e/I3XdHS1bDbaOHAjA7vqhsPbpWZV+5AGnmRD+wZhL9NsKa0Fji78zohgSJrx4MVLRNRWTZ6gyCr
ZjmboC0GRF0CGSdrCd8A5AmcKZySUGyHrD5Qmh5TgiN2YQ59rmFT2Dtm052aOdVfG2ojKoyElEmY
5D9aGaRfInt5lOkomVeJ39jQ3m05HoTpRM8ocZ1Xw24Moi/0cImCKX70KjAjVs3Lju4YPllV2q9s
9KRfosZNOU6a0ClU+sTBONp2kTCZKLX3wnkmPZLB+czyGhURD1X5bHqVuTID494n8JU882pGBBjs
3NmAUlgxVmDmVhLQntDu9BPAexU6w4Aam26/iy5tTN/ywk6qNaJagfu8q9kqF9KpYe+0GL5j0wz3
1PLuupV2uMtRUCyBumgES4IOEDQSzKp3eCjQbqL53wDCYoPORus8eSVgSothOy+c1DrY2xMYpLKc
ij2hQeNDi4AUlk0QX2VV/8NooD61M6B80ff2KaWxu1V0s06pnIpDaNIesMeewXMj9b5JOvMtR9DL
ZMtl1+EgdHJ17W5VmLa7cugY7XYjVBNr3OeQhFcOB641RbUgHne8GYRp4WEdxcGTAGbNEomdagn0
QrbLBlFHt6OlzFVXZM0u6NT3Thr1tjHqeW+JtF6VbfiFZNtyJydk3h1q29Ucm8dsUJAWjNdUuLsa
qTDnlPC6KtWpNNqXoZxvNJFCTF2e0MtfseTSMGJWdEYi9QNm1LMVYmi3q33DaRoHPDEGZjrggKZJ
6XdkTHjEac8y1jhSLO+pXrILzNp+G0OLgxVRiZsgsY8FcNxNaKO61c15TPyBsaH4WvYhTs6SrvbK
M6gIYtwEn2Zn/jqCyBSZtnctwTgDmeBT/MlsVAySUwb5yZVNj6RhYgCMR8Kat32bfiaCDNtll1y8
9skMev3YBm24TVT64DtxcvAxExII1evPhi2D7Yhg69BTw1y0lrjQYL3zMwfk4zmp/1koYnXSshXw
xxOCpdJW0B4dsqWc8MNk3NfMSbd4xN5Ta8R8wURsyF1SjveEbIXfGNzjETWagoYOibcqMMHD2YNz
7oKSvIJVm/QjLgq5vJ7d5tkr+hIx0Liwou4YM/EMd/6QN3JFV9OFjotM1tqBzUHVkHMeOviO9o3r
jqkvXCFCkjFThzRNhRooOUnoWEttRy9BnEc/VCT4AXJVRgweqgbJUYRCirTImrIo5rHXm5rlhT7T
MtNAfxG96JgCITJaaoza9s6YIEgUY497DtpoujKgwBPUB0W0m1phXmeGl/bbbomyKbXPsjSozFkT
ZEF1YqVj/z2biS3MxIQlz8rnnRVL0sVyUoTi0qDJHZPTcm8pr2MIKalE4rk33+DVC+8KJ9VS8oZd
Pa0Tr1EAQnqODoUhzH1jEZTF2Z6XhkltbJOaAn3jTdD7fMunvhpE90UUpb1JJcc/JLbNrScx+iCO
OGKTztYzW/7RzhUbqXKik5N4NAUURX6gfXoEy6Tm/Xp94xrbqRbyGAmy86gT0NkQtPT5/Y8Qb2Df
m4Kyv15iDH3Pmw94IglTL4GcrEdp0yXADHUzzBx7DIpNZj1zJbBvcDMxW3qEc3Tt7r1RTH4GY5QR
YTa+FUQBJbn2qzRNQrC7vMUyIeUIbEMFjMlTn+q04wOkGa/IOjLfKRovt15aWJ9LbfKtVzm5k8SO
yyNUr/E2HznvztByD3OuiZ1spgldtMnncmG0PDYeZV/b4xtbowZu9xzVqO21Lny56fNoyOFG0xWh
ecliAOaLiBCoELXbe6DAIhMLSwKbxbjAeGpeaf6lezPP6CgG8zmUUiFfKUJC2dg7YDJUkMx2XT4M
7qVoO/PaswbvXGczE7LZo3kVzQill+fOILhs12d8A87cEfIpi/kuwTdGmTQuMUw6QcJlEPC85LC6
812hl3tS4EpChjff8V2N17VPIJagSbleYgGu7MqqcFbRilOaVDQfFsMN+p8ANhp4PYH89KpzTV47
7JcXxCP1ENuhAXClJ9ycTKtN5+PvGCvf/IwSeya1xZVHv1r+37rjblkCYODacvzpqueFUMXL0Nu0
g2GCivRceLEd1K5U8dwnBsdrAqmw2743nqA9Rz9my6WplPE0OTMvCsCjfqWVWGFYhf331EFSuITW
EJ36JKpfo4Sw0SlK+OkYCT9h19HMJocuOkWNVb/mvuqOYQt/ajWBpzQZkheRdU9xwCesbEH7K4qx
9KyDiNjQsErtC3WL/NSFy+0tIU+fdM1t6lVt3w95B5Vt+cHaKk++lXPZvOJh59KjVv0JLnV0BPbJ
A6kDQ73OmLRjk45c1/L3QgklnMX3TXuqJ1SSLIOma75WZhCiFCO8VfUyOpkd307XRfzYR36BkZ5C
OhYVthKAV9u4FtOVQwv8qilJy8O4NXnrWczWuYhtCJiOiE5e4fDOOyofb1MtfDQTS6laMRYNNt7y
FAwNrTmv8WgpeLj713nQURMOoeYp8WfzLTYz0hFFYIDJSDC0+DhYok1NdYpvmvUxdLlTMfbvx5mC
4IcfNXzgsFueQWmCmIc4Hp1SiEAR54BpPhj+kmoa+JR9gUj674GgTgaEbo2fFTjyL2MfLDFpHMgl
rdQm3iYcK9gZ8cxfLNVX18nQ6ccU8te3pnejH2k9hqfeA4VB8A07k5sO7W7yfIDkIUqu42IWe8nE
EqioJBIrDJ00uDdFk/5Kz/yPEv/vhMACR/hv3fPNa/f6Tz/09Wv5/X/+6/xaqVf1u6fZ+vlXfkmB
3X94AcNIz0TpTlvCYhz1K0jbtFHh09RnRhswal9CMX8ljtFx/6W6h/SFTcwC/c3QyhIEln0ge/0V
6ctylzHab011qlZqZB8NP8aAACflh94+q3JQZPEozqXNz2ONddoaiLeHg9GuNd1p7Lf+TzNuXjp1
dF1XE1pD6ZkGu8DcIZh4KH76eBUjKly9BohSHIhBhHRnrZ0eFb//bgTOf7qCSwmdZrjufjqGJ9un
Vegqg/SDXcdpRVx6t1Vf8b1RMac+eBDb8NduQsOoYDQJZormNb2v6cEIZhIAZ5qOdAzJPwEegPAL
pw6efmVeqtEqvHWmTDAKvsTIdijaQLe3pITlD7KNwhf2fIcYGdSFFmqiPmvONBSTaAtX6zOzBLfm
EpOYtyP5ocTd+75JlPJUlVunToObvK3ES+v7pIWH9fAFgD/SOq8DcalZm9jgyYXIehsjbO0kRkBs
jkGNP5fFMSPJ5guY4/azrRy7Xll1Gn6tw+BrMU7XgSkzWut5OR35j+iq18K5Sb3UPDAes7Zd5oTr
0QGSS78wbO80WwixgtNkUkrEePdQGwMBRCOM9suNxLQaLK9nQgb7VVtaPcNFhAohJ87ysz/dhcqe
aKVkLeOSlDILpIORHgjTTL/xPHh3WU7/c9vXtnFDmAnIMk/Ig6rZiVCFV4/J7KM1hm17i5bQX/dw
+RH+Bp0N3bK3PxnEjbsr0drOTe0utQLbKFgM+hyYv+ZzAWcfZC+9uK1lV3pL3CnZFKS47ZyBzHS4
uCP5HFE7fzGmktqHmcEeIP98dImT/GqWtn9MAFA/4D6LrrXR1pfawP6xp9ycbkY9i94iVKR3O1Ie
V7/+G5oTzfcrw7PJHIAQCXADt2EfupU8ZRQbQ3UqIwU3c+N3UZuFOxhtOLgskgZW/U+/OWmrmM/f
l4n/rKh/s6KC7hYMUf93a8Uz+JC0Sv+gHPvnX/rnmup7/7AXXxO4BzdYoOgMDv+5pgZQHxblxyJH
wVsUOswMfwHTw39gNQKVjjSMCGg8UL+vsbyaw9AToYxtsyr+O2vseyDl72ss9o3Qd3yfl+RdLLXb
H4e1QS8I4ppi6xAEU4XivK8DBlEhJ5hqai/p4GyZ/32ZqoCcbhoQyZMJF23tmk5NtFesr2k8ciqV
PdMHH6LeVvoeOtgpbs7EDxePLMkYiFHhHFnNH2njA7UG/vtqOk0u0w06yfgJM371bHcoOZtywBzc
24b85kVVfa6TOLwwR/BeWUELYEC28l6dBsv+yhZu+NyJ2viej/74lDt1OX5fhvR+dkqBm12j0N/K
EidwPGZnkzipYC/6qEKA4sbLidHQ7rXubMvakELLLNQlQXwF4LXfNgEZhn4rodOVGDM26M3Ga0uO
xUbmSfClyBk7nFXXB9yW2rYPFny+S0bLmvg/gaaY3bEmi3mAp4CmFzKkyt/ccq7O8QA72Qtm8n8Q
eH+WmQLubUXuxsD3toZ5NTzT65sWwjVgZoTW6b5uyuYW47jp78cocY/m2Bsv7EUpoFYMyAkzM4yW
WFZpCPWt/9yotO/WvhgNsJNyBj8wZpHZ7qIwJvzVJ4zDvmmJhG13BrqPR9kG7qtu3GRGmj40L27s
Bhex+LDHwVnucm5xL5I6tB7D3MMaOtmD9RinCAlWRePx8h1OMM7vBC1dK8fBZOZ3itAfBBqE2wde
T1EWJGGF7022Vb4bKl2fLVlgFH//x8LCKbCOGiHFimhs/hxBwvwdgkBy/9IQ2fFik2pcrr2ujJ4z
erJLhK2gb927nKiLBBryJh698Dmoc0evqy4Kny1tICyWAYpAHk3XerQtj4/xrhQffEIOSfcLnaOT
dN5rQ36YossW0GqXo6Iw5BDB58TdcLZjmgPrzJ35QO/mdEjdbnbu8rlITuy/vIEBB3289eOMu8vp
vyEhtOSMTX8XD7YHiy/bBKOPozggwMq+jvqC7CDVRWZ87Jo+nWE/ZN23LAMthWOXf3fH5WWTGlvg
nkTTrl1jqu1VvxLGUv+5MLgiEiSXDx/MHXzd2QaRtpbDyP8yM2Q4uqJ0jyMIUFiP2G9fRKyNtWs0
fIiIudcttZG4vF+R0VA+7npDOMehAJ7PVrNktDDajZ4HyQhs7bgeiHZ3sHuSxKXlvrKb4/yHAl2f
hSmbl5bUon7VeqM8QPn23Ls4I+wrZzxeH1MnlYphinacdWunvH7sUCzvpxI4MFMY8cldkBXP7+8y
KGYdH4rJTcnks2isIFgVPGUGTtLrUBbgB4tcwUtRAgkZjdW+nR+6Ia/zXV0sX6ltLvcnyCZTXXdT
uPAGVH2eZM2/h1MKGwK+qhLoFLAggfLigQhLQlL8oWCF8jllHNzStKZd2jbFj3n2eCIzYSzPlGXj
9489Iyj3GC2H+uxb5ajXiOfG9ejn3bDpQnuGaSKGeyqi8bbPpubF4UlzmEJoK+A5rRggIiBqLl2g
13XjAXjzbKPtV8pW4VajTCHVUCp/Mb1H5yycwme+TIJ4MMBa91kyQYwspGpeOleriNhNe4S9EDr7
jFSc3exY+PX72LvTaae+ZjC3IIyz6TwXYTE+BALEDH12Hmxbkr0HEKs2LujpDD5dmdcO1m3ySdfd
IAs4smEFBIJb1s+HEQ/rYcAi+LVtMt/ZWoz9nK0bDYgIqLfdYwxf6+hUy/2dxiR6loh1LkLDCueC
JS0mugtb6DR2vDU6Z1gxmKAXXUq3wVWz4GSKIOGgy45xhzuouofFuzRS8oLJhp8n9lOIymJnIKr5
7vqlc4pklx6yPrC+FUSQPQcxwp4d5/XsggAm/e7g/n/Unjcdm5LT8ERIzbpOjSeYDvI5sV1EI23e
1YAegnQPa2IJEDSKizUyKCCzqtqZQTkxHTLn79hBcn4BHKvONDjBn/RQgYkZw4j3ApVEAT2KmNVh
YrKOmmS2q9KDEcRomLEBjBlboAae/YsXt9dSQDTzPPC42xmhMhaZqZ1OFfFkGH+Me6s07JFcJdqH
FP69si4FIQvtHePs5MiEY4+xYNzNvdOj/MiZvOmKrquho1tkHqwmk4+g0mj0vVVVn514gA7RhWqO
97hOnEuTV6b9FDVO/TwkhXwgueA28fr2njTIGMq6su4jSFcPlU8TDOpHF9y0aIIPKfy9rRkn5ufY
HsazGwWPc2yLT1pN9r6GjwIRfwBCy++jKZpDL8flhz8cxgYurW7sW6XIdhJlk3jbwkxM0KIzIgKw
lOadSup6O9oMLopMWgTHU52tYFQRWoF1qzI3SZQMjHjGslhbLghOJs1akybRFoVeGxZilN5p6zVp
ft2jXeXBS4rOngl/6pg3OnM1XSLGuj3NUbUenOzLyPZ+hmmkrzvb/IJOqL1qFKnSK2sYGwH8Keou
SpCb1FMYP0yhAfp2zKy73BLdjx4uzpcpjOv2deyIJLhLCV2Pz52cgc0xZF03rfxsg1O8SxIrAlJH
citHwfHSd4R5gXtc9di7T1o5xo2UHZEjthNPq8kvvxcMWS7tnALv8yb7LkuZp5MjEmElTMRt2IQe
xcIAfSOvEkir2BCaa7IekBFGrV1tEm0ady7aOgQ7ethyu8jBcMV4auhPfUl15669uiErtDFPdF6f
O7bELWg9NJuZ+WLZMaOYTF2MyXM/DwN+On5zEyPzSFl025MEWZob3zhgS6+0LwkKGbpV7jOgT0xL
s2rWzehehgTQdY+AfW0nGMM38Ko0XpbJuGZ6aSOWSS7lENQHu7A+RTimVnEhypW0a5eGU5dvxEhU
q9UwIFM2AS4JxHl2ijCa6cO3YkV2hmvtsGaYZNjZjXMXxK64ZVjbPdQw/9joK8ItVZZ06FuA9Pod
XBSZe6tGx0/CbK1zBbgKkAy+UsQ3GCS7snxIM8g0hBFkhLBWZCGMdpGpxcdjrHQnyClg/oEjcok0
yR1zejSpws+TcsxPZF2yQAGxumIF6skupX7fdGV453Rmv2+YnvOvttucHQyC94lH9AtBjmrY0rMk
xyAZauukocISTizMjYywTnYZoJw8np5MRU4cAcVAZXXyOQMoswZJAMYrHvv4qWdovvLV2LHjKof2
cTkeRjOG1REmAZk1gu+hIyuOaI6STMk10jghd1OeePwSyi5HCsnA3U01u2ORhAR1+2WxbwagME3I
B+9hKT1EWe3v1NhG2ZbtkMDiDHkDglYAZFG0MvFX3CeRQH4rkVlsaKeqc+1OMKpMPE5n+iuE6Nr2
6Oz4OyOqDRg6tCy9/lvWavED0vmwJVuaiUQSdsVXOhftIZQhEPblaIXXhN5AP8EUdlGUrYsyE9vU
aJstg09alTrQV0NjQbydCpA9fUsaETLUM260/npWQeM8sb/lV11VENCwLhlX32YdWgqVe/W9LsdY
3BcYZIltMKCn9h0Z0EE1uG+5ZZvxLoRxww/IXGQXwspvAAQ/EL86Xqpcqe2kczDRmQqiO8Ux4Mom
vpuVd3JizI89yLPZyThjuSFTfau+nyOmcysE2QTH6uniwSq9bgkKlGg1W2Oja0+fnLrozqPVTvug
Ssdby+vUYzKUp3Zoz00wj5s2tNubEkrdVyxG5r7vWnmyei/ayzh45qA27HzFLMSX7l3WT0Wx8vo8
z3fZWMbFCWvxYO3ScAYFMzChJLK0qOpsVRIAeq8Z07+NeVkA08GT2JPCh7zBISKHECDCcnKGkOXX
acnQQSwyE0w/S4J1mtTTb/iWH9FdVKTuSFokZPDAxHSMYzSKPQIKHxFm8QmmJ7E91XuEj1OZr90Q
NmggOMilAc/CMR9SRF1zNuXbIM8S/57IOQ+qRMk/yWEl8yq6rRvYc4yPVtIoCIcfPs0Jo3jXkUHs
38Z206K1mo5dyQ46HH6r5G9/thl/9918aD6i5XaWQDL4ifQxMRd9UPTGIYpyO+Zc60vpHgeHStRL
E/txnnz1LQSL/DciYu9PsmkTomSA38ZZPAX2u8T46+s9vlf1P/9l/TcJ0pNgck0yIsyaS5dwdFcs
zK+50aGvtGv9NSFG272O+0A7RymFE01rBbqrvMq8rGDl44e9FS2TH5S8vXVdGmJuTpi0wuc+6cIt
AFsOgC7cYY5tpVDfzBhnGgU9gI8HWxiRxNOby0OqNcfMJvNea68fugeMu57azajp4PNXKPbdL/BE
YD1FwUjBFkeew1k/phYBUmY9gpZtXgaY2N94ZKofwdxXDw50JAT7reLPEzHYvJgl/KwLCnTfWNZO
kwILqvXdbCitdiHAV7UP4loeJv6gvHHrxhJ7mTDF2iorqF/ea+FStNbf2A7+JJE3iRx06dTQAUdW
/tEclHNChoRn1geGtlR0XppRG2iroFz766dreXp+a23zdHGhcNEF0ftw7I9PVyCp4EjNrg9FUvAV
N0FZbruq5fvht+e+qpTMbWrDkSKEFJ3m5d+9+uIEABMfuEuT/aNbrjEmyye5tz7IrLEfxcAUKm3T
ifNjIRHfGlxVdD5FgDEw7v0bo47FUOLDZ//pD2DCQJDHnz47YbtGVEcSCKTV8Or9EGv3ys9b+7HC
jVxuXAu1+mLRr8/4qTmjmrLSFH5V7BeH2B2tx/e78Z/25t+0N1nYFrvE/97ePJM5o7/m0x9HRu9/
6Zcx1voHPbVfZCabJe1XczP8BwmJyxQJe1vgvUc+/v/mpuUCZ/rXzU1oNssTafElvwdF/lsDpA8P
Gr4hXLtLa9UhFNK2P8yP6HkmMpij+IQOkQQxx7H8O4qjmRZ+1e3BFzGyNN8y+HnHpnVJ6c3qILzn
iNwdSAHp905rtXuTzGxz/dtt/Bd7C5jTP701bgmDNpNpNn3ej36RUTEkzm3infyeLOgbIKXmTTCj
elsxAyLmzVoC396j31KJ8pvjMFoC1Jnle0RcUFUW0govIDmuoYzwP4GpQ/+XLOFyLnOHlzIBqC5J
tiF/DqiCEWyK91i6UnkBGXWu6IzgMOScsd2fEXbWz0C7+j3dLpkIumMdWELvQq9oSaFYsvBcxOcl
Snci8gJJWB4qQiSWMkTXpBOi9MIhcG5nS2iK9qZYDbItacAVNkcMlErtWzmV5r0bORxBANJyHIHh
ClIlyD1yGPrITopTx4ko36XvR5mMMJ67atFtL+ccoFbPYxQbe/Co8tTGmbXX2lFfUzORN2HpgZil
JidO+NTUQj367+epcJz2vtIdGeVJDyy0NzapP3MEQ7sorlvXmS4VBzQjpT9M7CCnNvTaL+ZyjjNS
VXOky4vks03Ss78ytTdcGdhS7kC2cxD0k0lt0WGzjfnzg6nj4kZOIHXHOeQQqf4fe2e2Hblxbdtf
uT8AD/TNayJbMtllsVhFvmCwSBV6IAJdAPj6MyOlY8uSj3X97heNIVskM9FExN57rbkU2Vh7DNTu
j64nrz0SYC5nmv4rg0eyPC9mWIrLhIIirpOwfvQmYLET9BGrvANP0TtfixTq+WwZ+cO6yh3AErRn
UaWeF5NCqMkAhs8+XDxiiJu9oHYvY6vzYYGCotmBa7WOs5NgQwEAvHFWKK2zibrWXQcVY5D0n7jq
8jb0yw4XT2XegH2NbjRRDaCzWaXbpDGr72Kw+uc2AGAiFSzsuBwNsDl9vpLXY89nZzKDzzTI/D2Q
ermrJd8eidIQV8vU7ey8HXxUQJO7X6UiLUCUInsveew3jt3N8UCOIh3KlJ5ZMKl7Tn/Trad6Ehnd
PDq4Mqt2A9zZjY0Wmi80OJcMTQRyhxVhGMxBHumuDpK9AjWxxKt0/e8evyQ25opRYRiNOy9S1rud
FllcF8vyiy3T5E6SGUJLlnOdK9xJxVQA/iuDxpVMniAjxXXyi27bKmchpXUACn1gwGgjLPT6ngA+
WQd2DFWEhiBnp2VbpRUSQDwSxrM391rTZVRoW6iSbiPhEaEycx1PU7B2WF2sKjunsE6QG1L1O+6Y
rLE7aabRlO0rONcFNOjE/YCbTw2XV6p7XkF0nqOK6PiNWGV555EiuHfaKIntMNdvVxZK+PaMU6cD
7BSqb2A46iloINkfgrL1T+XQfY0ytf4IpnXeJap3T5GvZcP+AitKWEZ7z0qoXqcMD/1GAGgjhRDx
rAY4EtoWM3RUCy6JLngDLhCNW08iTQTcZIXTvVMLes0W1I4NUXz0yCx6OPV5aYPBxqY+Tac29elO
AByBWVUg9iMaCtnaZkKL8tBXrnryOaoCCcF/NgO66qsHevzioOwwI4u1nVr4tJwTpq2AXXPvsxzc
1hnB5uQFVfULc155yUdnoJvETOEuoXA6G5LxxDZwpPlApdE+B0yIaTCMubs1W/5/n2c02nXWkt1M
tHnvoCNnj7mtyq+itprn0BssoCeklNZCQV+B5BxtvL4sP4qU6MNNTosaZZfT+Y99vlTGd7LBVoB6
UkYX28EmsAuw4XJTBG2/vWvW0S/d6sgbRgrqNQ0zInAWa7pYwySPmEa26I+NDthtmx1Nu5gQ08rM
vc2iqUBxOXVfPAfs9ybhUPSkLd7f2qnOL8Ey19ax7/r00XVdwXFpGcoK71HWv7WL2RAeSPCKd+jo
gOoWfPmOh0VaG8+apzsknxM9YPRtGdRQnTdcQlQBjT3go/ImQnM2VTpMP1nfo0tEnvIeyX7/5hsR
fyKNzPVM+8LZFwv29a6kdSmVR9IRKOYTrsvkO8EtFv/goWOd5yUvHVIaFrOFZjSumRFHjMfBEmGJ
OFupRx8iWOxMm/NA1kczZeGJOndEmer719t2NMLstkYsAb7J4UtOVrBDnfpRODDXVYg7ppSz85Jb
gzjhtg0eI2Ip+av1hy177DeRVzoPkKLPRDqy5HjVOV3C5GPu21MUwBf1PWOOAeVgATCJhBS4C+4X
rw0OLroIfmCd7YeGFx08cx6qe48pSmzbo72ts4Ucso5/5KFpvBWqlE8d08Jb15M4FnqRNa8YVaaP
yaGLXDqA7DtCag76XPKjMsr2g6fUAw28BDlLRxFM4W6h9Xnu24kgCbbT7tYJAfgyD8sCJ7Z68up2
42IQp6aoEp39Qmur3ZKrY774xTA0O+lLpo1DkIJuihpCd2jggUIvKCVXZNpDPTOPCxRSISYuB1Hm
kxGPdDxecwLeXjjCcbuyd8MtpgfDdMvLYvpf4Mp7h6KoU+Qlboe3CUm/c9fnyFlJ07bshwS54Ykj
Vvu2tMmwH0aj3raDyf1KTKKseVmK5s3xZM3vzKdP22rKHcA0V2+iXX0XSlrePcsZb1G/wIbFfDZt
OHehOKvCAbgPPZ7ynSkEFbHl01qEhxKrIhI3IO6NYMNbZ4BMI+ksi8cK0SBWa1lfVEYMXqsD8Vwd
jTfjFnC2fq8T85hAGvux7y/U+WzWzOfvMnygW9zBtn3OISN6WzK5e7rHLrmktOTcdBdRo28TgGAf
kLDljzCSgtHnakQ3gQvrmAOmZ3c7IsgiaE4rzTh6UespLHQmYKTjAYdrUqDIKzLWZgOnD3OnYjpL
a8X3oa4Zg901b5DjSffNZt5AhJyjEwkJR5mfeGtXtTF5BpJd1BJfOBV0zkiqyht5LCXXE0RAkiVs
rS7nr7Zywi/zTBxie01GdHVIYtiVLLRZ5IhD2PpVccfohTEWS3t9X6BZfcG7IC+Wo4I3mYTFofVT
xEKwfAkUshKdLhPI5iD7DtChkdY4ETJrZcuQWIHRpwvr0SZJqr4JRR6RQheIn1FjunlMCW2emKxX
prYVGZveGel+zr/mAPu/pgL/t6z7/wEe2SZUit/VI3/SAd694wN5bz5/X9b99kP/UK0ANQpA8Zou
EhSwBn8v7AKkKRFA3gi1CC19XfL9o64LbCx5OFwQvDi2iUbwf4WBwd80b8VCxoDgBZu885+IVv7c
mUOGiFTFjADzovP4g2SlMceiq7NyPQap5a2gMNzmnM50z2s2tzhNPe8vyrU/d4VMNDIwnmixAoD6
Y7MG/2DGSdRfjvNcdE+mMU2x76u/agD+sSSEA4X6EoyTSwvqz9Xq4PXmJL1sPi4DY2llz/KpbDuY
QrzMO9NQZBz3ndq6sjAuvULz8rtn4F/VpNGf+zLU3LZmfYQ29/hPtJFxQRqwBMORpYV24qyIu6sC
tPkTIShg5rLuBuQfnbmFxcLaCNyW2s2YGznwX8f7giHUSjcttq07VkM97mdOh0pBlXtGjfy3Vbug
5HAqA8nALArmvF7SI0gcwmX5KYelvDhFiCN4DpkOINLjRO5LrJuoERNImgeNESABILWIi9TYVqI7
QRUfTUlLyHdscd9hhXu2Z5wsgzMmN4pYtnc6a7kZs6EuPzMa4nsyMaeXauRg3xdzc07IYoi7JGd6
pVq7QZdgtm9ZzvweahU/qOY8OvfovncwbpJLNAX1sJ16Qc46l0q3Py0UsbRCXdc5AKrja5pBb1N3
5fbz0i6orGdirj25NufWRcjA0Qr/mwjy7qmtJraiKaBoLwZwez0pz3crY/Ej3gW1BfDU3ZSjLZ/w
bSQ36xjMB1qe1Yn0SD6OM0wvBYasF1ms/hfujr1bYTTtGhvj9wjt8mNpQVKlgcUzpJqFiJ+kfaV8
4s5I0ZhHX0W8QwqBuzM00dmn1DyCIlx+qlEwiur4EeiZ/TcftOE5mVP3JNPBeh4xq34rBtWc57aN
znUdckVQaRIj7daKfFJ/XAm8qZge9yKp0PlM9q6VYHuFn0V0U1M/Jsmn+3AT/jUtgZuBTLRXggzm
UGO1R8nRjNcZNP1y8POxOrUhN3cJhGLDKHAKoQPpGk4QfXUSfYh+FX41E1BjPhhWUl6YgJM+RFLe
PU1ehFVROv1SmmxSzTCQTlOZJouG1b7ls5xeEgQGd5Gc+FWEsB0E1fjGmvnGkTLEfYLGNPYN6T0Y
qTnhPOa7+GSPb4Yoq2NmLTyKE6KxX6DkLAdkqu5D6nInkikKQYuKZVtjIwNTyrjkp4Js+Y5bGf63
SgpM22h2GlAvSXLxmed+kCG03jUqW77a9F0PSC1KalxZ7mm5DJ9mgWCL4kNtQa7hWTK4tn3KfUSz
y6XWj2jV4G1aaCHsV4LumO+t3AnXb5cDJMLlJ1s/AqU0SG6qvnxV9NoBinSQhsOfGPDMaZMbNVTS
PqltxKvem4kNUTc/xpfU5tnc2EaZo7PBCuSSswBDf8JDzECaUQEPpbZGzBk3yg+MYU+oongQgAIe
okF5DyMZ9M9Njn5l9Pz2zcBeulsDrFednbRvTu0tt4VjeF/mUIMAjAL/BXO59j3FotDEubMYKLmi
cnv9cmHGS8BMzLjMi2hI/QPXeqfCpf+GBZojK2I02Agp18cCG3szVwVTB2Xmx6FFrBGTAJQfvDkH
EgRokttUA7vUMAtJfkIZnQtzQekClVreD76dhva3sIxIgnudWubVH3k3uq85eetleiTJoHGP+bAa
zc4xCeW7W6RKCK9JndG9OCWGQImi66sV4muCIgnM2UIrBW9s9fc8hx7Vnk1G0qadB5amsbkfWwqW
gSfsxjXKx8HsAROb1cXwxnu3FvWew7v3tGKe2ngBHvDOS/GSJ8x6JPiJgJcotdfsVNvl1x6B6Y7T
8Lgb3eVHHkImcafxE01NfTKa9ANUUXbKVj/dNNYozi3H7x2hqTMW63T4tPJe7tK8v50HmexpRVg3
81pGW3J3g7gKPPIARZrfu6uL/S4S0xJ3OKX8IrwxSnjHeSWbdSOiRJ5wFdCVMGZ8sSb503VeUnzW
VfUzFYBONw7Qy8PYu0uMzPmygPve2bUR3RZZKu56v1B7P+OFlUVt3eZLMu/GKEwBb3EjbWsirwMr
/7EOcDeJwQkJ/CECChsyr2VjFYfMDERMwJZ5q7w8OhKv8cWpAfz69DLPVhM51c7m2n/0Qik/9mRk
rCh8uIf0VIbpaIscIpOlALck+DJ7HLuNbY6nVEUWTusI7baXaApo0n84rRqJ1krZ89jAw/2Usc3B
uB6YXfvyArPQ2lhD2e9THIQcwcmH3UTh/BaC9tqAKJ1vmzmdNmFVlq8RE5Ig9md/OQANwW8a+Ni7
YCFlcTC5Do1/Rz5xOsO+PILhPgnWV6IzWUTIFi4FyaaC9+rOrXpUL2uy0qo17RMZQP3WyTLeqn6H
wUoSRMkTiKvcu0GBOX9dkcrEHbP0OOybo6q2zmS0GML99V0Qb32yl3p9FoVoU0rR6DivXnSqx2R5
zEtn3U7JKG9KOkKM+Kqax72cNhU0awAZNHKD3i05HCzWSPdO1RtThHtpTPXO0OgaheBz60ZO8T3w
U2R85qJoKi7TZowmY08vsMWeWz9VlsFeju3olOcO5nZ3mrYpGagvVZhahyrnifedNtNRZJRIKnHv
2qh1meajsqq13MqS63JDowsNFoU5eiyppVkuGq1Mi7Wiq27LvWq4Ki3nqt2s1Eoh6ySyGrVXnvnd
baUlYONVDRZclWG2FokhYUMvhqLE/EXUOqvcDRp/3pqFOZ1WmkOxqI3uwDDRYzo65oBztGrNHdL+
o3YKHxRN705riu+cpshrNJnmUWUl+dA0TjDokuNe7rWQ4kdbWGQeVUqfC4R8mmeCjX2JAGEX0hq6
pf9ZlZtkCQoQtHadnTpn6s6R7NHboHBFjUQsTX4kAZacpCJvvYfFJisK6bP4YQs8crBGllLfGwxg
+ohUFA77kKYVFYQOEUUPVCdsxPBJHLRCU6NsRJhm2bPhCFbhn01VYTtcjOQiIKrwDoBhOgeJKVA1
edp2luUAvSGKPqx5blyMVgi+bu5k+5E6M9ym+JPimkNexpxiRqQgxlXsMi2ks1Z252XkVPjr4Uvm
tvVcWMyaUScW4db2AOpurBrPPxq7xd5xDPW/zNTG/UYfGJudTUdqW2R2dYLX1pyrbl2PrtnDpGox
UaCeQchYC1SK28zr2dyjujUuTRqNLzmirYe05qTReL64T9frp4jkd4cGXr5JpNSLMoCjn8h5QuA6
AccTpB7WI8tg84lsvZ22Blw7dm1YXz5qq0QLIdnUwCEdMvjgL1mOuXFjSSNs8Np3y4E5/XJr4v/Z
ZUhOtmnKXt5y2HrFDULmxqKPv5HfvgbDXJ3snq/gpAiew3pefoaLyA+EyrfgsfII47OCxbR4CTLu
FnHGqaTSf/qLIuJfDHcDB+yb6VDMkAXxR/gbxGtQQQShHWfJWkJfS5CoVeONasEHbUXeqG2EQuQn
FDy0U6GT7g3Lfg8L8U0hgd3laJ92hkfg/Shq0iI7232dhGju8tUpb02zdt5st8zmO5GKZrrtsizE
Am2VW3oM6z6fuZA1t/BIUqX3YFroCWlUcE6o6ujMxo19fHaWWzfjFNXJUW1bfWdtdzQuU9r5Xwwc
i8DOUtPb2I1Leq1DchWbhc95Q7XgUEceHByunJUoUjgPkixroFUKuPUdjC2gOfqMNDerfEL5ou9l
pI9LJQcpZlT9xmX088XFi70jIlPclyhCzsWIrX0CfxanUza9aLgicWyeXb11Do6Cm6FaA5pEiUq5
SDlgHmPuh3nnpWVmIrREp29AAqcj28WeTfKdu+ULNfZLm7hI6iROi1Pgk+R0otmXb6Gf8z8kHKSS
rdnj4ouT3KeXv/E46dwShNN/BpXWyrmKs1RnZkUDM0arydMmos3Ow49MdOYIFUAx2xikNMWUMeaR
qodHO3T7b2bBER9VnRf3HvAtZFgCb3fHgTnMXPFjKcZy3+VDfhgndjWzVOsxwUE+bLPGH1+GvHoL
sJHEgMXEa6gqB5/IonlH+tpFJR32m3XVkGIvMy5dYTsnixf2qYTcfiAkKmhiWvjVaYB2846avn13
STXgnFXZgLtn7qeD2v+RCiA8L9KkJ60otvyq6b810Mm+0TFz8FkM7dugz9QN0wayEAaak+5azVAe
KvLFrDWtT11fcFpsAmfDnhU81U43vpgWSDk80e2713f4zV1OtsKiaiHsbeXNG1qrp7NHIS9lJe7B
JQR0Sd25fR+ShvCzcOBEmrh0cElmW3lHehAzFnNA/s/BXOVHqz0RYb0CceNUvvGIiDg2GWuRFJJu
CNMyojsivXRldbHuPeRKG5AD8jsRD+HZUpS39KWjc2qJ7iZfgubs4807dCxcB4TCXtyGzfSCbYiy
Si35IdSVN7MdcV+X1OVBTnkSqmb9iSg6XXd5uIpXAgUep5mgSfgPlDmmB0q+cZl4qcxHv8svbQx9
YNGfenY1S4v8CR6MttL3AIn1ydKv6kwly0ZCMhn0GPHmyXnczx0SwE1hKnsH6J+KVBcN+WxSOGWz
K5/MpuPOtAVbwHUNFE2qEwtTe6HfjrVZHzaopx1YFDS0+HZVsNyuKZbteaKrcX0MbT1l5fGW5nEe
jeXOTak0nX6RT9dKmwSLiq8SkBlgUbFK5ninCs0oJkA2sirEjTImGHiuZZkBvv3H4EoqCho9XHrd
QFnzcNmXgkJcZdlPNAnL3crr1sTzkrIJ4N2o4jCla2CKubxI4c7Mb7CJcz5kKxxb2BFyRI2fNQO3
OFWMFOeVb0TaAUYaYko4bTHrfEa8lNF2KU2gbyMgFrrIlJE0TNSuqXlj0rn2HmzUl6BjTZNYRX/q
YYPh1GINK+X3lfY+EsJByY8Uf+gO3tjytYF1vUnsrjoZuqgFp8ayRiUFmUJXyBpRsgl7sqniZs35
TbVNkS1XljjH4s9f6+YALNPdjOKPohYXE1aWX0xz1ceUwOD2VTWblOxNkkCujyZIoz3T2erUtFZy
Ma2qOYvW1nl92JPAzMjvrUXvAvwIvYxRn1EUmSoPk8sJF3c/hozOsPvPtoratzntwm1nyuisAtbZ
VmVcwowh5ofZONyQskTJgOyIEtrnWMQ8ODrr51l2ehnuk7aHW1rRCYrygLNG2fHj0SCX2xx/8XOm
u42KgDB2AQ7Gb1bII+GuY/85SkAIyMHThwAAKPBF/fyULgcvViISDvg6ie46XI8VYURnKi2b8lIz
zt5rLNzWJyL1+bo3WAOtN22+e8ARoet9PZU2PPchSA1GeJGKwrOMuMJyKe1nrBJTHNVABPDPQKCj
DIkzv7CehU+QUU5a8imiMXdaKrM5r87YnD2bwwO2pXaXcV567XvViX1HBti2VsS02nC7XhbF8USU
9EXMtrKfQamy2LKOfW9R3b7CJweTkbDsX1sx00CzKLRBDqRYgKFF0MjoWU1EzPGy3Gvw7F62M/jL
gUPm1Zc1OA7dJ9wgDZEtU/vGfIbGoKJX52CjOLr4zE6OL9XWpqm3Y7Pn4bkus7Oe0VOxw9nEx/uN
amqB3WbX+hwHcvQGBTcUSYrlr0wGAR8wq14ArE1cTJPlLZt4j8rIYdfyJ8HZ2uFZM8zkMiv6FARv
1PmpYZx3ozA5vAd6qXRMLkpXOuUDYZfYkvzco9sAPtGRhDltMkpV3smOrmAzwNtAP2U9OzIYf8Fl
MB8GPjqEw5IXN484/GE7Fj/6uuPIIclbPBUNL1ku8uwB8OfbNHlcNQDDzomJOK/KVHINhsrkFDop
+Z1TCfn24wxsY4OcMOLcMnr5PVwPFlkF1OelbRMnZhS/bKeRG76E5XpX2rQyr/96fTGXumCLMWDu
fXiKPRXWv3tq1mF+nG1j2ddZgRFRtbzQuStv0kD7/tAgpw8YulePgWq+3gl/5SSsgmU/9+XP0V1b
H9IRhcO1QadRbq5NRaD0KWCZsQdpo/x4oIDjGyuAuYU6jqH7Crcpw7tPB3ygkN2Nno5QLmFi3QwJ
vp1/f1y1/izDtKBaB3ioMNcEQaRHDb/T3I4ttlGQFsPRzWkOx/46eg+BT8BQirnnZnFZ2rKIw/eQ
AjQJ0rZGq+E5RzA9bynB1RejYbDfO9Ny2yghv4+j6z5MuT1/ZUlY93/xYZmfiH/WjCK/IWMCtoIX
+ag3//nDhkFYBpPh9EdiuM3N1APsWQS1mGkVDO9HChO6FRxErYmiqBx6jla0MjR0sX0vBK3V683+
9x/qqqH75w/F1JqMAP2hgn8hkx55kqM87Y917QCei2ACbftwlCS5kDTedWO2pXpfdwtZNRx0Rpps
hdC2u0xXcu5UXgrFQ+VUPqtB4rWfTEeDp9AnTZVVloOh0bV44HUQ8r//5P+iUmE2fb37WNLg0mmk
8+/uPXPOsk1TYyCT15Y3SUTfhs49p0eJF/AJqiaTCEeG24k18a1f2EUa1VAXjoP32+zlvwrUv1Cg
Oq5v8xT/3wrUr8N79vsx5W8/8NuY8tdsUJORo8k8Xk/O/j6mtCz3b8DYbZSkJkdVppl/n1O69t9M
/Gzg95hd/mNAiRyVotVDxvbrWPM/EJ5eTfO/eylw0SM5JRzERAtvR/4fMztaqdPpF+ZgUbMaK3hK
BdhqXzNwealr1zmVM4np8ZTikqdL239aCzvRnOOAX2TTHTtSwm9t0c6PxYikv86t+ZIti/fIeJ1J
G4P9GTYRkVbK1KdCkvUwZF4MNEENYJRoYkL7NUvmqBbHsUa75qdq0r70KjFQSroT2P6u6ICM4X5v
w5+OCJZ8PEI3w11+SoPRQoGTBLNR3KDtldMXrFmm+8Vo2sDe4RW3weIVKBtuuZau8xASKacBfhNn
bWH6G10GS2QnuOsuXe3iBVRVfp/UdXaQ4Fq08dtPnpvazp5ZR50jX6rd4v41fqiszp/Dwu2IIGfT
eUKMcT/MZKqzw6T7rE3Gd2TFaAz7Oik2OQABKLqA3SKGe1UAoXGFCnhTsEd7QbpZS0X5phRT1VvG
hHVjxVrgcJ+l5WScZtWqZVuWRgqthabkam7NtCx03LFgDnyw8xlBw8Q0cJBHy0wTiMWbupxkOV+I
Vc67O4F+qOEuYPu06+l0fcz/uyL8xYrA5qYX6v97RbhvuyH7f/F7B7bxnyObfvvRf0gYMNH4WDjQ
HIDJ0B6H/9Wmu38jUMdH2WC5SODd34M3fBBI7LHkpJjOr3SNvy8Rzt/4T62QiiryTCwv/5GGIbhG
6PxujYBR7Nro0rGB2KFlOoHe7X+3/QTlLGsAyAX1gPZ6WBGdiy1yWH3EnToS74aJITOdcPS1p8Re
OFE3NmdDDikw4mJbEQm4d9a5Lnet16byaFStpVBwTk0N5zRz+s86p8LlZOgyH4DP0HqVexpczclb
bFqIFQWBht3AeVBFhaG7rMCP1QR3niN6XK9IxMSrADDc7YiJo9JSDeW6xfv/TtGNvyiqyftum9QH
h9raoTjYVLsdxZS2Ek0Or3xcFvnyaMshehkdiz+shEmpzdlkvlypDde17drDSUoNTnDEHHT47siL
uGm9rg1vCJbpP8FVWs+VHrltrKwxYgs5Xh4L0CCPC5BbeABjxNcQZCH6mETT7mhajvWsU53fA3ue
H9vWGI/OlDnMOML5sXHwFvWO2UKorHvrPrU1FV8EgA8Kn1y6WMocw1IQFX1/ENHaf1JJcwWIKLWf
Yfvi7k+kbgI6Hf8ZlpT2FmiH976k/ByTCj6AZzHu3aiKv2Y6KZVckkGDH7H0oxeO5vlC55e/GZa4
pSrm+AlKeY9u+ahMB+NsXt82WZDdO4yJziFkacRk+XxXJPl0Qv9bnpqcJM5NcKVC+HOi+RZ0Ov0t
zzVX+Ncbiuiq7LYEzUUv9qjv8LSAY+SW9v13ck2X+awEExnCEOyiphtYlfmTURO3vmmXgt8C0Zx/
hj1JkLFXjVwXVWjxRkbDgrbF4lKjBUaQ5gc51KCcBFFG5rfOZ+Czr+rVaDeTWn9myahNPFMTvdA7
u8B/9/YLLSuo9cSyvKx2Xzwx1Ypc2orSiIVV4wRyeQCRSeuntuZBL2fU0vuFaFAW9kQb1zlA8tmy
GcbBYFLiQSvl3zH/8jTYHdPhTeQMzHEJy3JOoWvhMaqCAJ6GSHsePsNGR5BMBHVvAsUsA0wPoXzm
ICzQdpKXMIhmbnArsHD8Ro4oCwG7vykiGBklYbE17ClNiYAPFZ1bgdvrGBSJczJonQBzYJY27/N1
BOpRs0VeHFN3phpV88Qk4K4+59nlT3JC4N5N+jlZIlp7o75FoTM4J3DBdPoszOLxIM38QEs42gUu
hTfC6oidmPYoLork5foI50bA9S1hXrT6ZS/0Q5r403wBl8ElUXa6PM4pr0K92i0d8IJx0hWi49gR
F25gJODEgnzSbjsGJgbhRk81rq8E+oIcIQa6JKbkQGlIS8DxZ+XydcUceZQeu/UW+7H17EIEfjGY
eBnQyAvYsOB6aZF1AS8nMgSYNMjWD1XmkVaq8pqvY1Jq5j2pXBsJKYv3gb4QSaYOLzn5W1yfpKPN
Mtl0ixdzZQVhnOycApA08ASq6LxK3fIa8oXfgEsQE2JlhF0YjwEa1cdCTvBLjK5fWE+JJNbZMMER
qKu5NysaPbQYja1DzdvB7y/5vs7c4TVZ+2XMdgDbeMPsjs7ZhrSD+VLbdI8uSz+Lu7TgYJYvFDKo
TucLYSI0PJoS6g7dQX7PFcJSkp+5LWiVPZsm8ofBEyNXEOfjRVxRl4ie5WvJ0PYY0co6IKC1nwOH
Z94n/z1h1F9065c+ijyXviRtbmflC88lORTAdW1uFE0S6zkxV2yeaRt4887Bw5vBCKNgLxD6HEbX
1gdNxV2q8kT7Cm2WZvDoPFNIlnjAgchxW7seF6Kp0NXHc0O7Qo4LvS5v0Uekrkb/WjOELPdWj430
2oBWoOKxmWsHZq7pQHVt8XmKWqTJbor0kxNYyL1u3KLj19tp0n/CHMkPeebxdF87Ihrg1OWeVdy6
YuyOoxXAKbo+867t8kPmwHeObamf/zHwrfsxn6IX7PAB39PU28gEfWd4QjQHxYZoZda3rh+whWSO
fh6jBVKNkGH0gt+bG/nrklb0Vo7tIaCxxegeG9OpCHtpbOTkKsxUlmE9uqRo75ihgjcfFZcXH/P+
+sbVU+i+YB2b0ZBIr8v215W1bTPMqQr5yIuFVLh5UbDly28eI31kr65epayJzqercUNRpaIdTb36
ycpGm6Zv89lkc3TqhNCbgaS1pIMHWIGZilv3avVYyCrOD2MctqFgEJBljUVvaMmWI8uPw+jCSkeO
ELhF6ZbS81ujW6L7YHnYAaItLkkeVU9rUf1SmJTWYVwNBgECNUZfusk1t6gh73tTjjNrLe9kt81Y
YtBsK/wosSM7/7Nt6pc2tbqbKJlHEyh0qMB4QVR8pjFwAuTJ1QV/Wz2DTBG37DHhowWJNuHdhQtG
BGS+kZY13HuaGtaPVRpPmiSWBxKoGHywN0nHxbBbee41eaxj9mEGBe/AZvzV2T1g8u6zUdyCM+7q
5NHULvAoGr41xNwK7RE3yHd4pGW8KbCPJ1cj+eJXmOJgVNR+wnyhrVlVwRdSYvoU9ibyfWGKmn6i
vTYxRFqPDFnpFjGd5vpo4ZEii9kVYWy4JQwIKLfEFzNjJFRD3XhEUZeA4BUKBbsR2bJffEoQ4OtG
3gHFH0lKxotBBInjrg/hPAQ3zIrY5pCcQYwwQI3RWv2KKqu9M0jdfMjXMrwJ7ISnl2Al0sHDdkeY
tqBqE7O9KcpgvO3mybyDHE4F2Bve/F65bcE8pP6KcUBWQIt790mWGeL3oVdAmtYu2odAY37SvIh+
kNXDyEihLlp1/1J6gLrDboEPYRTRkSJp2i7zUO/qUMwZs4ui3GCvK+7CLivg25qj/1kMYbNfRwWp
n4Y46iD1NaI7ti/zoDsEiXoD76Y908GPlPw90BdLs7Uqae+dEmuQPXjdUw9QhuNP4++8uZ4/ipFW
chFAiFN9fxfmGcDuFUVoiy2DibHhHhIUl2cR5dScsn+W0YhqpvM5Ge36WraEySS6iqs5nygmSCnn
hpuxRqxkQ5U7elHbn8podM8tFriYi9bggpfIzKDebXDshKhPVsIAWLFAXdblI+pa0LSImNbSemAT
WDjyTQ0da8M/VZ2zPKUt6QqN0xxto+8Ood4hnAV70swg+ejhcNtgCjJe+2QmBF100d1aeE9jDvN7
aBrzAqMe1Afwiq82vVXis0UFKZ3pGm4Pzq4/hgmx8Tax7fVmoJo/AIRpaZi18MzqsYahWSDtera7
JES56Rj3pi+ZAftWsC1Ddw8kfNkXbVmflBkE70ZZfydoBX+PFSDImbquB4/CYwN6BqXAsg7jwWRi
GnthCcioytMt5hg2ojQbTlPjfYosdXf2YGEZFKYeUTXWaSk65z3pTERezEbm75yId5yuO06Cudls
l9IsdwNmvOcEWe49K78OUW+tfGPkdnA0+9k51GCCt3juFm5aZalzNhoBemJnLEh17/2w49oNnnmZ
VFlZu9SruoWzuFzn4pIn1qzDKmq3OgZrP6WfLP70BgpbbtfQEtvEmBpmQKh5uk2bOslh8DMSKpYu
949hOaoXA6EKnUc/sbHYjVa27QR9iv9h70yW40aybftFSAMccAfwhtEz2IiNSFGcwCilhL7v/evv
QqjqXpHUIy1rXJMqlWWqEGi8O2fvtZOo3sLoKS9BYMeb2O7Gh0p52Rmqbxos5JvttO70to9M/mfi
xjskTub9GE4en7idl45xjOWy8WMizUGmUgcNL8I6vwJq1H4xIr8/zxvvUqXwiFi8grscE9GjP7Z4
4ajxBN0xres5/tKSvG6e5anyu6OBL0T0B2Ytfwcpt6/HbWIZ7JxCDm7BpwCjH7tZ7Mr4SuPS+xqg
N2gOCEupNjF9z6ZPso/VaHuPy6TUci0yxzAJkDFMwrtCafaEWAFIr3eixxqy9k5yDBf9Yn5em7TM
yE9jy7UxZQ4KDimG32zxPpFg0ETstooRI+hKIUcDVVoj+jialp5uT4RA9qLZOsf1eR3hH/uIIGC/
qYRDBFbosxT1cEXN7lUl3B3MqsnJozhUKmTBDGlOZD19sLFxJyZpstHvqijzHLIDWEU3k1226ZHu
4HDbOwPcbRop/oNpzmzendMybXXsqk/8DOpW7CYoaLMFCIgTWzXL0bPwzazZEIrH4S11mwmdJ3WK
v3/tkeN8nG57OHw8k7miVBcsNLQh0bQMWFaesQv6FwV0mhS1oFuxIfutAHL9q2bwO6nkVKl+WUqQ
rmvJBaZgmq7lvqpkD34YG7bhZQdysqCG+zPkc1p+RM2tGunLel0AQ9uqqa2fc6Qot3VHQbGOOJSC
7W5uc6qGH/yiP70g6p847B1sH6wnL4sbhqwN3bMAAphYkO3KUNMtolz/oaVW0a48YznHgQlq/3Zg
RJxVAxtl5L5NtrfwruAnaKvlMMEO/f0f9qbfA6aekpCg9ILSF/rGy9/VQx2MK0LiD0Hp80LzsrSn
L3rp1z46MzbrnZP77GPLQmapWo1Lw/r9H/CHd0WvxFqqPzQd+BWvzCsIIqxSiy48yAkd6yoo6GFv
et8KxJVltFHIMSWo9qATIwBjVaCLbYW7+CosOlRdZm9dOSVsuA/6YH94LD7JoBIaARUxzHQvHwtp
9kEZJU54gMXM8Q6BdLid4pLTzEBZhTQjwZ65B60fbYwh/IhGchquL79f6uUegVge7BcezitOQ4Gm
oy+QPkJdyThEJ1Y9Y19ray9PeCHRLGmuY/GzP6duYJxZy8GtcCAwn4PjrsQnR81Dqldm2hGq0i21
l6oOi+Qn4X+cfotFZvf+SxQ0D1524k59I0yD1A0c5b/GxCDVg5YyuAZGTnqfK1FiXz56/XLUKSam
CyZ+/2IW3mDcFUIv4No8Yh6gyq7vJriUxV1oW5xOpEb4AbyVPzI78Z+gQudweyoP2WJBn4xNQpWm
H/swPpQhFTDsQNUQbsMBXqWec64uBfSrjUrngYHFgeDv083+txL9USXapHnx23fxBxtd2z5/j3pC
jbr29yaV+PU3/1WIVv5fPiAPOk5S2i4tq/9rUrn2X5JSiZQwSrCxSZvK97/MdDSpFsccsH1w/Cdy
9P/2qhzrL7HAexYyPihemkz/xExHz+vFp0y1m9Ra15ZwOKlDvzZ9+fasEOwb1QGC+c8IOeTe8Mpg
8TOPH4yaP12J9QlOn4sZiz72y0kmK5zCWSR9B0/gYs3N6qkqymmFYbX/YPn505W4hm+bDq1px1v+
+W+ldVz67P6gTRzgw/bEdZif2gEEh6r1w28v/A8r7x8uROdYOGAXFbf1ejIf3Ax5Z6OJqUTzkGbp
Tw77PxP++z+5jGSygfj61pjHDla31E0qmuFUD3wP4xv292ydTvF/8Oj4VpnRXMCunvV6Z0UDL3fK
iDsayKS8mMgPJblRoJNjPn3/ppY92u+TPh8e0z2pB7ynhUT0aiF0ByJf2cFWh2gkx0f18+0cTg+W
MT+cdgPvX+z1Ane6mE3mtesJlBOvgVfEgJWMzbI6IINHgI7c5pCQHLUqjfjZ9ChRxk5jr6w56P75
p+gpx8YvC01MIcd7+SlyokAxjLKeJSku73pqISvpGyk1Uv70/j0uD+zNA6XXxazg0tpyX62iuk/6
OUbOcjB61gZSO+dtIjhpvH+VP33yS0ft31dZTKS/ja3F/TsYFIQPhj9JonOmhyEnlgA6z3/06H67
0qtHN9JLANHJlaKsnzdqSp41+3GWy4+Gl7U8mRdPzgc1haXfNJViP+y92hWGVDQQ8LXpoVOU4qXR
lisi8Qictp3HmlSxA5p2jDm4BnaS2KQ1jvjjB0/1TTuQB0e0CpsgeFqOEO4yXH57rmWQSy+H9n6o
BlFSmRoMkBkVEiztACT26UNvLL+xQABJeTCbqdwkme0jOXOKIxVQchxHZKJbbwr7dYNP7fvJZXHq
R/iuaVEaSH8SFGyfAUwfLiuX1Nem0tRwhY++pqz4VyBP5FvU2IKCgi0PLg3KGypH4gvE1/JMBknw
NOToyMZ8kofApW5SzoQgAZD1oHBOKsSPAPkBVC1K/6GmIt51VKP6NCu2HWK2u85InCNg0vF7HbDQ
WJ3ityuLqyROeU7a7JCsI9eLyu3sZIC50ggqesvvMYTvPOcBN52SPLoroQnSI9QlVQLM1MjPA/QA
Vg9wFJdH5+9VgICxNjGLAZr0qP9Xxjo3uTudM3eSMgwivysE/mLmt4iIh61SrELkiVs7GMQl+Z6+
ZR8dCi57avAQ603SHr2ccr9H03MNMEl8CaNBnk+hlTyFXpk9qBHhf93SzatVLr4E3PvSWqJHU+UO
fHJF+EG2itzK7wBFzEw3EwxAyiJIbh+o18lztJH5Dcel7ing0ZxHSV19Un3y06TAu+4TJb7kXvxz
asfgrlO6pMaz/Pp2oZxniwWnQRXI5+uDqbhOEJPcJhPNFRaVbs25MN4PYWazQ1RAaDPRF8RBcSZY
QdCNr0K78snDC4ufQF6sK0KXeYh9JguMeyNmltPIy4ABH7UZAG9XPLIUPseXoI9IrXOIcMzrKvzs
6aX5GLpx+uTrpZmMkmUTyIgNKna6Uq9L3ahsH2Oiqy4t5P/+RkXB8BgFFYcNYQ3sgclIX+oKCLsv
DNLPvnhGIT9jfsp/cqAsj9wjgG5MiSv89PXBIW/voWRwf7bhSiRrWjtkATa4x1PgSNFQ7vqJzXgz
VfYKmgCvoAsm4MCTqKBTcw41yOBUHEzrhmHnkBbHVpxVVs++t+8Y9/1KkowQPXSFEQ773iuSZ38E
HuIXjCPIHljeY3/I9i3FT+SN/vBI7kK6p9fTZbvRaES8Sypb6q3G215TjidScqWm1Pqm/ar9W9CN
IyV66cJmo2zvBxfuJ0x1ee7OwBhz2lJy1eCqOcJqiPHIjSQqWylvQiJkeapplR/BohX4XFqxprz4
E52oj62dTHp+CBmNYT5vjLmlpRnh7r0KYZdtgZX5+8TgDfU2q29vM7FGtM02MvKDu2RoSKCOqAP/
KCBQH4pULY2iiFRJ+qiPVTvDxsvLpdTQ8yHo0SuOYFI4cC1xNUaHRc/K9n4T/uj6xt1E7XRHpDfu
2+EbFdX4mBcKNT+hD+esxu5N1DMo8WKCQLey4XLoGn8bpoxzwnrov1Vu+oXKnj43/WmXa2TUoZ6q
bp2PaZtCJllq+l3GR82sSL0pw3NdUEn8ZLOvxcXGqE976o3DUFGqbZN5qxtmN5JPh721LP2Vw32L
PHmmg+R98sBTPmdT693Y0LuvSrzknxOYdcep54uijh08LVKDtZnN5WYouH3ZaoZR7tX+p67ox++t
0RBpGbbMOZGTejeWamp8P9mzlEyUTcP8QUnSvdEx4WyiaeYNGHk6w9LuvZugTBtMGj0z2WmzRzxw
TUR03m8SOvLrXPTlRo1cusE/cYhbr1tEXOP3SBZnRG4Uq9BvTb5gOABNnH2yq67cRaPt8RLy6lNb
L1v7kv5vBnqTmbymnQuXzFmnLk8HnQCSb4Ue/jTrwnD42qWe9cMcma2G5RuR1AOv0qCLrxJJ2XWY
gXS5I5uZlWF08ioJ5a5F6r8eygZMmr0UE7pyWg9alfe0PvxP2g0Kgo7dhkSKdlz3vGFgUyb9yZDV
4PNA/3DtQWE+BrrPwSwz9xghs8foM+jTIeeZQ9LZ2QmE7hAk9JUdCPObb4H4QxHPlrjsEaS12aFV
wLjpQPv73A+Ny66JP9mxPTwaSdJ+IqmguwwS/SU27RF3N5QGb6Y76WhLHrQfa1w/wIoqowmus/Sr
Wzc5NeHoZxkGZN908T3j+aEZzPBAZik5n2FO5DORNp+cGYswy2K4Z3L/Zsiypw3EonfqDxtxlD3U
oEyPTcGMY+Yefn7TItxS80qrX5OsctpqBwjS2nH8I2VZTVjTPadYI3Gb+kNOzlCzx5O0EjhmxlXX
+gk5x1nGZJZwzqz5RBI/XwOvQCIy1qa/8iqXVEXauM0GYDZl8ayy4xyfICB+WqBjna+qXNy3uciP
Y20jDnQ7s8IGhJsXbFW/6a18Fhluhal01fk8iinXLD5Zw/yXUy6+rcWIn45ozcjYO/GQR0cqdzaY
IeIGB+/oDJDPV0DIEEGtOQ40PVBbv3HpSyWRt/KISvlRSXzoVhy6ZxPNEFgcs092CHAsE1/IxLw+
e5Dp43XXdN11oZD3NVD+fXCHXphsuypqYJHbvTVgirTaJ48uBIb7KbsbE3tC2WMpSrLs7/ECo3Yc
jkWWpJu4Mr85Xn+oEjDgxgzb0pFGhCqC8cXEMdxA2zMuLbQIsBogmbNWi3nPOBVoMBPMlD10qoOo
+w7rUvAMZz3duqNIt2JhJABKsh4Jzp2u4EyVdG7DxtwUjugBoGW2vmK4ht/DzMUQnVqtgVOIoFV0
WMZZPEnT27lhzvyGkIBJP2R3woENROnoIBPaVNzwgW4GCitvlsMHRUr7zSZ/2RBbAkv6AgF6cwqs
ltqf5/TpIUKueuyHNv9Z2iA3V2M3toRkhw5bq4wY0mQVJTR2F/LgykojiA8W2yqYEs8sXMXRE+in
Z8FRB/kYtats7uW5IyCqFAhQsdlQZQeDR7e7Q/t9CAPGoD1xUtqS9RHcIbB1nonoot7p8x97ks7c
G0ASTLfBPGUPZhwnT6c5kNYayrhRpyL64FT1pmDrLVwejxMVij+yZsg0fLExb7UOSVwxswNmCuZe
McLPC3tIj17Dnqljm30120QlrIRmj5X6DQKcRkg6vzlGdsv/6Nz8uvZ4+j0UbCyXghG1h9fnZpJU
mA/4PU1uPfQmtpeU9WV04+ci62+DmSX//bPJm4M6H4PJSd1xAKwt+Y6vHgBpunmI+4VsajakRUDu
w4kTXRRReW5Aaf4lff0+/b/wR/mHoor1p68PKx7eNuDUNlFnLy9YNGz2HCQwTK4E1K6YMctN3BZD
tYH79NwZ4NXSlm9NSW+8Pi3BJIsgwYjIptqBBjHWQYqcpdT1sJ9a9jjvP48352z4xMoTwFgYITyX
V8+jm9WoKtRPB5/z9l5ChD2vnPGjMfimYsFVKFQIctkcQXfn1Xmwj/uBlIUyPiiHnespw6moVEeQ
ks8mXy2ZPXPCzh2X4PD4/g2Kt+dh9gfYOjwLIQ4dnFfXnq3UGZpsjA5Q7cIAmyNiKyMI/Ke8Z19K
HLucP/kGwrvCmR9Sf66JpJfjtpsHSfJMWURAcEOCTlY1MfE2XpqKvZxDb5LNL4ZZcAZ/kwJErrgR
tJwaT7/+v/Xqj+rVlrU4gv7/yunL+HsUh8/Fi1L1r7/0r1K1J/4CPPY70Pt/NdO++ZcDxwqpGcUz
6tsKetm/S9XeX3TusFrQwFEmhWR+xb9sFZSqFWJp2GmcMhk0OC7+ga3CejX1UXOybJqK7sItdxzz
ta0CrR4wmqwl0AWlD72WIczj6dDIxfcdmQWhMmU05+VFktImZ78JlBIgQATCs/UrhMDxUAgLSkqy
7E1kovTcIO9YGkm/9L9gGhhbddHCOPvtSf9hTltGzG8VJsGETB2aR2sycUimjZdTmtfigQgaDc0T
I9ntScIsl+4mTSQTs94ifHz/gqwEby7pLDaXJUeSqhLP7OUljTizK6Mvw3Oqkhdl5xrJOhtY6veJ
A+4EQFdtYGxAx/EVGYFfT2ta465z8BUTz06GkVXiAYHtttKDy1PBs7GErHV4VIgqQVdbFuhUo8UD
mwmr03tnCWxEXYe+kIIKS7aVBvTX66ZexDlTj3wQlDDP2lCIUjPNzoDsOPncFRUd4aT2uBSyc3pb
qEWXHb8MaO2PyqAkoHgj7Gy7tu93ASTTy1nF4nNj2XwEo81c39isvciRUSjoRcLbkAZI3GGIIA1E
96LspaIyLboxur6nzreF5VuvYrfl3toGNbwRISYPTyLiScQeGkMpqq8CDYpGVCfq6BPxtPyik56Y
VTaa7htwfRptm4HfTiSR1Z6TaeSKK5wnrrFT7qyqR4HBNjp2DcGVbkiqL7UsVw63uilQPtmZmL5U
njUZT7boeHK/lLAzZ6YSSaDH9m5olni/QEHJYOM+8GurPuXXQQpmQzXpRYVumEkSLUADynllUyzc
lJOqIUkL+ZwsaX79zIFj6Bv+Oj5xTjN1rG4iKjx6bbY1DymeHd6Ccmh1PUYQ26qDo00yKXiOyDtk
vMSXx0ZGEWGS2PLuZl3yWgdSTKxzdLWITvXyStxFbO3XMSkO4EzJ4Kvx1gCD6shJ1sMwXkbhqG8M
zwSARHVqOiy0Eg8UAuzebdvM6C0yUFvs7pU7uptyEBlhc24Ivb62kJCN0/wZe2Z3xerDwShPAsRy
WvaAwpJOXs5zqB6MwUU4OVTZNdjh8FlQmThQOHa8dSwK97nA/vOlsk3E2Zbmk41GrJ3DOCBxiZJl
Q51nQTofxaTQ0wIB9h8MVbfdjYgBNW/kgAZwNTQunxdiSdV8MrtJ2rtWhkaB5KWvbUvja/QibXNk
dwzxnXIp7y622ST8nJMZTTd/zJOf1YRsJM5pF/+yHJQh30iLp5lkwUVSCzOR15OlBhlYBtxuBcVI
Izo/5YHwZBhcblIwKNOqXEIlCTxrH089b48pviHsGrXhIRaVUPsUb/C5hAxWEU3XctgeUIntkkBM
1zQv6kMfadrMhP/w6Ikt5CpUqFCFEgRGXQ7sJc/F9ZdOeo8pA2dCKprPqdaG8WD0APUvOtEYzfU8
wVyCZG4z/eqcM9x97Jh5ehsAqj3gTsDYFQy2faaHZU//q33NgY5nOZnjonk9pZTSg0LGlHnIbh1m
lehY1WAzf8VSprjSph3KBMaxGpZB0TWYwVfTKa70lz2jNyAK0n2K1OOUeb34lARYSVGvWSfgMvrq
SC0Rr162hJsYaZhMBzcIm+SpsRogKyvZA0CzA69LvzTMEFYEMg5Q+KcyLwrlsbcxApTrWWgAuT8F
pGIsTI5t7fLOu6xBfN9pdCVeH9TpD+kWQlAAmqHPk6g1CPEpZ/3RJIL3cFLOgkJ4OUSeUpnmWSRs
DuhInCmuG3FogijUePbj0LsqbNN/lENPnqG27twhnFDl5WV/j4/D2GL3jRAuVqjL+jA6szM/2FAV
j7GnxcO4smxrlpvIzeWBsosaQVEmtRFTw+Zss3M4fRcg3as5KJhkyrMK18NDKyuxtnPzifxR/AEF
hvt0LrpVHI2Td7BSEX7L2sD9MaGyAyHXFJ+6TCFVaOp5m2bNdKNKN3yS9lBscxYpRDWtfUvTrXiy
nCgndQ1THYm0uVyZndtc+4im16ijOCwKUhcu4yrM7kXSuivfbLudNjrO38MEqrgBO0LTqfo0ZDq/
kJQXtj10jhsETdUTEsLobnCy69E1p2TfIIrd1XM9rUz2nfshLuO7sFXZ/Zg7bbhrEGWC12dXkKW1
PmYQznfwUZGW1yMRZxhGmPYGu/zMolM9FpIww02i24K8b7P8Eim1PFr0fitPSUxZyu2nq0pN9iqk
DLIJA7f9GTcuQn2M4QehsReOUGiuZNi6ziYyZTGDqWI7sGlh0lMNzcu9l9Xz0uWyS1wOk9iF0rpJ
grLamxgSNw33+AiEgtIPvEV1VnAcHrZz7vZXdecEd34Vqb3R6nQnDV+tDew63m6elboyoq4+Z8Ke
D2ZRzGejYflnukvH7dw2zboDGbRG9Z/AGGnV5yEe9N8mFolz4lr0eVM0frZ5f4fyZjOHzoiCj3s6
VNoc9l7uT+oyt6FBg4iYuopaRrHUVEeEeiQoUI/FQlKeB4zyw/tXfXV4YyPmosOQdIHZ6eLpWXZN
v7XZnEAjHR6lf6zBLnyFpsnEUHWL9Ob967w6w56ug7ccDwO7vUX18PI6Q1SqvvXD4OhQpGZONZvq
68k4IU9WrX9+saXly+PEuvhGjkRAZmuEbAKP3uIuwI/goJZHH3ASNL5/qbcbWQ7l2JvZi5uLg/rV
RrYOfbcyJlMdbTVbVwVInr3ENkIZrkPaj3L6g6/kD9ezcEhi1wZCDWb4VS2ArC+GbZbLo17CZX8t
QUVE3uuavFp2I4itebzv3+OrozfvjpvzTG9hMfPyXm/WZ8IbOtIlnSNcHHZXvyx2TKiswMVESZOa
HH9rbeQDfzYpKE//+COlCyd5zoi0hZDmq5suC6c2JwSIx76Pm8M4Av+YLCzh79/m26HAVZCNoqKl
+83J5OUnmgViLIK4VccQvMxhJud+73rzP6yWLA9TQjjxJHFntKZfD3PV2aKWBvdyUl4oQmXXQHr+
g89E+iiLMO7y8kB1v7yXtKY1W4EyPGJvwmR00icPM5DsLZIO66qrJgKs3398b+cv5nRmE24LnSuX
fXnJIh6CeUSueDTKQD1a4HnojS6J3n1GgaqAiiRWql2MR+9f9+3MggUZyYzF3frizYjwqbWbupIC
MjQWtICElPNOIZ/VCRyq9y/1h1vk40DaxB4c9crrydKF+sqlcgFDZ6G2LJHouqU9mTlL9Xk5wU3L
V/P+Rf90f4qvBmGbRI7xWiY2QPayI+K8jplCxlIsuITM9GAHmMvh5/1rvVae8nUS8wilwHFcUAZv
R9rS8zSZT2iVtmB3EiuXIxptM7utBt2QHYF2h1oz2+RpZF9H421ur7DKTMGO/pXD4aKkWwiH7W8L
2A27Tl3QfPdSVWUfPJa3EyHoPdtd9FIomKzXUrMiliO+EtDCIqdmSrQ0oKZkMlgvh4RqHhYWtvUf
PJ23MwQiQ0bVUopE5/a6Dhhm1EuwSfCJewZ73cmzF6vlNEH+bBb5alQFy/eexNZV3Wf1V2BFqO3t
2Edd3oo629dhj6aaXRI0Hxh80T9eHKhGo5xEp4Z22TzVMX9bzM0anvvgMepzrB9XiSmTJyukU95m
BJJDPzI/KuO8+TYRFS6jgVIOnyhO05djvsb5zaZ/1sfBWcyUcA5JPV+IHTD5OI2///j/dDHqRjai
JJ+p5vUqgJTCN8Pan48n1y52Xf8CXiOVImlWSOTfv9ibV82dwVFxcBIuK97r8NE8NayqDcz5qILF
0hxiOwLFbkecEt+/kFj6JS9KYcjhEEuyInBzQBiWX/LbSyOXN54U/kt2EE3UXpuc4Uj09touvQ+M
UrfnVTJQCXFCB50JRJCJE4lrN9SSl2WwrPFXEEaSYXDhsESzD/ygXlzIpqEoZVH1srH2LtbLkdhd
vT/5njtiysv8g8nj7fuR6Phpk7GuIf58vRWKC0jlbt62R6HpH490Kc7hHcb70MTn/P5DezP4lbT4
BhxaAZT03nREoE+JbpiAwDXIiQGrJdx/XdY+pskJL3cxfVg/XFav394SNX/mQ8HQpwmAAPn1Wyp0
blt1I52jqifnh1JiODYOGIFTQUS5LVWdWmfyvpwm8cFMJ15/IjgjaHsoZXPlpQcJaePFJ+JkCAzQ
uSRHCx57rkEok1NH7AR4LlusxynwvoF8TZ3NUNLsvSKYnRFoN0jkRYedFABEMt+afU4VUadLvaZu
3OVg0RMdSJwq31FD/G0Ci9mKr91uNgr+n8ZYHnz0QLSJU88ub2TS0uNfPq/MYDHYz11jVcehmat2
JVQ7XctxAU+0Ac3b85TCEfqJk9vcC2kBX0rTwEhiWml+M1JtuGpUZ+wnJ1bX5WwZel+6hIhRxYaS
brrAuy8oS5vFunVl768ip6kuutSBce5mlQZTO9eaA7SOj9BPrTVoRNkDLrWiGnZ8X8eyo/ZtDgDz
bZ0squqMYHOSBisrs/4eGy+lKG5ASoWRUy3FUFDV0fUwT/zZNWq0ZKqkRIlkxw+igxpSTkVFrfmn
usaec9p8DmlA5cXPln1NXTHWoiKTxHYU5ECtUytcpK1zM0GmCD1jwuGOW+QalVBWXqRhPXQ3LeIb
7LaVy+gurbxKb0uNnGTT9J1V72hBYqM3kRqDEynTW0QAEBLou2oqvInUP2xV9M5lU1tLKWrMeM1A
QPmL3Lp8lpC59F2FsJneoEici2HBblPRgI6+i9MOS5eqINVuqINQuer0Ytn28lnZ21+ckh4ZGoqs
kVTFekp6424qYy5dp5pVyzdp29erKLNbgsDGQXa3VmwQ857yuUTXnFdhmVp4Kqs18j3nbBia1k03
fUe2lq4KYKJqYZBIHfIFFcXAQUK4Y+xeOHA9xrNfNA1c5chZsEBR0/KqvtX7KeMMu6JbTpWRjvPU
fLYKiUXKi7F8XBYR8uor7MZQok77AGr2sA5Am1JqiBRduCMuFmDHAYUQj6DtuZx++vhlrwEXIys9
leCAevBj7GiyPjuJwKISRFGwbfsWXfavYaUWyZy5jJnRJZ3luSCNu6E4Dx/AmqyILiirIg7/DmHD
ulGSr6j21CI2yyRvSrRLzZw8zf4b4uRx2J0oV79aM7hrnsmOXjYSocPejmgpVJ5WslRiG8rzq4oc
6MNkmVTgT8ufq3qKjBG1K/dCuvQjVqkZT8kOVJtJLCAxH3qfVwadhmx2eLCEIgIiSXwRxjftKVzZ
Mqmd7KpMtLeFturpqZ9c2wBT78o0vfVKf+ov5ZRZn1WSFM66Jxhm/uEZdDK26MWFczNbFVXgaGZv
bDP+RjdnPaYNAOoiolzBt+LQzUGW6XS2+4WNOaaklWwWusYqi4cK93IQIBRYM4XL5Jg1LdX6OQP6
ACG00B4lCdRmx9w0J0ptVMg7jwKZ7odk/LXi/7dP+mGflFHz2/L71tcTF8WPtuyeXzZKT3/r341S
QrC8BRpJO3QxL/yWj+W7J3eOqbxTL5Taxf81Sv2/SI+irw6Yajm6uSy6/26U2qRq+bZEVcyO1uf/
+R81SkmLerl+m77FIVi41DD4gaY4Sd5/22XZyALyDrLDeWEaZVT3a3xsxgaKdEBaiTVV29QhNHM1
20PV7CaDutJWVZ39Y5oyeNG5jgv6THN7CVjU8UtU1YjlJp05zoPls7vajK31LfREeJ9PkI7jUMkv
A9DqSyI+ums9kl+xi8sEpEKJ1PES/pzjrAc1+dXeAJ1waLqkOHcTCLBoyW+yprO/GSN5D+d0oyYS
WZToLoaEQJB7Ow1696LVNf79PlMjcY1Obvd/J6fmrWgnemOliScb1dwMxl8TBruxG9NGSW73X1Fz
jvSaepKjLlM7ht2Lls8FWcC7vSMhJldrW6A43lawiO6taEZWSP9Lr5s4obxK0hlc6aas75TTi7OW
mN29mJK/M/bl29iNl+SrOsbsS1l/n4j48wwW9lpBNEgO/Cv2JSkMQU7QD3DbrrC7ZoUy2d52lvE8
pQ5RjGaSj3DEXRYKwki2NUd/5JKQXjcUKmu51Rwzby0zk5eDTz/K6nrXOuuJg+XUr33gSbnn3lWu
DD43HYbDM2wYtkHaYyUzsMUOM7PbBMkjBJhoa+CJXadIvngG1bCq+6mArlVm+ExdGuF9PsbLziag
NzzP43nXdyH0i7CKtm6s9G1dhE5sAgegO5NaJJ90DdUi0Y2HORl1saF4NACOCOpk581BcHDKXDxW
2oZErltDf/Yz0ANEWY9ufMCH7mUPceP1xX3ouajQtj1r7GRsR1JVYG7RG5nN9gy8MlGmeZLJ2HoO
W+CwvLmMGFOZQdppnbWoK+dKo2LcTmaAjB9V9hm161svCtSWfA8UoWk5kjQtm3DllITQRljrEVSD
IFtl2gBN0kpB8I0OBtIxPBBfhvs5nUj+kOIs7JtLOXvJShNl6sbllVNrCIsy3UPoDo5uWuwKdqb3
hhHdTCi2sFvzC5Eng/cY5q+WOeodLYRgFwzzHdX09qwmsWBLckRyUeeGeVZJJ911QS2OvsF8n7Kd
3bYGologQfHRoZS0G72STI9s1mdmzdAUKhP3/iyeis4jUccK3VUSdQaq1GTYlYXbdUfC+ZIzdmXf
GnYTxyZ2wvOazsRG69zcku2xp322boHu7BxNdCoNxk28kNzC2iArGoZSBD8h+iEB+mKIIKSG7gPm
ORPutdMQcYJfkRCHfg4vCoAaC++i2oO7vetio4WiEVsr2gzEUjaJdc2vT84BCQFYCij0nyHw6H9A
Up43XmTzcBhshxp8Bvpje1WEmvC5uka4Ku9qO7tNvfhCWwH70t4kM0x/jlW3L82WwE1io1sfNLOG
rOGZM0RKnn6oorU3OPdtXe+9GVoasUMkKfTTrqmybjsENNPCwHlQKJOh2eXtxsqzH5kDCl0Uo8JS
E/V3sVFcevBq1n4HGhryLJNg7F06FXr3JJ/oJMEvWgmkeTcmgU7bfGrgx/jDyLdVtVbB+1B79j3t
esE+HLwm+64BbK7Y5PtHxXR57Bs6ZlNgJ1eR3yVgj+1ow6iwbsKovgG1tzU8bkqXxdXkOclztsxm
aR+4FR6k1jivKuHcxqJWx7Ii1p4XxpZmqnx0ytGjabRsZ8T0M+oICA7dliNKXEPfIoJqLWlcHlGt
2duWaf2ms0do8Vr5Z2kCNUc1N7TBzR3ThHdeJsboguBS3RfmlX4jBjcYYHR0yVUi+mFdd2m3N3lR
O7OsezpaMrq1p8m/bCYTdYPRbZwk/0pEgVjTkkNxne8KwuVWU1K5pD23twCDmF3QTeLPTHZEzNj8
vNJ5jpyYWIyI1aEO1tgk/H2cdLD/UrUTuQ7uMOVfVkbdrCerS+6RtdxLwj6gfg3PrfYfVUjOUS8V
33FfkfWWkbQkxl07NmelSvYwvQKeYu1cCSus96PXfC/kLLey0e3B7MTnKnBTPuCUTgaYEhLJ69G8
iiz7tveri6yNHlQqcHxDNDZLZ14x026xzDxBj6P16hCRvsylleFde629b+Nkup14dUish5D0IKW9
pzQIrcdMemrT2C5DzXA4sbrDJbLkLXjRI6fjbieHWpw3xGmt6qGKaZv7ZbRO58zbowLXZ1HZHboq
OQ5xkO6hgcfEMhsVrUpjx2KWrXXgI1BFK8yx0Omd747B+4LxZnhXszadmyhfgPVuU1+SRGTAqhvK
LSlu0bdqAss3iv5iiolKLsbs3nIGuBLlpT9oFtbEx6bTdHcDdVCscfn3YSoOvjc/EvycbQfuB+FA
ma7BMMSQoIjmQKa6c4A9C4gjUl9NxAeQNRLU1YYsaOtcxjIEQWTPq7YP7a9B2f8Pe+e1HDmSZulX
Gdt7lMGhYbazFwBCMhgUSZk3MDIFhEM6NJ5+v2BVdWdld1dPj81c7NpcZlUyg6Hcf3HOdxpIeUJW
gcZyttl4kpNpBEF2m2gjeuhaESnRc681ZBrul9rOIyFEs62GZjgZEPZQeRg0LwOc2NjUHlNtulzP
BMrUjg9pxz6DxjGeEGtUN3rSjHNkLYWFUndZ8+G+yjXv4HdyPc6j+WjNevOuqVFL9nGJNmJrw9zp
AhNmjQosqyadg3vW2Iy9/6XUxluRuijUram/7+zqdqo0jQZSuyuB5t3g1X3ulEl+PeyhI/Fvz15n
FQ9zJo9A3PoNg8sxMsiM+czxau0ntOpv+SrUBh2UOpizZmzyekx3Drj5wPMaGZbS4sl246ufJN2m
0j3tOkGt9ITBbArAs3nfnYGYtoE1fmCnZvFWe+7yyZ00hCSD92pKuwnJbnSfwOJnkRY7hFq7af5A
gIaOnoLhqQ81KDBNbHezdfkS8YblEPJM4P3sv/le8+sldDCbMv/aKPm+6Jp77/vV+Gx240ZnE3/G
kmZjO+DKdnPAjjBmlJXSFCsraHRVXCGvrgk0GCxqhCq5Fkax72UMWst2gb8Pfn2POKIlVsdLhzsy
7rz96jrts7b6+7pf5ocRT9pW+JmfhYCcshMJj19b6X3hdC7wSjp+RA83PGa5uHIq0981sHwiG1Lk
BvsRFwTNddQb5ECktsH4RatzA6WFmYW1YbennMDtoOi75VTiCdtPtZhJr2q/FEkpwmEuMnHbNKP4
xAHZIRgjnNwLnH5Ki51VJegqoK1weXVa9dqyurxKnMXegivNni6OmgWLBdRHTAWL+alMTfHOQMV5
J12eDLe1T/wgTvHVMDbfMPcC1oidDa0Tjhh8iUd3WDX4RTgKTPK3aVQuidiVIvWUvJqopPLA0JWN
SRqWsWAueaXQSGxlOSaffI1CVFxTaIUlUS/KXw/I2r+yxnJ2LUT/qGRfhj8ruYhTanhhs+0HXJI7
3jXIZ1YfkEnXREVd56S5DJ/H3sKFtDZDUJEJG9kFJiMVt9x/sibHtSKOIQZ4hs6t2JsIDYJU5Tgw
9Ak+nHnO09xEJuSoHTxa7ypLS2SEPfsm6frIzNJtAeriXqWjtdPF+1CkFEzoITaQtx6ZOpUBgDGo
TxbJ3mnTRJ2tcJTkMcvbpdrARduvFZ+7EnscGE9DhLUGHyqzxgh9UctxktkBAsoR3AgW31Wmnye/
PzkU+Fvd4yUmu+gRK0O9gaKAMggs6wQJM8qFh4hupjRE2wY5PoHKEaIpONS1de8jLtmR7/WlqIZH
VDWEhzrrXV/SpwBBIyEBHSQha30EwDYFeWuraw24G5EbmvHE0q0jqL0sH+e+Y4BCxgYxMcSb50KR
R1WjDUlZqAZGXjNZK9dHjJcootBphVkdZ1+lEpGY3RV/GZ/yuXCCRbcIZZ29+BEm4wnLl3VWFi7U
oa2+U/wSf5F2G8iZdZhqkmBya0Tq2KXbtRjKR2XlWVRgEt3iNPY3lkWxg6vDDsDGFdcEmsIrxKq9
JTO6PTte/K53Kol8OaPHn+R81y5IIf3OESF8PKoegWlCb/JzNS/DGZ9MWNbtFK6dusxM9OWMe+mo
CU/HEwVpzR1HFvC+O53Y+n6t6TdIAHw1vPUNBtbOFd1wos1deDEkypr1ABV93KBKAzH6XfNaSGFO
p59Elzf7VqrbNjOvqjnleExbEKFjpkMPpL1FTGfuyNPdGbUtmFblVx5iC+oEHbup90gGhRmY2fo2
u8OXeEje61ry+anNu6G/duv4sR7XnhCOKvmsaYRgDaSrEPNBkL3pnsApv3gNhj3fr3eSyzEgUpRg
WcJTAq3Sxcmymrt8ojrTulwP+2El8k8SQYbPrp4oz7Rb8u5GL5DlvHIl5DFPl5ugRXrQpNvF87qD
4hP8eVHpN1NimDDjaQlS0+hUMFnYbkm7KV+LOi/rTZaJ8syVZaGYq02Y6V2NQdNIVXU3Iavcj9oM
eDN3JOA5LVFhYxAAFtaYMV8xVyDTY/hJk9O0j9MAHW0kr+xAVS0PvptWO8uvrG2zrMkV1mRnq6rh
YVEriurav/G9Ib+tMk18t7NuuFrTzDk2pqf2RrHI40Aw5NaGgPdgVZivPGW80cPn17KyaPAT/QYX
zkhqS52cTCZ24UAw+TUjY/Ib13nemTWO83ykWxpJAd72bDUiRVBaDI5zN1amFSXoBnEjs6/Luj6J
mG1orLd0wnoH5MVNbm6MtIhvHGTCexg876Sl+kFpuIh2C14xitrraigqeFbLwVbjGqhpPCO/o6zo
UoSo0v+MjyiLWs9F91mmiHIbu6IMUms0Sf75zsftyHcngdXMx7Uk3tIgWa2fDWxqzDBTUl4P1I0H
t6xQahfluOW4sjec5gtvvV1tgDNjaGxuaKa8+yGHjUgrzMTFnPPXUfo+lbSly2uuam6hiW7hvHT+
VdVVXtDInFC42LWDQZahxsg7qIXRYjHudLwlRbbvpCVCBU04QEmoX/Wy7Y9dbX5vV1BnyLDA76Uv
xpqdobrGm5n0s9tc8TbWYLIAIhsbURRTqKEqg/Ob9ZFEz301WfltZiBulHV5nTjuU+353Y76ug3n
ho9/N8/bSui7ZGLeUfQ2vYwNSpMUSP4phJsIH/tva92gJOyvF+b3gVpiJtwmmuCWPsswq7AkiSiY
+pSnR9YRCUch2mJOZVuP92ldoAeXjU3RshwnvqnhcEmG1IeeM9IWoLGb8X108/fMtQ+e1d7OKK/B
ES9GRAt5xRH91MTgH61h3tBq8Ulmyh/2Y4cPT2T6eRWDsfPggTr+yqXLzBfVtrjHqXvw8mGzjo4M
2xZrM43OWj23lsbYZJomb2swY+bsvIfrvvCMxn4jnYnOy5ugS9AO9oD6wPoGAxOBSMTZdExJMAls
q3qv+tq/yxONN9Kzd+3UwrqdzfURRcWtu/rEITfCIL5M3/ad7QaWUrkTUihrZNy5C7Htbv4AyO6b
J9pztxpX0nPeTGEwFX/rRbmDJftdjUtDm5vhuRVrHnalH7V5FYq8ySNcVd+bXsmw0OTntNXSTXsZ
/V/sztKAqlmsHrOSNfeTqKqYBaRipWzBNp3X+a1KOaDDblDOHDbQe27IfjKOGjV9g6y2QO8/0pSP
7aL4S9zkCN6J4IQ1uam6uQJN27vs9Z2rhjBgjP4hDHyY6rMshi1THBQ4xWAHchUu8E2xtAMEgVXt
LEy5wFsdSx2yomUBwqnWB+wOlV1SGreYUGcq8v5Bw23ZbUsPtedWaXJSocmKrb5y6BEWjg9jwMwP
260lSJDXyI4bZg4kxumnAQvMeydnV/Z47/2OicWv6+b/6nn97lt9fiu/df/78g9/objgnEv7//PH
P3a//hk/3mX6/Yc/gE7I+uVu+KaW+2+wePnRX517l7/5H/2f//bt41/5p5N4lud/PonHGMtS9o+D
+I8f+usgHl+mj6kCIKTBhv63iAff/sV1mZV+WI7+YlTSf3HoBZ3LXBxNJp/pv8zfTecXNJqGDkZa
6B5SCOtfmb/b5k/KKdbmrnERMFGNI8rErfvHDbYSDuARCMLH1dapMrFnO2MfWAju+QI61viqJ6WL
icGu77Nmqc6XiXkA704nM8wf8o1wM/1T3st12ShjljfAe+HxOhoqbR/W7uxn5hHYgGDMmAFitT20
OYQr+xaXAOYTUC52ejUWU33SE1YFQW0UJyzD8tatTW9X6n66i93Y3VmyoHZPSo3QpkE6uzVL1YHV
gHM9dJejFu6UhqKc3Te8YuJB3bmePksyaWU0I5kPzXTAZa9dKgcSsu/r1sKinGnTfBj0dynX+o2x
gHe9SjM2A8arPQUkW+WJVcAWJr5zM8Wzxz7a8Qs9vOSqHi4e7b1UhvYFHGT73W0y/8Ykt+UAIUd9
S2YjbsO0bMRtljYDgA5T3VudNR0hJOssoGW+lKGZG8CuazpUGw8D00aTPgpryDnRq+Sqa1btS+UA
8Qnw3rNCXdvqsGTty+jPLWlUF7tE6o2PadP3n4BMk8VYaKt6v/hQXjgVpM8EmJrTwVI+MMrykUB5
FSI1pAaBQTLMIbV96VK5C/XWsmMnj8Canh3D4VYZquK9yPp+769ZvxVWln1Z9aE4Zbq60dbEPkrV
N0cVr+tVExdjWNlut3VnrzMiRd8B5GIZDMi2RiJf6HoZqPEqDfxrpdZtjc4srhbhxhCASocnOvtc
siIeTiKzNdKb9XSHUb14QGGaPss+SyU9Y2NSws91vSkdOxcMAtAXMTMzJcYDPnuMrK3herAIwSCJ
UjfBEgkcYunKgrZIGNKHU1elBPiYkFBw5UzfMwaElI7zRYRVFSyymzytbjP8NIFFO3BKVL1GZJvC
RlBeed2ABToZrKCWUJYTcynmatxTdt0kT1CGDAfKSGK9t/NkkQSHVWHnFnRCIIvK/dqs7Lwp+qjD
vEqccRP4d0m8pOHkaRsiu2nslzFylH3OCn/8QlarPOiK8RFBFloajd2w0Kun8xV4X6djV9xXj36d
xy9a6STakcl8m2/8yhVfmQN2Q5Dq03A/kiEI5n6R4rX3i5iiDg75nRiq9rNCHhH6zSTeJMMeStal
X+473AnentTfqQuU59eYcgAa+6U5WwHQf+yyQyzMJ3PU06sWj9o7Bb9Ojhur5CR01Vrsm6TyPueu
7l5Le170AzIL/2FlSsnsjmXTJS20GIuIaIua2ICqfEMM4D8y+n/X9KmJnEaZ4Hac5ZvdKFZcHTj0
ahN7cfWSJ5QYJDTk3KzMxNRr79LiAYjOm4MX133EYIudW2/b/ukSZh9x998h/iOtg5D7fsMtTKaB
p6yNh1IF+oQL3GEcOkZGTRZZTMDhw/Sk0NXCPdp6hw/MTBlrKibbu3oYONEYhbih5jf6biRR9d4Y
NXtXZ7qcI83vYwsWgNJfDZkC5bE4TEdDb5bQr8os3wHLKQ7JYrZnhmEoYvzaBObsZRYvrFvmz9Bh
2oWqjUk3h1k8HOKE3HNSKKfm8+guGA8spGd7MBkJABZ96W4suOFfattl2N+JfCSQa9E4XFaIGzWg
dJA3ljVuNS9tPwPtmL61RTq9LlYlrs0ugzXTT523BKa9qDj0Y7O9SRc/lpFngJp30inG4gNZPxR6
8ymRXRN50p8Y9BJlVWJBiZzKPVrN0oOWqYo7nzTzaCRl4JBLjs1aWO1u1suHpLKHXacmJEeoFZld
KFwmOJmWiqXF6GyQj69fV1xGRJQIp41qc4DsVafgqdHS5jcwSotxuLKK1ql6FjVTkz2TOk1/s5Av
IvUXb5HMuRnUmKLviTVcuvwmnmMNWlju3Igcl9cqCnXvlIV+D308ueVYnNGPy/UwJtMTdWp136I4
vB9EFxuBnhFTMqGnJyydpV9QuRUVLSqkJw8WEIfUxNfKgxFxq4NrusVH224JOCcBNJMWAi+WKfTY
jEDZr3Fsc9uBVF2y82D4A8NIF2q72ZXlOfd1fl1HakRVFDRhHdotvuo+QyehOueEidC5YT1nXNt2
FdPFrX38yfKUc8gzOT1Qy3nofEaqY3PVlhuQT0O567W2Rp61xGefqPpPbJzcQ8IT/8JgHhDKouwd
vmSiiuN2/SytfAboAv94n4gCGru1MFJhb7tp+3jAp2VzHg2ZWK+MfnUPKUFxkIzy27YYMH61hnkT
1yxuOWQlaZlrfNlaGCxV6qQmX9e6wGCG+jbB27e7vJ4Pqp7FiexXtee4cHc5sbU35I6MNLTGxGrd
X9OvcY8FktQBZgOqnbFD23q/HBe2UneGVNPOX3z/MIqhe1IxMQmjIMqH75MD/H6oFQMqlz1CN5Gr
hopo0SOW9yndrOm3d5Opl6xQc9MPcR2KDTxcAmrbwrqh04yvV1J0Dh0XI2IeYzoTX/VFr8Gji840
6sDu7PYlY6T3WZ9ieehqrdmhOdXIPx05avj4pVzSVmHaF2a6u83GXN6yCZk+N647RbIXzqtRZx5p
GBXfvPRyaGJGMbLdOk0Qt5QyjPpTtfgvOD8vwSQpSVu4rNpBhHrlGSmLhcl/zbRYfkKA2bW3juqy
bm+6+FaD1XGkjcVUtPrJcJjnMDwWld4GS59mZLICrBKn2liXT6pNohm68bI1U8fdkgTkhilWwTjM
k+luFQY70J6sr5K8Wy19sRvTzt4Mh694iMlTtzdqYrPNWN65tCHXQszzyJ4zgbA2HPnIGoqt0Ege
T/fWxusrZe/8zNq2+pKPs/Hkowl4IK6iOWKjfWgrd9kQxVke3LZrQneAiOPWM5l16ysH4HeCTt/y
3nl1h2l4x25FBWEpdBqdPby6vpbvHdcrbltRbCar1E68OcjRgKkeKkSB383VHqugb1pQ5rCCPNxx
QwaKpF76O9Oe5BIyymc01SiWEg+eM6gNcUPrXbpS77B/muxS++/pi6AfqLqrv/d/7IQ+upu/tkn/
D3VPdBUX1c8/5j08fVNlXfU/Nk+//cxvzZMrfoHOflG06wJPwQd++Lf+yUWPBPiDfsiiX7o4sP6q
YrKJzyTS0DMAqCNnQqr0FxWT8Qt6I5TKQAc8oeOO+Ve6qJ8l6biFBDRMfkMeBNzDT0JxT4zDSqyB
vWfCiZ4ipUvPE0SmP7wmf4fM8LPQGdotVyQ+Pbo+xNM/d2rxwKLVhOu1H/KKEOQRV1bgzXGNvgKV
ZImC8gCr4MKEByzw+ueP/bNKi6ksxgVHx1LHy4aV6KeniEePbZD0/H2CyEpuXYWAaZwFj2vrBONy
cLwlpHj6QVdlZtStS/Zt1rCsbhzlmBFOY6zm2C92/egVoQnQ4TjIOr3pvJz4rLwgG7hfFMHmSbLS
0LnxfekUU/SfeBII032cZDq9ufNTr6srqzFLxEh7RrHGZrbqdctQjlQv0nEeW1Mfw1hIgBFaSS65
0Ik4m3ygnGQWEvTSYxa5dSoMNnXHZksfQcYxyly3oycJufcJQ/eIeXoos6EnNG7tGZpfosf//Dn8
JOX/eB+wt2BTwwLhOj/7OjoiLAbku/4+MxHrYnoqghml986t/xm96Scl/6+PRLYkfjEbod/Pdjgb
RgPNK480QgLZLx85147XHlHAtXe6DY7wz5/ZT1+ij8fDxONZFysqWkC+xz+6LQzRVVWpFTxekqk7
ThRwCUPyz2IV/s7rB2zkIm3EJoRr8idfjM89i/VU8/YKd9oOyc/3xvSzvey8hz9/Oh9wpR99CXxj
QEpw2fPFI+/350MhT7Bj0KF7mKkF6SxuZzAh5zOzLLxxS2kqsm5SZDtk4Ml7eETeqSkciRZFxPfp
UK1XWNHbOwX0nFSK0e6QiWQIxUdhUq9d3Mh1QZx8xmfzkeS4agnJDaIlJe8WX76V8CBzYzHt9gxm
5ojlnidnzfZ//iR/9XP84Vl6un7xNBFNfiEC25fx0g/qzZhZNkQGNe+h1zHjId/kQDRld0D2Irc1
ATaBY9bfZ9rgyMZqH/DhzfdFmQ/bUTT9VjZKnRum6BfbvhlR5OvPwpDZ2fYX67OLV+HZbp2NEpPx
Sfgl6iA1FYz/HUYDhi59mvuM1cQI4iRNKiOq4KjsZLKlH0o+c5zJvUM/iCbdsPc46skqdvx0Xzax
sTETJ9trlc9ym13pJjUssevM2ntQsZ0f8CCUUSXaFDRUEn9JuXhCIHfJwWrW8aZBV0F7t7rWqfRw
jwHAsjfNaFghDKwhJGCQ5Wcvkpr5UC2f+q4Ki7YqgqpctBvbb5avy0Jf7RVpf+GHmjs7tnLQMk5q
hGwBnEhzV+sOKYT+gL6+fEZ8Jr83IsUuIXWfNCJfpdgKJoYcAfL5+cX1Khm5paH2NlDdAwTOmbxB
37lxCulFvZdVfoD7f7oZ+qp9r1Apvukt6i3GLgyz5DdNat41ShMNgF+WbDRXHclq5rd2RItNwT/M
o1ad6xj0pjFXUx8kisGG5lY7NqSny+sZ1UXehMwrtQDsFuq60ny1SboMrDnVDwmRqScrbpZHrZC9
wf/V17MYNBT7SDGNjc79ErJqMtlr+t5hWC3zTcVOd5vzOlWHXh/8EE0huRrWtkobPhEjkIehNc23
GhzuVtKrRmYze6iIjEo9VgtqslrOE28NO5aOpmQ/LcM2Tc07Iy6HDWfbeOjJ/WM7jHI9UKnx1VS8
58oRzd2ioDoAA2ZNNEra2gK0ZCxVkJY91gFdP7ITIic0oXnP/Tn5VOXJNSKEzykTj33a9/p9LBiI
5sp5Xnr5ZkDjiFiW51AOoNv0pPltTaXEyZ2H6VjZko59XOewJH4VkyIVfT/qJKb6WsoRNVzoGWza
rLyerzQPHLVkwxCyW4tf2asu/DKYPFNDWmEqTfYaSm8vARsjWBquIUlEEJzSKJ8y4lsSx9ipDmme
vbKUh1CnoyW1F9g7nU74V+d6JAMBJQh0I29u1lrnHRKdaK+WRViHtJqLvTBpnNyar4ujLbUOvLgF
gzFsjAmkIcwCDBx9iiBOz6svarSSl5wM0a8XJ9aLOarpWHreeJAj2lYCWqyTYjkMe1XGoR3r42EQ
fL+0RbJQKoDkmNAw4JqQIeu7axuJ1kHDw0g6mLV1frRGvdqaupEeYC03G6uorTBfwP6RQZXtmCdU
p2y+2AP1smdMxx/B0MgmAjndHhnjyMipGatpjod8stPlNs7H5fvYq6k+60sCSbShKFjHRQ9Ubcio
MUovyhJuDrHGHiPUodngZTJAOWF5cx3CAScSuFhTQztce717Xv3JusF7q5+XTG+HCCKtw2i0qcdv
iCERpxb6iio5V19SF0wtG0n3Kc36CsGqKx40nfoC/ENKozxRnYyUfHVNIJqT+Dm/HbqQNhgECF1A
B/K+SKz2JUegGEkdK1YGhORWs5HRFlLgirFauW0If3uq+644YMXqvq5aqu+LHDRRzjwQtxTll8Pe
9LiCsdwvi9mczXRFP8zcZkdOLDYvx7RlBOqg2fhq5JnLLL3xdcIdbSxvjA6YfVi2lcDPbWIEG9bK
zxh+0T3jlrJZLAPVIevCZ4Q29jwlzWEYiwNlhccnc3tj+ql9IzgYaFu7bAfxYt2z5i9C30UxRK1i
h02MPo46Uh1HWkCwJunynRp4fMpGxbleG+0xXxgyMtuyjJ3Qy3YXVxqcS1Vr9wsPQDZQwc27QjPm
12YD8ZkkMVTXsZP297pLGFUsk+Fe6US1KTcVLzghrjr4OTt3bOtdh753wmigm1f2rO/6lkNBqME8
jzDut03azsSiGcDeizzd1macXghkDyLWcAT2fRbYcrIRquu3Kq78EU0LtG5k7ku64+V35Rc0Em16
Qq3Wjnya7R4jczUsQV9CZVUmiXonHwZ/w8m6dODOEJCl53n6YN1+XO//1Yu8/+8aVmrACzXwHzes
52/v6q2Tf/Td/PpDv3WsrPUgsJKUg+/2dwrhbx2r0K1fiGEhwsHDRvPRlf7OJzTZ7WFq9hxWgpj8
f+QT6v9Kg0rLSx32Q52m0+jS8lgm80g80/xif6zTCnPQGAum48kkNX1M2XNRCbPiN4mRXKoTrDBr
aUoMCQwUCTlktigvY0b7MnDsLqPHovSYQlb8+tfqMpo0LkPK+WNe2V9Gl8bHFNMwFbreNRterMuQ
U33MO8fL6NOnCDkbl3Go/JiMYlQ1NpQ0XYio2Tz3lxEq/r92q49eyYxWr277y6iVAE6mrtDx5BMm
jul4Ye4MwXwZ0Oot+Z6DnmrYPDHE3RepV94ro39yLsPdDlgduisGvk5rr/fMkdX9BQC1NS+D4TXu
5402maQZNj6pV1DocP2IeWOlFt6FTLbFw4Am+s11S3JQuzrGlLE68y1k2e4WEkX63JZyWEK9zpvI
TEZj66eu+OTabXpvz06+GXVrTADeVfOJoGbj5LXdY8lCDXg0vB9K9BGHMCTu9aHqBxnqYn6X86wQ
7Y6ywyM+Zqc2q9ilVo3dfYZTOCG25D18LAjROnvTmG61Pl2PqrSQW6SLCXpu9NyL/5D2NCff59bw
u3yvFckNup58i4lJ4tUhKrejkt/rUz2d5rQaTpUmoLOKEmBYDwrtE73eQIy5L8Oe0foNIZfdfjHa
6tpt9elkddWyJ+zQfMstsz4ire0/AaEtKF+kJjeV0aDfppzyDmXDOm5lKLlthatFcJOqO5D75qd+
sfpXfGfF98Xo9AdjHLLIkXN1U3a2djYzF5QU03FeK9Yn7Vz5t23nlS+mysat8JoqqnpD30yVxDSv
2xp2ITWz9eq6G9E3+Ifnfg6heoP4z/ngABLUfP8LVhN2fa2ipg+01QSBN6PQ3FhOld5V3Ugd4/ht
D4WlJAVdrxE1wWxAiGm9jcboXX0AhOgrm7OlRBIOlBQAElcIeF0yb2dByMxm1Pz81Ky4Wouk8fY6
sOlveZXkt3qD+TmTyXoj7bxp4J/H2hdUeZSrcdIJP2gnB/k/FKPhqsocF7lCmh4zSY8IyS6PLhbM
FwRx+rOaqewdX+qb1OqGayLW2FXWTTveKS1ZX9uiMexAK5r5qrGz5MG3pH3jtRZLrCbhxnXZbsIo
Y3NF0S1ts4cMPq4oVwQxyJcKCadqCiYwcrrelUzSK40tuUcsMVLD+MBoRR3shcT2AN8J0rx4bgk5
dVRcPnGMNLdLVaz7Kmn1Das4e5NpDTnAqaimHQkazHhZxG0U1rWbMimTG5VaRuS0jvm5YOeJyRxt
6XMXpzDTZ29YPjHWNpMQ+rhGJIVI97YTl8dhZRodlCQax+Gotfa4rZpFh5xnYoTRbNI3zhqixCdX
VC2xJg5NS2i1bcxJkjVrtJb1V1KqdS8YnHK+Nle3XHhr7IyiZhm1p2TsQH3njJBidEPJDCRE5KxJ
cnIhtjNTbwwS5A7fGYUunlUXV0OIOko17bZwaiQU1wKlxZzxxiXlABRNERRQ+mEyLQ7yAWKqOv1T
jGxrcR4TtyTQtb8oE/ASwQWqjmtjYEALew/7ThNZoyGnTyqfE++Llcg4rbAKFvpkP5a4bFt34zXo
a7faMPT518VtGiFJfRFKcXFxuf1PHfDPZD+UcAyQ/qwOGN++/rEK+PVHfqsChOCqZ/jDwJaKApkN
Q7bfq4DL6O73e9/g3ndNxqqGZYPNEBQfv9ltTWbYuu0wZWEwRvgeJcHvMqffRsYopP4xsNy4ACl+
rAPYcF4ehvka03T4rZep3w/zmrS35rFSjXntxp37tEyWfVhMobFoWws9WlJSh5gb1UeS11qB9LLF
HbFi2oAMUewGo2tPdGmD8QJOVp5r5A3oADCgYG9sWo6NQVkL6gBrfOklKQ59snCeNFCJQn/0uA6b
Pkf156QV+TTTIu4Hs6tfqzEeb1ZFZDvr7moiZGBVLvbXWE3bDGPC3qUxp3OQJNy4bJx3pE42ddCk
XGhhkmCyJzXGhA+6LK6zTWdvSva+JdYhggxKONNQEICAdld+bV2tvckSeyzRNpbzTUwuNFJJ3LV6
VDblQr42Nhf3UC/KWtkbD3Oz47vK/zU7zClH0FnLbZva7XIAooqhpyyXWTt6/ILATeKVSCm+yCUz
BnTUd76VJ/drLsebloD4JkcDG4GJ8ZIw7mrESJNy96VfkGmbM4pO2Hv28y3VjawizVJz31yb0njs
m6Z31yaaCNbq230s7GzYlbGBYnvncdwlDOPhbOkR6FNV6aGsvPlMP1VWgpn6qB2sTtTELzVJix8p
dyyvquQm8wqt4LBtiPQ070cJ4kOZjD5IXcricT7LdrR8KKBFpvygqXEvbDn2iIEd2IFAQid9IifY
WSzadoxrQUCK3QFQ48UcRrc/gXgd04h7gNihvd5NIiaADdly1FrdePnguOuekGx73WpzTqwPQq2p
GI99PwyNfhZLmfcmDuSuGycOXIK+cHG/JHFK2vgrh+tSqa/91PYlokjYrkV89z8H3n9I53jB6Pz5
gTf92/6tbLo0U99+3Nd9AHj4D29d/+//S3M/9IsUgZx4P2gdXeMXm0mxAbEQsSEkdk6f349A+iXy
O5hOQoakbboEjP52BBIwysqPvw7GgMsTOeS/cgT+zZqB1so0YWJdjlSPHuyPByC65jlBhrHC8WS+
Z64OE00nefrhRfk7q7q/2TJcHgQMEotBnuff4OiIj9IaQGXrfpDQWGa3WyHajm7YSKvf/PlDcTX8
eKATf0kKHy+La1u6q9s/r01qsubaPGEnMI8ZxNsik1eGgWqeCEnUgNCx9iVunN282laA+7H+Jw//
Ny8nWm42RAgmhOBN+/k+wV3q2ZNjtPu8mh6M0n32si7682d4uZJ+uLKIGuQhbN9wAeDRSDg/rWwY
NC+DHot2b4vpYbbNp84XdThA4gz0teVT+pf7+++8c7Di/vbhkNdCZwRidYHu8UH88YYkbMiC/tB1
e2sy2yODa0HCkK+VR2lTfRZ4tq2PJCLQ9JdUIhO3StAiXkF3+pFcRKuYBa6RUNWjHpMHzGykHI31
6OMl+Eg/osAkCcloBWjcErWWoos+YLQw34182lGA9t8r6wKZV71uPGGNANaz+EMZIaQwz2k7+BHU
DDMa9GV+WvJYnTInmZIAN7QCqN765YNjF8lztrg12j1l3sVJbd/YffV/2TuvJbuNdOm+ynkBKFDw
uN3A9u12WzZvELTwHgX39GdVUzwSqfmp0X+tmQhFTIy2Q8NUfZm5Mr93bNIlo0UYDXJ0fCNHlGTW
pxGmRNnitrHbHWL2emQFfU1yY9yZZfnVcov7OrU+kQm+MEQrg8nyylOjz+/jERetX2bOVrN5zxL4
Rpg3a7vPW9VtV4nQ7rPpS5f47dHNktsGOStMaaLdWgZTeLagzs2MsBz4mhOdeKY9u5qIThkj0KDt
iZGn4whPSfOp1evTcBFZdrP6bfw4OAATpMe+2R9jcNKY4uYpGg9rWkTbDADxddUzbUyIUESgQs92
zICU4aw2LGotHvtH1tik7VOw6Y+tC5UyYfEVGB6sowZIPTiSRkRiV81d5zxZlau9JPnY3VY1PAm6
K2fjsRb5eC66VB5YRTIy6DrQViBEk3NUtt11XWCXMSpmrjh3OEXKFutUXS9BNlUCS6Y0dmNa6M+0
pNM8NLYzyYvUkK+SOTEbTH0RV3DR48c0aSn5SqllipwSFHPrkC2eUsVEpvTrKoqS7tKsVXdXdv1V
BMnjtV294dEiiHkg8yCuxWw6h7LiXMCyk+5QgOZ9hTqT5J1NYCclMJe55kyFSupfdKzCe0pEu+s1
1uo7VUdn4Dy9jmc2mdhFC33XTXQQ1I7Nxjp1mJWK2U73nW/JcxrxKIdb7NyleIGjyIRkFw2u2Pgi
fp/JPMEiZr/MY3yyykitM6dLs+RPZFcZlIwZlVykPM9Dz1wqTZAwRokpCaC82BtKc8CJWBwWUnRH
u+lRJN7ECT2269vyTbKQMXIrAPpYv5hRu3zolboBlZ7xVpxp50FpH+bsE0Ip2CeSfQK/lEetG7Zv
gkn8Jp74mmYGtVJUIqWtzEpl8fKhCiKlvMRRNJ1nSrhwKqHLOEqhYXYQce1jF6J+mSlRJBmFKE3H
xMJwWo1EXCnLFdqC4z/XRFEZlCBaOm7yAa/5i6+UolhpRqlSj4zRfA8I5Urzivghr3XsgC5Hmkzf
abBqGYxKh4K1MoSR0qZaD+a7s2bXWt8SzsMyHcIX+4zkAzUE+vCy8aJ4PEbYA7dC0y9kGXeDUsMy
TcJRx/+7X2miC+LIaZ9AWbnY5/pJCxulqkmjNj/0SmmrlebWzzsEAvPRths/qETeVcfKHfs7qTUm
JjHdO6ZKwdNFwmxFDRiShBATSaBmvYneZD9TKYC18IorbkjrUQDhx21nv3ZKMTSUdjjh5A1QtzGg
68lV7FX7RCmN5aiTSohj0HVFKaqbvvSOxWg85WVCUjUSGJu97mR1noZ5lohApPTMGGEzUgrnitTp
SsP6IHWrYT9gouAyn/Tpy+Ta45bg3KZKMYXlWhypRO0O+MXysJ7W6V3NaHDDakgBlH3USCRRLiDy
kHP21Wcu84ISrD/i/rYuAO2cEJ69CAQKN8q+XZg4wNF4HUhqXCfO/JkNA65HpQX3iMJ552bPNo2I
h8VPkYzbrlD8oxkVi8jGtlDaslQqc2GmCM4MC0dmZJ52IHbqkNdyP7nCjBHS6HkMW6Vbe5nnPhb9
LPbgz0oiGdZCNHWBN5grM4BSv6XSwetZ2gdbaeNOKmhP0+L4vWdvKQJDLVoSDr/S1LF/wMHDkcSo
cSkeTYoJAlsXDUzLITceLKR5R2n0w5Jb7+eRzk7sPutLj5RPqwmifqb0ffmm9CvNf1DqP0kOmv2o
Lwl5eH6tlEcgUm4BR/kGaAecjqPyEvjfSvwIeqlKP0PV+7096v+davztVIMRw59WRX/Bit18mf7n
9KXrvyw/rvDfXvZ9hW/+5uuGw9rTMr+rGN8deTarfG5orsGClOgSi+Pvi3zxG3tIFyyIWs65DEb+
b5Fver/5vB2zDt/QLaH/szkHO4OfVnEYvACdUgPl4f4DCv3TotFoKZcxyeUd/FFLTZoYTEa70Dfz
M8U9lCHrXTs+xHaPjUZPE3kc02q4JI02lvucPF5OwnQEKQGcjHKeSFLjJztaXZo5ZuJAN+MFbIVO
QLSiQMFvucXgWaawViRmSC4oepyNyn7HZf+hICwS81aPI9fnw5DX66Xv/EciI2RnKzYEm9opEEpp
0iBywfrpWjKUqUh0e+K+J1mOh3XQ3/moj5SraKlxX1VTfuo7gpg1LctEgnnh5Lgasqs739BmSAxT
E+I+Wg0N8pTmf+2NjkB/U5s0zI3l2h0pVSE1YM1588EcQXqsU+/TjdxnhAU5UG/AbITPj/z9U0CR
Pa+exMjoN+9Wb8963a9xa8jjSlo3AF7GC3t7IvljMIvNNk7pl/7LmK1tHFSFp79zcd1dO83oB7bh
Q1LD9H8gftAdR41GylV407QBaLLs+nTwaashBcAY2u8AHqSpwXKnZ4PTZR5rYMqQtVcpTfuBoBn7
f0ea4qrzegTlyRbF85IXRKrHWIp3XakW0fms825Fmcy3XlNoX9dk8oPZbKNTnszJZ42b5U3DzHb/
9v169a04szuAOfzzaBD2rfDtrGOA0auadnonq72UGARrr1lZP3KQyVEMW4qkZLJxh9TgsUWCJdnI
AdX+CixlklASI/L1wFS9M3eJTSfP3lyVVyNjaATIq85Pq1Ufx87CHAMfi1tlGhvvGuBjzk40iwfS
AikdV3bJuQBT5ZTJvg/5dGgifW+nRE/AxNF0VDx3lDU9JKRn3rVN0l95wEQeM+jTO4L2nROyEDXx
nMj4HLVkq7KlgfdIVdSZLWsaeE5GThrvf8qWhR+Zregr9mr01d7WSdLkdguzBTCZo/hIGLWradl7
Vu/vi8Iwv04OoKYg6sqyRpenCSGMDfIKOz/Th+QmL2rey5dFg9EBkIcRWMwKcdyPXe3SjUrM5D4q
/eU6Xac8MHmEhJgoouvSoT2NDrXJ24vBF9SHJ+YzhX35vvQAiuJGTyCJzENaevtc6P3DUFvv7KEA
uWDrL8zDFlpZxxYBLYNFQiULpS1lHK1D0AvH2aXeCgPMNZpA6nl1iiNGsbjFvY4sf1Hf9c5Kv69m
OrtpWco7O7XEScYYqsilx9sSr6wivQxbA8vEKcFkUWxyYzKDqbDNpxnT8sYuF+gpdIxxoRKy21gY
yYLKAMwfoGLkO2Xg3Rr1AJ1Dp+s3kFOvwTcx+2uSC2RgPDM/I8TYd4Mdw/BJxkGBTntdsnUraCX2
NJ8lAnhTGU6z7r4bSbxdR0LEn5Yuy0jAUtG18KdfGz8PK4DGE4iOGkLOksGqDXRe8wG3GJR8LaPS
8hDXZfvQEmbOyD+KZCuTEfqcllfrE14hHTGmTTA7NB09Ak1N65S97I3WxYZiLloNsy5udG1bUT3W
bMZiINBPVQvQmcoWXMr2JPD2THo4Os5yniImpQndQS8+v9+EhMpc8NiUtduHzhp3JxlBedMWRzFU
J1bim1KBXTeYaWQAebAGPFw1XdAVRvLouLGOmFuQ+Ta6MjuPZFGXYOxU5XZmgCMynaYPaD6f94ke
V8G0lJRv6u22SxeD3Gbr3tSL1B7zHKzBRhq4b/xpzqB7VMVAkMJbOwa0ORmHih1jTZnnhXAEd6Xe
kdHr252lzYfoqz+X+amouUIpjhOkO9VV1OCceZgxgz53EzYiRyP3SUQMQMbGXXjCdLVT7eeY2zOK
l2FxOUzGPQEXPgh30RxWBuEVmvHy9XrSaQ3bJJPmVzfIXssNUJJ6CWuc31uCm+t1Byv7WwnHv8ul
v10uocr8crlUd0PyP+GH/GcQq/n2wu+GEOc3+OBYQVDG4aoaSuP5LgUpQ4jlqGZK5ng/jkV95B/d
oVCBLLha0jCu/D4WtX9TwFQSPjoVN0xFxT8ai7o/DhLVCI/wgsOMyGCaaImfB4ks8pueCm/jaiUu
Ea/7tI+XgbmQoW9K8KraALC6KdEwNqNnU6NO4GJ91QwcooGRikMPMfgKXUNul1Yrd/HS1uyR1/66
jqsD6Tx5oiLXDa3Cd861rLQHcNwM1qqYjXnqiU1jlc7DiLL6lHlEWzcSrN9eNG29KfusDZweDYf3
EzuD7FAFNSwyiZAh0vK9AefZ8QEj2rVjlt2JGzEXRxtdprW9nfs6ZOSsg6JqxKHtedp5+EOglTsn
YbFTlLkfJnH7WTJeDGXG/aEcuyzozGq5jrqYCPiAtjLqnxKNGwilnto2yjKxW/R13aOY48CKjT1q
UPXiL2O27bEzh/Bnt8Xc3Xb5Ym1BtQ8f8KWYu8ItPcghhDnN0uHzSwHlcWmtcKiIVuBZTe+x+tZh
KcR6aPDdBlO94PMF3XWIh+y2W3yduVi+blGLuYuSr9pYemNuKegywzjV7M2E6rwZCead8tS9ToTP
KNgs75VDbzuQo/dLWsQtNacpDMKzjOJ4CMc6UBJ9rwEfC+CaPNvDyG1zUD+iyYdwkGYU0ogdB52t
OWxL5ceyZwg5z0wBK5GeG+6f0Gnnbb26O/o8mx1Iziokpw/5y1YYV9s5+BAdB4Y2gZcbDPbWSHte
zLTemLq0t33deBtTglkxLHhirMOXo8Ej6pF0L14e4Y0hQTqilrOwSY9rS9jPuhVWuK82tkeJvXSI
+ZpgdnyRvW+wvp9bEDUw9gFT2WYbSkKo8PDifWJKl80lLIICX0GetY917zx783qVGZO7iUfH2mlV
qm+FviZ7tyk/rLR1ZO1g7bM66shoTtWWUYB2ag3/i7WqxnWItyHnhNp4b5yJU8Lr4gvhbEYoMQ8g
A4ExyOMBXK5YA6sv9I0Y7GNrZOL9Yq2COUB/nrX847pY83ZOvGabpdlysCtSFusKFkcrOBdwA7Wh
i2f2kKyWxKm0zAGo1jbMRfdO6wcGxO4cEcztAZfA4d8zaLG2telbO4f1/i4ys6cOseO60mm1M72P
sd/rdHa4bWA3jvYIxJ30KitXK3SLNL0vRxCqdKzpmyxPlj18g+4RO5MXCtfP71em52Hfr9esaYud
R+x3y0rX2WEFLkObveG2mpW109B0EvXdio6cl1vy2InC0hoAUkwGUG7mHAWWRsDM3ngwjPg42KNx
7jVdhpqRNE9g8TmKHrQ2A5h6gPEVy+ZUthvdrmEa25n+BIdB3wyawKE/tutuSBo38OUqyMzm1UMO
sfEuaqR+EkM/2Rt6hBIqN7Q8gSMNHnYeICsDTMpZvPSYpZ1OXrkM2vkXtStqrYs95KAbzco/pgw4
sFcpmlSLRUV6oxa6K8ezWXv74CYFPjVT/zpHCXVDE2UvyuOGqX94AFBzlNXonDzSsCrFeO9EWbud
dLMmFDLjmKafKbQskqRG63+SQ3Gf0vGKb/qukNB2dYpr9kuqfSmtddkVHT13g3uVTvz7PR78yVkI
wBJk3rmUvgQMgptwiRg5AZbGH2ulH9o6BtDlrQ89o82Dq/qJitxV4zY5BHBGlq3BXiLsKsbQeux0
14vh7mRpfPBbE004ZeEB7sZ+iIwkDkrX30qoVDqXGkUR7ZexR992V2LHdpcxACyEOEVeQW1nYYzb
XPVQYINHwvZL70Co4bYujPeO019lsQX/156fvYn2RNjNQ0AlpwOSI60efX98oYp4CpvG/UIgfWL2
iSwwxUQ/hDy71kB0xDNOaY3yYNd1cV2Q6K/07q5IoiqMzMQLorb92nWwB1Mfdqm9ynpvWbjNIkxM
23YaiqsFih2M5M5Dyon8Q4Ey05vJe3/x/MfFWg6kbMR5dVRgxVja3eAVYzh7fGK1ro+I5Okd5Fnw
izyEZi0inzEx/6Nkoth10qYwsrQfGqaUoUOA6ry0/THusCWReiaqMwCOYjyoh9gunNcin99NkZQH
dwEgJw1oaHGRMIQdpv1czdoOZKgduOXoU1853umxiyHQstQXhzPb9lEw2OxhSuAmEPJwbKS7uU3Z
8SOVHEWivcCFzTatNn82U1h4ZiHl0aM7intN2uF7i5wD99/0BL8QFUrjLgeZQjm2cal5bO726Wra
uxiwKEyohli71Yh97GYv05jaiBHe4zL02KRbRZWNv5pa456Kqoh2mlusG6txxI5OFm8rrFI/eY1O
kygESYBLdbQDK1CHkOXw5X3Eml0NT1Y6RAgdNHRQHHKY4WBaTUB43aun5yEaS/itGVJIRr0MZ1/p
QZbsfCDBLkEIdZEhy9m9eWhJXY9sERq24U+mnCoTcWFZuh4zlt3X3L1zZJFmon6UBin73rTY0HWv
NbDYtTp15ti7fpDVHvorE4oi1RJSPE23dt31v9PI/8ZygNqvkP//p9H+ZRr5UEuW18GHri7S6gev
1e8v/T6R9H6zeSvXcb7FgBk7/r6+9szfyK7aZGZJTBIQ/mMgadq/sapWpgIsAdYPPQcmniw8AjZj
ExXkU7PKn4xWvzJeMcX8eSDpIp7CCeM9HToK9J8GkpIxVtVlaY1O74oJ4HtuTgHYMX+f4FPcESyl
1hSvqHeBmETlsEFf3c3kQLQd8TUDCTSleMyi1Hxx+mS5Y3xSPYy9E73HHTDfAa+fmoM7rfYBgApa
Bbq2fSYAwuI3p2UnmObcge6P24anAnsK8woDEBMZUQPoLPBj4KtsixasfxoDm4Cqz12MpcAcrmMG
fLOUFBC7hPJ2OW1yt4nI5rs8iSw4tETDtnpLmVkXATfAcWlXGLLMhFTOOPfc6+rFuTbQKptgMCLz
KKmFO02rZx79OdUrwJ8tlKmSL8VsKhq+8CmAQjoYniKIJFW8G69p2cG7TrFs3zrN56hyugDgN20I
IJzsQwro3N0SgCy/pvzBD3Zkq6yuDYlErGn0eXVsgjK5mPoXkEoEUrA49S8WxuqXaiK/jJ+Wp+1M
kmWSUfXY9F59OzBiXc74W2M7tKShw6tKXHJCRVmICLt2y+6dlmrvAtNt2bZOw4EkuwnhRjdTHgTQ
NVzIpmtD05vn3UUF44LNvHa6CEFeWxXRn6neuV7J7Be8xtyUzS28Qf/OxnyTXAFvsw89x283Up91
BUu53a9JMl0l0seImoxU1qR2VT8I0XoXzeJsYZVWBjy4bCwfLBzLqBOPUZ2Tb4ZafdIK+n5m6da3
ObNv7WG1ymXruJk4WTBNIMLm0grp67H7Az42oOhSmDvASO1HLFjtaydr46XRF4tmppXlfABHnS5B
rcTQOySMA71p8S9zEyfcXi3/wYD2RtPAOsdbf+5AvtoIm0Y09yr2qNlGOCTa9AGMrRfQJeBfNY3p
xju56IjDc1alB8I5w3pk0mqQco2kdmVE2jgFk+GWW5OeINjDPdOx4ZjYuc3iZmrkPc5KO79KEHnv
Go9u7Y3oHOepEot1nbCknMCAFRQ6MFzP6hUmn+hWcx8ju7JLoh11apaNxoHoDotNnv+1xbWB0uVP
gLyY3kT8fQgEbmhake20ZSvv7WKS7YY8RDXOgtPgsMw8Fm27pC9G0/sUHPAfVVhhMAOPYu1hIQUY
GHl07ZbleE7HoX9J2vIm8s34CoYtvJEMgwbwG4M+Kks7xaXu0leBA/HJNvV0l64KrLUOK0DiJd/p
Dv9zMOFxtms8PaeDAR7bT+rrPktadqLDfSZFQqt9Y6gKdkPAZuUcenYc0ooHLm8NhrYZ7euOJxqF
6WbZBLonCMhlRJ+w5McIf0Yff7YrvsNhocNIosobMlwoVySMqGfHWupws/2Kjizvash6CEBEx9mW
1/OJZjS5dTHsbS3gUdBV5/2kWdpndofblrVdACRkP3ssI5fUEJsFp+NNv8wPw9pj6oinPTN++1l0
ahovJQizRda3k6ffC9M0mBqv/Nl6BH1ybzGTRiCHXuPEu6jqgz6zq7NeNf2XbHFv9NWIXhEZJ1YS
bfFQOaN3m9HJFiBcsjYpepDoMjJ3bU1f3ZSy27Gc9SZtPdRQSx+CBLzRDtCNYJHHq0SOQoTho27C
3Ftfa3ilChp8uzbd9TARZWyMZAzwE3R7WsS7Xcaw77rrounW6UGeEif56HO33UOd9LZptEQ7ZkxZ
wPoOehBj5QPhzJRR3wjQqUzFGabjuJF0lNep0YcxZVYwp5cqJFgDxnKouxc8GdNBL+PhiZTDwIkx
afu4m7/Kzin2S5ItW0KN4nEURvQenjpGVbYp1tHJrBJOAaa7I5nlKWcuYdnniorane93qCdNXBPC
k7l18iINWV/T3ItsEqoOVh5NWUlEb7CtkrPCWV0wri3efCaUabb12nS4h1QTPfutzSVrl9R11YDW
wQwTQa5h729W3LbvGtjtOyFHejdSw9uV/eDv63VsXhssry9+F2vbYaSyvKbs5oa0W80yeuoOpVl6
F5P/45qxlQZJAst/3JZ6gHNZ7mhgcW46nAE06sxDLk72nMVXfl56/gYmVRsUQ0odUA5Rg6GOk66h
NREEsPFYBKMhzBsq6YGBohp18HFV4XAdeUwD3BwGKMHQrokla2mpPQ+N3r9wxlV0k8ipOetw/tjd
1ZcZ7eLGzHDzelhWHFlwGlgISLPRB7NIaFln37sZe0ujC8fNvpi9VX6RZafoW6S0mL9EbFc7y1lO
lcsTmyxgSzCDfpmnmsjAfeLn3mdyEvG2YXR/1UbGe82XX9O0it85hoNHYcEO3Fv2U2XZ2jXXFFNx
M1cIAe5z69JGT3Fn7Wczex85Eg59a+/XGmb6GqF2menybhkXPyQkbTB7ARAI9mszmvoR3Swnkm80
X6iNJ7+YaXXIiDI7jIasavjqzLzwVYq7one6bd5P+aUSzk0VE2tFfZTbkvgOaGgoTWznkm6C+yHK
9UbNGxkx9p9lljzCVmYpxfqCXQeqgTkWBxfyd4j9HEsl2FKSW3arFjPwsQeL3BTocQZhFEV/MPL8
UTOcOjTxZrxPDGp8YC+5XzrR3ctRfMWfxYSGrgpfc18r0iBhaw/pfs519+Qv0YoDTFob18TmFK+0
NfnyRNgo4t7ZNNsRS1foxaN5yOalPJpjQyKGzUzmiKd0WnKqN9poQ4pH9aShixmZaj7Rsz2CcnOq
h/nBWpN+B2u22hSj8qhl6+eB9WcwmLJ+iLx5pCth5VhHpbkwdqvGre2gqixVX+5miaeq07xPEfIg
KKXoVW9t85bcXxGUnn1pxcB5ZX8qjZJ6oVX2oAXT5txUlC/L1vjilhPynPjcezk0XslXCkTVTwev
QUfqrcbapi3C0Og5yZ4Vi3svIPvRkDdlO53V461RuRG51frU8UcHWrxPE0pHFvqNqEHgFBVeTIpg
ZpQgMnFjNtkTIrNzH82J3LPLsnHwU2J1LxOJgtxrGxcGnO3ENWPM2bvS2t5BS1mfB1AxarHZiuq2
doc4sCb/bDT1V0JN7Omosks0/Taa+tu1AO6YDKg6TBCypnzfFWSt1n5+nHp514jhdqAlh9UawyJn
xb4zEDNYFhJ3EfYymIRc5jYghhE3SmrjInQt+6rKPO/KKVvyNk63MRYXf58Gwf7O6Kr8X13lv2Lq
qt0basbfbfz+qqv8/sI/dBVmHMKx8YfTHeEoTs2fdRXyDKb1nbv7hxMF8cQycZQRg0Go+JEMRYgc
K4pj+mizAkfzP9j3YYP/cd+nq42WoRgpJGbUXlMZVf4UuPF1hhlR1GpnC/zhBdtxuV0ZAB7LYs23
LnSPUF9H494snBHWg7VuBTfdoyc8VjX0gT2CNyzPtHmWgWgHD5FDh2uPAFEFWFGxIRJfBNUX38eN
ibMKhH5kdUVgWdXzJPO7yeB+DpCR/qIcOgOwXyD1veXj2VUWNCvHsNhahfEAFiTZNA21ayvBtRtr
GvtHjAOssV3020V2xWddk5vFM5+gY381m6Hd4Iu5LP7CIhNb576dQCnSSCDL+zRbJY1PHh5NF7Ea
ZHWZ70earKitIg674FY5ljHIxyxbB1x7kb8besndA3eMg2NA1ymh1YyZUgDQvuPM3mjjzq3J1kIn
fLrqnb7VGzplGru1r/TOO2A+uG90HOEm/oDrMhfnKprLMJt9NHIPLEOeYIVsWy/aDXpTBpww9RYM
K2XNcU7CkRU+9k9Q3tVQAm6g6sy1NfdUZgDJI3i+G2lRxTcbMDkPc4UPnrgLO5u8WB9amyf/tCTP
bFuNp6m0neNsueNrJWpiuX3rh/pi1tENhgxCq0WNlxCWCcZc/TxWkbk+VJ2Zg89Ip9rTPuXFLMg+
1YXU1p1kvsWyvKr7NWDcbbEZsaANbAab1uDWrDx4kz5K++SB1mfTjsVhXxq0qxP8IvsMdYTUqYBd
PpfVcK+5AyxxpsglUBtv7c2RirvUvnLzDoVasBTbavnKLhY5gxtsJq38RqOBq9FCjTIxJMH62+CL
rvm3ORjNU2osxhupIVnzbWTmRtWgBmhqmNZ9G6z5fZ2qORvdol02XSKiYfuqpeMnviWnROPRji5f
nQZsSt46tWZ8S0dSzEBUUhvfcpMEawtSlEaMumXs9N8jlvm3xOWUVgv5SyaghDGFymVizZkv01tY
c3kLbqJQEuLMVZ4zfYt2athn/G1KPuo5eQt/Gm9B0EFlQrGQEA+t/JZ9SqzajFsjuq+KhJQ7dxKm
t1neJM/Rt6hpthgiKFUCdR0nZ9wVb8FU2SY1WFwAaKdFJVdrlWFNV5c4KyP35aF7C7lCGAWP+BZ9
hXJkvm9VHpbGnvi2VRlZR6Vlh5HcrJOoCC1fQL9e9V7ZNEnYziprm6rUrdN31TMyApsz9y2Wa71F
dIVK6xoqt0sBb3T0GpcwLzEtgr2xyvjiEhvodFbJ3+EtBJy9BYLFm3VXJyVMlKu6a1Vy2CVCnIjR
vvUBKz1Gb/nit6hxq1LH/05C/6tJqJLdf/VAfPnA5IdVcl392ZdpfnvZ749DnjO/Uc1qw1L59kDk
efP9cWhYv7kmCr/K0/zxJFQOA8Mi6MKLfgpeYeQkj2piM8BDafG8/iePQj7iTzEenqkg7jnjSIQJ
QmEAGX98EK712kqtl86lxA25BhWjhAukUWUkm9r+/Z8OzH+I8ag3+yMz9PZhPnhH/KS+5fBzf4LJ
xfZsFW4yWJdEW5rXyqoNxInRf87ToXM2Dlzm11inw9kfs+7w//HRzHdJl6lFBOuHHx74qZYLujmE
dVlJqb5W7KJ90h6TO2NBdwQe6hlcQ693VJz3mP/Sza8//se0lPrlroG7hIGnR02vWr788PEEJbCm
ZYV5KUotx8+njQM9OXT1NAhl6uNm+EtXv/5MQ2WifjzcfCinikV2GYPvz96RqqnoGmp842IblcG6
gdmuUTpru3MN339uBuB2Vmry4VJIarcTCls/48RK94XmcBxasEf7xo2z+dCzu46267paH8iCQT+P
7FEX57GJFhGmqxrP9I1AT5sLys/+BkH4o2n427FzuIUrjQBnjfXTjN6bPBwICEgXITXOFVkwMC0k
jewetoPHIl3q85wz9fz10fvZeKP+YiQFQe0iDeCM/ukvxmgIMofdiUsmRvFYaTACW7dKvurZ3NLi
vc73JCjEje0Cm9xQ0PfPkJJvv9oU0BBdB8GW4NtP18pIDV7e5rO4OGQj71N1wZA2m+/isRU3v/6p
4j+cKKaA8sjWnQ/kMf3j2Rkt7lDpuhQXC5rmPfQyIjhjKkiJRKbZf55zC9yG7qirU2fA3bgTF4uW
uTTH5/Q7/Prb/PWOBJkRs7nJqtw2/3LWGpZW+60ewT1jUdXiAGVGf2UMpT5u0ir/O/Lkf7pIFIeW
65L/urYylf15JyCaTE81czQuXT94YbUkBV4QclVn6er1uewyi2FCX5/xN3GW+8UqbtB6MZyzguDB
rWrPzpozzvdxa6u1J7awqwGO2pYmqPkuSVj98a4ZV5ntVTT9+Kypit2vDxk2/L9c6crXrxiaNkOF
n331WRFH0lt8cYmiDFgPxZzd4e28mYeyee26UgsKb+K+t3AAS2/yt3HKFj3oF789NEuJ8QBOOrGW
dVqLjr4gvf/sdfp8/+vv+Z++JiMTD+wmX9b+WW3TZkOOTmSJC9IKB+TtMIuma14FSdLHFh7t35zZ
6gn6wy0QZx9nNc9c9nuMyH/+xHKIjYy4VX+ZGrM+20Npf4j8Wf3DBBUodfgEnen0DkPOKOqgxtE0
sZnQTB5SWqSaDXaz4bOJ7nyX6dwBdI2LAGQ+N051Trwdop6nhrMRaeJf9aPLGFSYjEwQxo8EP2mU
YDj+bTbx/+RF8At+/ln8Ev7OJK8tA/WUtpkfTtoV6D/QliW+4K8AO0llWhdmVNneUnq8DIcKM/IU
ZO4I1sGwoaoF6UhjEyykmK7xgvfWg4XC38DIcILo5eDuRoKFwyFxekmDjKARgcSeHa2hbq4+TEVM
rU+NxiA71N0apPsUL4kdWLS2sVM2dK6MrJ/IspUJRUx5VjA5ggh0wSWTnL2+pJ+j9OobahUpVvLq
Do90YxTaO7G4+a2ol+KTjtwUwmHqEgY7FFfx/cbk82KjUmJPS6owHXh+nyjzKU0cZVlzR9EFmdc5
8cmKW3Wvh7TsAcgaXVdrnqlJyabQjFyXBpaWNBppbBz0nTG246a0444uasenJQo4oPex1YoOTxUz
7hz+wTpArpKSsicDyUijE1BYNMPKpNk0Y3TCF0qvJA5sGbjWGHcXeFUC4iRBXhsXID0TQZnETXPn
YgOnepFOnSj0ssl/jhEJn5uccwRnMZecUy/+ti0T9FCWBv7WZeHPt6tt+0MPIigNKo+7DUtAbsQj
baP3NGXzssUF6oWRBkSz10dUotOxXbhXXu7mkiezSISn6PJSd5sTHsJswX9Zt1dQRT2BA7QuE7AT
6ewdgYpiGM/94ROcUqfexEai72la6ELfLGPm9Fa366hGrtsa5rKur+/wiaUnuEtziFvT+LgMdR3Y
aUsnm29EO4PsxPvS7+13tYnnEfE1+cyJMn+JcYszwIYFG+qSPw9w06Ha40enJV24Y8CJ9QbZjKp5
9kB/auQj6+Gz1RKnI8YaN4+aTfSPnfn/sndmzW0jyRb+Kw6/g4F9eeiJuKJWS5bVtuwezwuDFtkg
NmInll8/XwGgTVK222447iAmhjExMSPJRVQhKysr8+Q5Njpzr1C2oJnaguFCpmdkEzaxdR6B4RSX
5Ib2cbAk5J4WgkhNoZ0BmdpARzhwA18ZiPUIyQzFSf4pbXZc7iIn8NEFa9Imop1OFsFPa9Rv4yBg
pbdU6m9lF5wC3l7Sl6ldwUMNsIVMPZ0K4ftaynljzaLgUICWkT5Qy8GvODG+wmuwyrONrXCY6tAU
UaFVrOSjk+W8WROmyvDM89FfkcmUgMGqMC80X3n1AUUWlFfc39EEoxmibUx9uTDoxXE9mXi1QPP1
AVJWY1kvWudDpar5Km9F1ag0cTwoptxZeoS6fbYhEZ+yQ+055CcMT6FC8KNqRnxLWAdJG/W286BB
LxWiEfUxlQ3xR3Ho3BUF/VlnuLMFnZ2IQLvnilLwE5fyEg3AHoEP6SB+ADFiDMO2weJkKic1wqNo
AkA0pvj3yNngYoCC2ndUgJw7x0JGQDWAXM17DkzhI4nh7LsFtKdCrzujYmvnq5R26RIyXV15zElA
lQQcPG1UlqgvaqkO1Tdhp0ph1Gse0i4WCUK02d5safW/dt2dcl+2vJGdTmTYqF19rUV1WiU9U3pc
N7TQVwFtwBkOqZagfRbRY6Oy9nQ1Mim2JN8U0Ou88mKMwRf/CzpvAHOuT/QpBztjCV+1cwGnRb5K
Qk7b1HHTj34AiGJeo//3tgsUWlpKaVb2Q3Op1sT3MHTxalMeplZtf6UjoMlaEA7dxKkk38sbtjTM
WDKNA2EQ32FGvDtVPO02Tjl48ji7zgFRvJV9mSA8BoJwYShB8hHpGk7zJgDPcbEAaL008xa4yS42
m/gmzTOefMe/2Qma0qa+SyX68OZdgFOKUCVo/WLVX340Efo0vgPnbmg0dPPrUpD6EPyYpf66Mhr7
bhMZiKxbMGVfcezwgIlao5IlOIJ86kTK4hMQFr58220hhfbX+nJXZyIM4uQpzrPqd1uv8lXo5Lyj
ZGET3PF/HVfhAKYmhm+Dgk2jnhVB6NooBAZgd25M3vQ9sBPrhunEt9pOMkFjlkAsAX/xtLDVZddV
xYlbCPM0KCDdyzSY0/ajl4zs7whXdRse2tdJ5Uqb62iz4A6omBDgnUGWbWsXkLvzMAsDAybXyJoV
iu18gMHDevQDmn4vilSmQ0x1sJFwA1nzJqpYU/KgzL9zAkGo1W8bb8uqoLbp3KHXrN3A/MCGM8XX
R1Vhz0E5EI4VSvKRdp/41qH/8ZpwP71OFxpvlVqyfR5ykLMOFSEoBGmLDxKo4ocaCbJlZhfsVxl9
X8ChrURi1mDHZ1nOk3SWCE5DyW8rDxdgKMToFwpNOBoxbermD069UKsbOxYvyE+R6rlU6a+5jjLF
AafQ1g4aG62UUygsCIpUW+CL1MqN3jWybyxhm1MeVcnmDuD4XEN0QAKPFeSS8KqpAh6En3fgjvac
5KPpkoyep0pVP3Qz5CQiRs5NPFCGaPJVd+FtKyn52CoaJXB4wh+htAvoaeRK+1im/BAWCF4L3IT1
Q2tXvKcuYuyOzaaFZ/KczkHtRrM3zL2l/f1uq9Ks7pcqhNFlyU1GrFpGCtQ59yslbCl/8Tgbk1kE
3kJfJiX6b/PtBj77MNiyrdoGSL1FD+BlmYfAMozcxR15AZtL1dF+IXOcGRrcWSpJPWqP9duNtzA1
+rGs9LrxjDC6MGikM97WGVra822lB+1cymRjCSssVsNfOx+2qCc9hmGp3wQAG+ILKGmq8FUELWF0
AW27mr5TZLXCRBbQc8+hxFTuAWwI31erdF/EroKTJxSh45WiRcF9BQLs+LZbgN4XiYv7zlfxC8Kx
Zi6NjfPOdlGv4liDwyq7ri2v+QRMZvF7Z5+6Wi6ugKWUyN2mevDaKm1MxJZLFK6MYPdq4zaAcXuD
iAB2/pkAV94Bat5l15KPsHPYJMbSNcmldFZhQvJFaxil/nsTFNSVkqKuRiaTRQhyyYvnJmoZKMEY
WzxR0wYSLIQqSYjM8L32zBMTkqoI6/MyI5xnesXvGgKh7Jy7p3Kv6EwBk1MeYTOPq3MldNlZ1iLl
hLGAFV7GCUZT+jHeHqrAN/AftahhtRi1LCnIjRYVTrvzgJRngugcsAiLXSwkcXzTnwa3g1WxbcQB
REOGqzUVufQCpwDrFvJ1tDE4uCvEM1oMrmCbaWnD97pJU7+NGj0zzxKuauR/GwI/w2XedKfaWDe1
H+nch0kMJDyxUPtup9hefV1A+rJ5g9K0HN9scaP3mSzw4IaNcBAnf4y1y8qizR4LoyQIcaXAQQU+
8a62COUxX8upHgDEWe9Ku47eqJpBZ8wCSVXHz6+NMJXPLDSgbqvA9f90oXej4Es9XDO5UtNSqrGB
a45H30s4kRoP8feClKdDhNKYH9BEZJ29hBcaG1VbX0FSoV0igAT8xU2pgW8QCrvxksR/rUFrpqAj
biAfROfJ9VZJ0EAIk2T7ehHDK+DUIfGCqdY4Q4JMdN5ztbAv6jov5FepcP6v/IVLIhI6aGKqUkdA
TgWufCPFKlkYcjYlmLhFJb1zfZXXk0UJ/506CoukGW39QAawOrM1kCjwxuOX0h0xTiRCOlRa67e0
exDh1ak0ByvGnhEX5SDEy1aaw1Z1NikE/nLG4y1ai2STGhMfwCzEk9bdYbLY4LdbcGjBOibG5HRx
EogpxRmuSGiUoYmHBXUXQ5dexuRVCAE/Lq/Ap8U0ci1uyadltCXEzp3nuPpNlTjKvVsbzgdFKvIV
MA2aEDXggdzBeK+CZ7e+BKKKtUYu3gqyGPVRMEvMO7/p+AHOkb5/jQ6vLXsiFPFmsnDsuyizvQiu
dNJXFajwjxSxqrMYQbxllrKFihDj8RYS0JnYuDRd4ZnbFkGnOXe7zbVqbLy1vjPl/NZISnYcisLo
BwegHqU+wkDXtpQ4mSO47fQbuONk64YLW11c59xvzuyyzK5iKoiXoeBQ5K5SIG8QtMqjbSuk7NC4
9ObkeVgSy5c4NlA05yYRmRwsJvWlR2pxNMemCOgkRs1+aF3hDrqQ2QBSarqUIsmSRfIldFAg2M2m
UC/55s3jJivr9/XGbO82euO9T2j3Oc/ZIXhnbjstncoq3UaWGaG12OiJ9JBJJmhcwumtfaFlsO6o
riE9lYlmrHx6VtYhUeWfcVjnhNtV6EIO0Ki3SiKk4QnKaLK2q3+CgjYzBAkWIZC6lKagC4B16StD
q717CGHtc9c3vT/gFnXfwRW0q+dlBI1PkBvyFeDQ5t7RksX7jQTTeJw2jGRsZS8nUt467kO7lbix
hrIL/pd6IZwHdMua/6vw/BjkASY4cs7fhjz8wZ2YCs9Reaf/N/vyTscdTpOmSaoYUIFFsnZf3lEU
QSt+CGnY024IHSxZhVYc+DlJXo0kz76JVJ45UO6R5LEpWVhUhn6mxCOSQV/KAKS9ZMhfdM0xFKoB
eFWRIzvAOixKpMaNRVrdl9HKRQ9yE346WI2HfqgX2zJ6iKHbyH97eZygf/4FJ6nyrNbCKKn5Ahsy
DNi+z0pn6e3uPYfA5C+y8l3a+2gyim3DaMcRDtL6eQqxQfUiNGiJe+0bITFpAuUw6A+UBh1bDVLj
X3lHy7sBFliQy0joSWznMTcZWHzJeqVutCKbIWrcbqlvoF28oplUbMBtufYgSPSiuzLTc0m/Jd3d
3oS5A5Hbo+0jHGGSmF48Nmlx6aue8SovfOXBT2Pfo18fNfliTpEFz69lSAOoO1OqoBXYacipExWm
m+Bd6gCtI+Gkb8kSnvMQiF94+BF0MEr1VaYk3vuGusZtuEiBQKJuEVaXqDOHWnRrAS04h768vbcV
UNX/gkELNgjJjbwzUBTZHM4VXXujS1bS3vqFs5HeVVzO9e2FtnMXDvkWNByKeiF0b738qnv5/zUN
6MNEvqo+/rlXRPy2s+7H+KIrCh/ol//QH+3BSF8f6MfkzEEi2RADH/mh7qG6h/neGOGy8Ipytf7t
pYbnEGlu4mw8iPi8fBHSrj38WnKUGVTTNuet3P8aZ8EXHizSt5bh+zN8LvX+fJyjGTzRTV4IiXhC
16PCOT7qx9bgZISDNXBmBkksCwAZ0R4fFvVoDaitU1kDSab/Z9dgueJYOffoxPWeisPThRc42hCQ
UjRpnlLF0XY4e9ucUX8BiC9T5O0+/yEL+ObsDUNY7bhtYM1UUIeQezu9CVDxPFwERXFmVMSFAuWw
T6a2CMiRnPbf/awvMPWZwoEPwcuXvX60CIY6g77VBorRr/f/vxf4pg0ojk6YMs4G9Bl86ng6Zdjm
JxsBatwZO4TKPvwf4tOjfCa0CMSTQtFz1CroTBLdGQfcUf8hyjw0AjRcDUIqWSxE9+kdz4RWgeaw
/s309dHPJ+zPnIo6p54DuEEwWYvPySI4Kmq1jkLXF/TT4tPb3oQWgU4SnnmsJdA2qxgQA/aTPPGJ
0IDDOzDA0PimKc3e1LhTjJq9YDJ0kCGTdQpT4nMye0UWsDrkR83JbQBc2DPdq589C3ADBqedELPo
p88N9dANOM6MsNEiZTYYR7/eE7IBuOlHuwEBqgRQxSR7N3ASHFvGjE4FUwd31f9+cm4ADOnYqEBs
BBrebUXjaDk0AcsiLDbhJtKG2fdHz4RMgNqwUE4Z5Qd0maOAwHBw9M/8AKsA6I6+dGsImnq3O6FV
UMBAsntHrYIKK4OQR/98SzzZCTYHog0TLBfS3l1MzikO+OpRq6BbM71TSbatfr+fRoiqDGcurUqg
Ebtl6B3QlGyBw2xshAilBlNUEVXoJ3l6MtrajFuEBrhw2DPTswWSrmOjI9xiTzUCS273ObEFW2in
gEalcWyiO0JBQXJslNRdizkiZRFvHR4OxMYigBDBkz7RraAT3ox0i7o+4/AjDNpnBU7uCUI4zIRE
G4Dt5EIDlZzG2NfP/G1LFyKnQ1bkZP62wRWBpLho4ug+k4sSQXKPdgWECFRKRIZwSBycHo4OeRWb
HhK6OvpPZ3ZTOhaAPI8NETSHjiXHoRHhi9s/9AjkEbkrYgpkErvP5HYEeR8hIzQuRIBviuocyeTe
7T3LJWvkmkm3i3Rd95ncjqDtaPSdgR2BmJUhOrd6gz/1C6QOKGASMH7JuLPsU9oRtJuNvj7aBMU6
vVHcDbrPSQrBsTk9qCxQe+hXqTe+Sa0C7nHkjtAsEQiQkjCGQOnUFiBvQ/3M6tjUxDJNzi/Q5UhB
faRfMGcUoEVVffCOp7ZA7p2aPze1/pumZARk/McagY4uIOUVmo2+mPrh4WA6M5XLpejy6bfC9HIJ
0AiOPRxEKoW9wBocB8uWiTvkHvG5wDi5GxNHwjNFyZ9OKWoz04aFEUBJ7w6Z5aENiMoC6UbVgWyj
+0xuJ0D8oY++Mqgz6ohUmplm9zlxh6wCPWjUWwdrm5AjUHXe3lg/iOAQCCaiYbqeus+xEShdCoXU
Mrn17qumNH9aAseeAyRPaLyEU3B/FThxBTZ1ZrKWVB2GKHl68aECLmykFeAINZO+4X2eTCzroSsQ
9TUiAosYrDeSycUE+LDhpP77VUZuzwCtYDUwTj0hGTao3WBa0CY6fVRZbSx33FWJ+gG1RS4JX78q
KTJ7gdYNFcLfybkCzRRN8aPmD2sxgH54Cjhbuw8O73ATWKQNgC7aggm5+0zPFRCv9jvz728C0gYD
Y8nXz0PBhGKivyxoWLtV6Jd9SscC0jxjI0ORQiJV7IBU7d/1iUO0yCNyZoAV7k3FmeCO6LRmxu0I
fQbniWhSHyz+xC8CiJ9BbcFC2VO0gvHBkUpw5KhIMQ6H/8n8qTcTGshEYcMtaXIeQTNIgo71iyQM
FBUKBnOosp1GyFReuEUb5N37zdCH5JPyCOYzramfvi1Ra9RNDUsfYoCTQBE/AfhA4NX2LmFqZyQR
/rM2iZ9eBXaE45jATIYY4cQvAkGh4gpqkStlbwxTWwXSqU5voCPOSCIF6C9JK/eHw2nF1WER+s6P
YUf0odmEdsSg8TDudBBataRIKFz1y3DiHam42g5FZ3CavSlMzzvqRPVjvSPxEukD8iSDMZzuCIFS
RZpXVc3pzZ9EKs58lBVwadIJvhHBHWz9JGoWfpFsFbnW4SCa0i4wO+adsfOnEYFAkQ6wvcc7vDWQ
QKBRFqwOFEbdZ3KnI2Rd6uhbg0FTAvUE2Pn6WZ7sAoqNGsTAArLf/35y8aKGSxy9CgohgGbDmzx4
RGZ5aAuANGn5FfWnL6UXjO+HdsQP/NHnRqf5xgtXXR+Ut86/1gn1rT/Y9wg9//3Q+3Oz+u2laPA5
+kOh9Nl/9/ozIec/jjoDuike/HI/5e57hn8+TPD5Vx99135W+x9ee+tsmT1tmu4XzfCY98uIXqr/
C5efltHyeWPOlyf57eXRcx74wr8YOA9OxhUlmdHjZlAtHosx9X0U4wcOltt8me8fUbzGHpY/duT5
MvT+jLOtd7QcfQfQ6LHjMM6Wq/jwqaH+5BgdP/J2u34qPCT/9oOJJelB+mMHP1+Hy2qZrQ9H7sHP
o0ceWs1exH++oOm1jD4dL3uPLh77LZesurc6ep8DZHXsyFfrOHOPH5n6ggBAjh35mhX3vP04nXn3
aLqxA9+slpsjA4TXW8DURo8LnxMql8c7ssc+jR56u/KWJ16kxxONHjmujs2iB+iMHfb2uW/q0R6j
B2aA8ilo9q+rswsBB97/4Ksa1Z/Dwe8dAXdx6eXPlrlvAB772K+X3vbIe4BE+BXHy+tl1oTL7Wo/
e7EcVLZEYXP8I+f58mlT5uuiOLLpoUQ7enzvaeO5y+NG4x4wOX5ozoL8VGS8h5iMHzvPPf6TJEe+
Se0Ll79i9LjMTocW1cDRQ8fb4sSHDCWmsSPfrz9lUCAe+ZGhQWr80Lvl8bnFxVMURMYPXL24XkZJ
jojE0cYcYBi/YvxX6yxfH3kqta9j/IrBX69r7+noGGNw0YTyKwb/GGfBfqTOpWggh/Y/+Pse9h5t
tq8LlKp9sW/0s3df8FwIh+FFtnjs8G823vGK9zjO0cMGIRHJ8a1myGmOHjpbu6dcDh3CZOzAD+vt
Nm/C3fLkmjD0g40d/u0mXq1f3OTPzra+/Xrs8O/+Uin38633710n+y94boh7RaaRwz+y+us8Xx95
riHpM3ZtHtf18a1ySKOMHfd9sdzst6DwKYAVRaZ27LAf1lnEybYfqBu5B46MHtnjZnNi3kPxbezQ
39cnGWkcf6zz4sWHrz1835M1+uG9/Cne5t5R5Kb1edfRY3+b1uu7q/K1TNPnLNzz/NOeGudr/+w4
uSb+4ilcL7N//BsAAP//</cx:binary>
              </cx:geoCache>
            </cx:geography>
          </cx:layoutPr>
        </cx:series>
      </cx:plotAreaRegion>
    </cx:plotArea>
    <cx:legend pos="b" align="ctr" overlay="0"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endParaRPr lang="en-US" sz="1197" b="0" i="0" u="none" strike="noStrike" baseline="0">
            <a:solidFill>
              <a:srgbClr val="333740">
                <a:lumMod val="65000"/>
                <a:lumOff val="35000"/>
              </a:srgbClr>
            </a:solidFill>
            <a:latin typeface="Arial" panose="020B0604020202020204"/>
          </a:endParaRPr>
        </a:p>
      </cx:txPr>
    </cx:legend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49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31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3175">
        <a:solidFill>
          <a:schemeClr val="bg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5F247F-A83A-4882-BB4A-C6553E511AF5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A366C0-43AF-42DE-B559-1F4948FDD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2763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98E26-D76B-869D-9803-7B8652106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E28E4D-4F00-AF60-C015-005245337B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98CC71-4A74-2FB8-4920-96C5D1DEEC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6D58BE-7475-2D00-E740-5C60C4371C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7781F5-92B1-0746-9032-A7A18765D317}" type="slidenum">
              <a:rPr kumimoji="0" lang="en-DK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DK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83019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78D13-A6B6-9C1D-7A4C-FEC9A0437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CDB2D4-3D39-E85B-5060-E5E54D9D48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C750F9-4883-48CA-F722-1946487102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F299A5-E017-4E65-9498-1B5F812735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7781F5-92B1-0746-9032-A7A18765D317}" type="slidenum">
              <a:rPr kumimoji="0" lang="en-DK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DK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60783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8CE23-68C6-7A91-FA57-4D1B95023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C69DC8-250E-EAA4-F603-F3FC9C2EE8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E922B5-1E13-F98B-F355-DD180C10E1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📌Year 1 — Foundation &amp; Diagnostics</a:t>
            </a:r>
          </a:p>
          <a:p>
            <a:r>
              <a:rPr lang="en-US" b="1" dirty="0"/>
              <a:t>Full Potential Plan:</a:t>
            </a:r>
            <a:r>
              <a:rPr lang="en-US" dirty="0"/>
              <a:t> EQT works with management to define the company’s growth levers and operational roadmap.</a:t>
            </a:r>
          </a:p>
          <a:p>
            <a:r>
              <a:rPr lang="en-US" b="1" dirty="0"/>
              <a:t>Governance &amp; KPIs:</a:t>
            </a:r>
            <a:r>
              <a:rPr lang="en-US" dirty="0"/>
              <a:t> Standard EQT governance structures and reporting cadence are put in place.</a:t>
            </a:r>
          </a:p>
          <a:p>
            <a:r>
              <a:rPr lang="en-US" b="1" dirty="0"/>
              <a:t>Digital &amp; ESG Baseline:</a:t>
            </a:r>
            <a:r>
              <a:rPr lang="en-US" dirty="0"/>
              <a:t> Assess digital maturity and sustainability practices, set initial targets.</a:t>
            </a:r>
          </a:p>
          <a:p>
            <a:r>
              <a:rPr lang="en-US" b="1" dirty="0"/>
              <a:t>Quick Wins:</a:t>
            </a:r>
            <a:r>
              <a:rPr lang="en-US" dirty="0"/>
              <a:t> Capture immediate efficiencies (procurement, overhead, working capital).</a:t>
            </a:r>
          </a:p>
          <a:p>
            <a:r>
              <a:rPr lang="en-US" b="1" dirty="0"/>
              <a:t>📌 Year 2 — Operational Excellence &amp; Growth</a:t>
            </a:r>
          </a:p>
          <a:p>
            <a:r>
              <a:rPr lang="en-US" b="1" dirty="0"/>
              <a:t>Process Optimization:</a:t>
            </a:r>
            <a:r>
              <a:rPr lang="en-US" dirty="0"/>
              <a:t> Improve supply chain, production, and customer delivery.</a:t>
            </a:r>
          </a:p>
          <a:p>
            <a:r>
              <a:rPr lang="en-US" b="1" dirty="0"/>
              <a:t>Digitalization Projects:</a:t>
            </a:r>
            <a:r>
              <a:rPr lang="en-US" dirty="0"/>
              <a:t> Deploy ERP/CRM upgrades, analytics dashboards, automation.</a:t>
            </a:r>
          </a:p>
          <a:p>
            <a:r>
              <a:rPr lang="en-US" b="1" dirty="0"/>
              <a:t>Talent Development:</a:t>
            </a:r>
            <a:r>
              <a:rPr lang="en-US" dirty="0"/>
              <a:t> Fill leadership gaps, recruit key roles.</a:t>
            </a:r>
          </a:p>
          <a:p>
            <a:r>
              <a:rPr lang="en-US" b="1" dirty="0"/>
              <a:t>Market Expansion:</a:t>
            </a:r>
            <a:r>
              <a:rPr lang="en-US" dirty="0"/>
              <a:t> Begin entry into new geographies or customer segments.</a:t>
            </a:r>
          </a:p>
          <a:p>
            <a:r>
              <a:rPr lang="en-US" b="1" dirty="0"/>
              <a:t>📌 Year 3 — Scaling &amp; Strategic Positioning</a:t>
            </a:r>
          </a:p>
          <a:p>
            <a:r>
              <a:rPr lang="en-US" b="1" dirty="0"/>
              <a:t>Growth Acceleration:</a:t>
            </a:r>
            <a:r>
              <a:rPr lang="en-US" dirty="0"/>
              <a:t> Execute bolt‑on acquisitions or partnerships.</a:t>
            </a:r>
          </a:p>
          <a:p>
            <a:r>
              <a:rPr lang="en-US" b="1" dirty="0"/>
              <a:t>Innovation:</a:t>
            </a:r>
            <a:r>
              <a:rPr lang="en-US" dirty="0"/>
              <a:t> Invest in product development and technology upgrades.</a:t>
            </a:r>
          </a:p>
          <a:p>
            <a:r>
              <a:rPr lang="en-US" b="1" dirty="0"/>
              <a:t>Sustainability Integration:</a:t>
            </a:r>
            <a:r>
              <a:rPr lang="en-US" dirty="0"/>
              <a:t> Embed ESG targets into operations and reporting.</a:t>
            </a:r>
          </a:p>
          <a:p>
            <a:r>
              <a:rPr lang="en-US" b="1" dirty="0"/>
              <a:t>Brand Building:</a:t>
            </a:r>
            <a:r>
              <a:rPr lang="en-US" dirty="0"/>
              <a:t> Position company as a leader in its sector.</a:t>
            </a:r>
          </a:p>
          <a:p>
            <a:r>
              <a:rPr lang="en-US" b="1" dirty="0"/>
              <a:t>📌 Year 4 — Consolidation &amp; IPO Readiness</a:t>
            </a:r>
          </a:p>
          <a:p>
            <a:r>
              <a:rPr lang="en-US" b="1" dirty="0"/>
              <a:t>Operational Discipline:</a:t>
            </a:r>
            <a:r>
              <a:rPr lang="en-US" dirty="0"/>
              <a:t> Standardize processes across the organization.</a:t>
            </a:r>
          </a:p>
          <a:p>
            <a:r>
              <a:rPr lang="en-US" b="1" dirty="0"/>
              <a:t>Financial Structuring:</a:t>
            </a:r>
            <a:r>
              <a:rPr lang="en-US" dirty="0"/>
              <a:t> Optimize capital structure for IPO or sale.</a:t>
            </a:r>
          </a:p>
          <a:p>
            <a:r>
              <a:rPr lang="en-US" b="1" dirty="0"/>
              <a:t>Digital &amp; ESG Embedding:</a:t>
            </a:r>
            <a:r>
              <a:rPr lang="en-US" dirty="0"/>
              <a:t> Ensure transformation is fully integrated and measurable.</a:t>
            </a:r>
          </a:p>
          <a:p>
            <a:r>
              <a:rPr lang="en-US" b="1" dirty="0"/>
              <a:t>Board Preparation:</a:t>
            </a:r>
            <a:r>
              <a:rPr lang="en-US" dirty="0"/>
              <a:t> Develop long‑term strategic plan for EQT board and potential investors.</a:t>
            </a:r>
          </a:p>
          <a:p>
            <a:r>
              <a:rPr lang="en-US" b="1" dirty="0"/>
              <a:t>📌 Year 5 — Exit Preparation</a:t>
            </a:r>
          </a:p>
          <a:p>
            <a:r>
              <a:rPr lang="en-US" b="1" dirty="0"/>
              <a:t>IPO or Sale Readiness:</a:t>
            </a:r>
            <a:r>
              <a:rPr lang="en-US" dirty="0"/>
              <a:t> Finalize prospectus, investor roadshows, or buyer negotiations.</a:t>
            </a:r>
          </a:p>
          <a:p>
            <a:r>
              <a:rPr lang="en-US" b="1" dirty="0"/>
              <a:t>Performance Showcase:</a:t>
            </a:r>
            <a:r>
              <a:rPr lang="en-US" dirty="0"/>
              <a:t> Highlight growth trajectory, digital maturity, and ESG achievements.</a:t>
            </a:r>
          </a:p>
          <a:p>
            <a:r>
              <a:rPr lang="en-US" b="1" dirty="0"/>
              <a:t>Succession Planning:</a:t>
            </a:r>
            <a:r>
              <a:rPr lang="en-US" dirty="0"/>
              <a:t> Ensure leadership continuity post‑exit.</a:t>
            </a:r>
          </a:p>
          <a:p>
            <a:r>
              <a:rPr lang="en-US" b="1" dirty="0"/>
              <a:t>Value Realization:</a:t>
            </a:r>
            <a:r>
              <a:rPr lang="en-US" dirty="0"/>
              <a:t> Position company for maximum valuation at IPO or sale.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D99432-0890-8687-B5AC-62FE940B2B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B32CF6-F1A8-47CC-8B10-A463F6D5677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54039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627C7-EC12-CE05-8542-0E870D487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05B361-A24F-6666-082A-667A5BEA78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0008D2-9041-E4BB-2A49-9E1D79CA3A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BBBA2E-C1F1-EF6D-0CD4-D681D85BFD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7781F5-92B1-0746-9032-A7A18765D317}" type="slidenum">
              <a:rPr kumimoji="0" lang="en-DK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DK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02385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388FE-A1EC-853E-FB7B-2BE5257CE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552603-B9DC-469D-9329-6A1ECB6FAF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62AFC0-BCBC-9154-98E6-66EEDB9D7F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82C510-271A-1C12-B86B-486D809AA8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7781F5-92B1-0746-9032-A7A18765D317}" type="slidenum">
              <a:rPr kumimoji="0" lang="en-DK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DK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6525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svg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emf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emf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emf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emf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emf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emf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emf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emf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emf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emf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6.emf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6.emf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6.emf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6.emf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6.emf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6.emf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6.emf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4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8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27.jpeg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9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27.jpeg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27.jpeg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4.xml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27.jpeg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27.jpeg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4.xm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33.jpeg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4.xml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sv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36.png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svg"/><Relationship Id="rId1" Type="http://schemas.openxmlformats.org/officeDocument/2006/relationships/slideMaster" Target="../slideMasters/slideMaster4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4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8F6E7E2-1A27-B018-0791-4E92A2CAA512}"/>
              </a:ext>
            </a:extLst>
          </p:cNvPr>
          <p:cNvSpPr/>
          <p:nvPr userDrawn="1"/>
        </p:nvSpPr>
        <p:spPr>
          <a:xfrm>
            <a:off x="0" y="0"/>
            <a:ext cx="12192000" cy="1098762"/>
          </a:xfrm>
          <a:prstGeom prst="rect">
            <a:avLst/>
          </a:prstGeom>
          <a:gradFill>
            <a:gsLst>
              <a:gs pos="100000">
                <a:schemeClr val="accent2"/>
              </a:gs>
              <a:gs pos="7000">
                <a:schemeClr val="accent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42730-EC64-8DEA-8B14-DE690F92A9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 marL="685800" indent="-228600">
              <a:buFont typeface="Noto Sans" panose="020B0502040504020204" pitchFamily="34" charset="0"/>
              <a:buChar char="‒"/>
              <a:defRPr sz="1800"/>
            </a:lvl2pPr>
            <a:lvl3pPr marL="1143000" indent="-228600">
              <a:buSzPct val="70000"/>
              <a:buFont typeface="Courier New" panose="02070309020205020404" pitchFamily="49" charset="0"/>
              <a:buChar char="o"/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39792-AE34-7EB5-1D2B-5C1FF3683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15BC8-0C91-48E8-90D4-EFA66F016386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C614AA-0974-29D7-631D-5798F13B6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DE09D6-79EE-9DF6-D1CF-966F4EA1E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85477-ECE0-4933-AF7A-3E904BA96763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3E4A5A3-B5F5-714E-60E4-C43E879BDF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98762"/>
            <a:ext cx="12192000" cy="1411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707D7D9-808F-D91F-E491-2E414BF09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8067F4C-1BD1-6692-A00D-4A8C682589C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1602" y1="17578" x2="30957" y2="28711"/>
                        <a14:foregroundMark x1="30957" y1="28711" x2="24805" y2="44043"/>
                        <a14:foregroundMark x1="24805" y1="44043" x2="28516" y2="63184"/>
                        <a14:foregroundMark x1="28516" y1="63184" x2="54492" y2="73242"/>
                        <a14:foregroundMark x1="54492" y1="73242" x2="68066" y2="59180"/>
                        <a14:foregroundMark x1="68066" y1="59180" x2="61426" y2="37109"/>
                        <a14:foregroundMark x1="61426" y1="37109" x2="49512" y2="19434"/>
                        <a14:foregroundMark x1="49512" y1="19434" x2="41797" y2="16699"/>
                        <a14:foregroundMark x1="41797" y1="16699" x2="37598" y2="18164"/>
                        <a14:foregroundMark x1="38770" y1="16406" x2="48926" y2="15527"/>
                        <a14:foregroundMark x1="48926" y1="15527" x2="62305" y2="17578"/>
                        <a14:foregroundMark x1="62305" y1="17578" x2="82129" y2="43359"/>
                        <a14:foregroundMark x1="82129" y1="43359" x2="61523" y2="43359"/>
                        <a14:foregroundMark x1="61523" y1="43359" x2="49512" y2="17871"/>
                        <a14:foregroundMark x1="49512" y1="17871" x2="41016" y2="15137"/>
                        <a14:foregroundMark x1="37598" y1="17773" x2="25000" y2="25684"/>
                        <a14:foregroundMark x1="25000" y1="25684" x2="37988" y2="24023"/>
                        <a14:foregroundMark x1="37988" y1="24023" x2="36719" y2="18945"/>
                        <a14:foregroundMark x1="30859" y1="24219" x2="22559" y2="27637"/>
                        <a14:foregroundMark x1="22559" y1="27637" x2="16992" y2="39453"/>
                        <a14:foregroundMark x1="16992" y1="39453" x2="24414" y2="49902"/>
                        <a14:foregroundMark x1="24414" y1="49902" x2="33301" y2="34766"/>
                        <a14:foregroundMark x1="33301" y1="34766" x2="32227" y2="25000"/>
                        <a14:foregroundMark x1="32227" y1="25000" x2="31934" y2="24609"/>
                        <a14:foregroundMark x1="25488" y1="26953" x2="22168" y2="41895"/>
                        <a14:foregroundMark x1="22168" y1="41895" x2="30273" y2="34766"/>
                        <a14:foregroundMark x1="30273" y1="34766" x2="29297" y2="25195"/>
                        <a14:foregroundMark x1="29297" y1="25195" x2="28809" y2="24902"/>
                        <a14:foregroundMark x1="35645" y1="34082" x2="29688" y2="38379"/>
                        <a14:foregroundMark x1="29688" y1="38379" x2="34961" y2="44043"/>
                        <a14:foregroundMark x1="34961" y1="44043" x2="41797" y2="29297"/>
                        <a14:foregroundMark x1="41797" y1="29297" x2="38867" y2="28613"/>
                        <a14:foregroundMark x1="23633" y1="27441" x2="19824" y2="35156"/>
                        <a14:foregroundMark x1="19824" y1="35156" x2="18750" y2="46094"/>
                        <a14:foregroundMark x1="18750" y1="46094" x2="26172" y2="35156"/>
                        <a14:foregroundMark x1="26172" y1="35156" x2="26270" y2="24902"/>
                        <a14:foregroundMark x1="21387" y1="41699" x2="19043" y2="53223"/>
                        <a14:foregroundMark x1="19043" y1="53223" x2="24414" y2="40137"/>
                        <a14:foregroundMark x1="24414" y1="40137" x2="24023" y2="39844"/>
                        <a14:foregroundMark x1="26074" y1="61719" x2="25098" y2="74609"/>
                        <a14:foregroundMark x1="25098" y1="74609" x2="40234" y2="78809"/>
                        <a14:foregroundMark x1="40234" y1="78809" x2="46484" y2="70020"/>
                        <a14:foregroundMark x1="46484" y1="70020" x2="31250" y2="59766"/>
                        <a14:foregroundMark x1="31250" y1="59766" x2="26367" y2="59277"/>
                        <a14:foregroundMark x1="31641" y1="63281" x2="32813" y2="74219"/>
                        <a14:foregroundMark x1="32813" y1="74219" x2="43750" y2="66992"/>
                        <a14:foregroundMark x1="43750" y1="66992" x2="29102" y2="56641"/>
                        <a14:foregroundMark x1="29102" y1="56641" x2="28027" y2="56738"/>
                        <a14:foregroundMark x1="21680" y1="66699" x2="28516" y2="73145"/>
                        <a14:foregroundMark x1="28516" y1="73145" x2="25977" y2="58496"/>
                        <a14:foregroundMark x1="25977" y1="58496" x2="23730" y2="55176"/>
                        <a14:foregroundMark x1="20508" y1="65234" x2="20996" y2="74609"/>
                        <a14:foregroundMark x1="20996" y1="74609" x2="29102" y2="73828"/>
                        <a14:foregroundMark x1="29102" y1="73828" x2="24707" y2="60449"/>
                        <a14:foregroundMark x1="24707" y1="60449" x2="22559" y2="58789"/>
                        <a14:foregroundMark x1="29688" y1="71484" x2="29395" y2="79785"/>
                        <a14:foregroundMark x1="29395" y1="79785" x2="45605" y2="86328"/>
                        <a14:foregroundMark x1="45605" y1="86328" x2="54883" y2="86719"/>
                        <a14:foregroundMark x1="54883" y1="86719" x2="57081" y2="86214"/>
                        <a14:foregroundMark x1="64478" y1="82865" x2="67383" y2="80176"/>
                        <a14:foregroundMark x1="67383" y1="80176" x2="58887" y2="70605"/>
                        <a14:foregroundMark x1="58887" y1="70605" x2="25098" y2="69824"/>
                        <a14:foregroundMark x1="25098" y1="69824" x2="27637" y2="72852"/>
                        <a14:foregroundMark x1="31641" y1="77051" x2="39258" y2="82617"/>
                        <a14:foregroundMark x1="39258" y1="82617" x2="47070" y2="83887"/>
                        <a14:foregroundMark x1="47070" y1="83887" x2="53906" y2="81152"/>
                        <a14:foregroundMark x1="53906" y1="81152" x2="31250" y2="76758"/>
                        <a14:foregroundMark x1="35547" y1="79395" x2="44434" y2="84863"/>
                        <a14:foregroundMark x1="44434" y1="84863" x2="52832" y2="85449"/>
                        <a14:foregroundMark x1="52832" y1="85449" x2="63672" y2="81543"/>
                        <a14:foregroundMark x1="63672" y1="81543" x2="64648" y2="74316"/>
                        <a14:foregroundMark x1="64648" y1="74316" x2="55371" y2="67676"/>
                        <a14:foregroundMark x1="55371" y1="67676" x2="38965" y2="69141"/>
                        <a14:foregroundMark x1="38965" y1="69141" x2="39648" y2="78125"/>
                        <a14:foregroundMark x1="39648" y1="78125" x2="34668" y2="78223"/>
                        <a14:foregroundMark x1="43652" y1="71680" x2="54102" y2="70898"/>
                        <a14:foregroundMark x1="54102" y1="70898" x2="64063" y2="73145"/>
                        <a14:foregroundMark x1="64063" y1="73145" x2="54980" y2="77344"/>
                        <a14:foregroundMark x1="54980" y1="77344" x2="40820" y2="73340"/>
                        <a14:foregroundMark x1="40820" y1="73340" x2="43555" y2="69141"/>
                        <a14:foregroundMark x1="57520" y1="64551" x2="73438" y2="66602"/>
                        <a14:foregroundMark x1="73438" y1="66602" x2="75293" y2="74219"/>
                        <a14:foregroundMark x1="75293" y1="74219" x2="67188" y2="77832"/>
                        <a14:foregroundMark x1="67188" y1="77832" x2="59863" y2="69238"/>
                        <a14:foregroundMark x1="59863" y1="69238" x2="59277" y2="62695"/>
                        <a14:foregroundMark x1="65723" y1="63672" x2="77344" y2="66016"/>
                        <a14:foregroundMark x1="77344" y1="66016" x2="77344" y2="75098"/>
                        <a14:foregroundMark x1="77344" y1="75098" x2="65234" y2="76270"/>
                        <a14:foregroundMark x1="65234" y1="76270" x2="60547" y2="69629"/>
                        <a14:foregroundMark x1="60547" y1="69629" x2="65430" y2="64453"/>
                        <a14:foregroundMark x1="63770" y1="67285" x2="76087" y2="76875"/>
                        <a14:foregroundMark x1="76419" y1="76529" x2="68750" y2="66016"/>
                        <a14:foregroundMark x1="68750" y1="66016" x2="62988" y2="64551"/>
                        <a14:foregroundMark x1="78418" y1="66895" x2="76953" y2="75098"/>
                        <a14:foregroundMark x1="76953" y1="75098" x2="80957" y2="68750"/>
                        <a14:foregroundMark x1="80957" y1="68750" x2="78125" y2="67285"/>
                        <a14:foregroundMark x1="80176" y1="52344" x2="81348" y2="43359"/>
                        <a14:foregroundMark x1="81348" y1="43359" x2="79199" y2="50195"/>
                        <a14:foregroundMark x1="74805" y1="43848" x2="62500" y2="32031"/>
                        <a14:foregroundMark x1="62500" y1="32031" x2="68945" y2="27539"/>
                        <a14:foregroundMark x1="68945" y1="27539" x2="75098" y2="34668"/>
                        <a14:foregroundMark x1="75098" y1="34668" x2="74805" y2="42480"/>
                        <a14:foregroundMark x1="74805" y1="42480" x2="74414" y2="43652"/>
                        <a14:foregroundMark x1="68164" y1="39063" x2="75488" y2="34180"/>
                        <a14:foregroundMark x1="75488" y1="34180" x2="66797" y2="33203"/>
                        <a14:foregroundMark x1="66797" y1="33203" x2="69043" y2="40137"/>
                        <a14:foregroundMark x1="58496" y1="35645" x2="43457" y2="46289"/>
                        <a14:foregroundMark x1="43457" y1="46289" x2="37500" y2="39258"/>
                        <a14:foregroundMark x1="37500" y1="39258" x2="43457" y2="34961"/>
                        <a14:foregroundMark x1="43457" y1="34961" x2="57520" y2="36230"/>
                        <a14:foregroundMark x1="40625" y1="35840" x2="47949" y2="46191"/>
                        <a14:foregroundMark x1="47949" y1="46191" x2="38477" y2="41016"/>
                        <a14:foregroundMark x1="38477" y1="41016" x2="40332" y2="34961"/>
                        <a14:foregroundMark x1="42188" y1="31445" x2="51563" y2="28223"/>
                        <a14:foregroundMark x1="51563" y1="28223" x2="52344" y2="19629"/>
                        <a14:foregroundMark x1="52344" y1="19629" x2="45117" y2="16895"/>
                        <a14:foregroundMark x1="45117" y1="16895" x2="37891" y2="21777"/>
                        <a14:foregroundMark x1="37891" y1="21777" x2="40820" y2="29590"/>
                        <a14:foregroundMark x1="40820" y1="29590" x2="45117" y2="31445"/>
                        <a14:foregroundMark x1="44434" y1="29297" x2="53223" y2="27637"/>
                        <a14:foregroundMark x1="53223" y1="27637" x2="53906" y2="19922"/>
                        <a14:foregroundMark x1="53906" y1="19922" x2="44727" y2="18359"/>
                        <a14:foregroundMark x1="44727" y1="18359" x2="39648" y2="27539"/>
                        <a14:foregroundMark x1="39648" y1="27539" x2="47949" y2="27930"/>
                        <a14:foregroundMark x1="43555" y1="28125" x2="41504" y2="16016"/>
                        <a14:foregroundMark x1="41504" y1="16016" x2="52344" y2="19727"/>
                        <a14:foregroundMark x1="52344" y1="19727" x2="45020" y2="26758"/>
                        <a14:foregroundMark x1="45020" y1="26758" x2="43848" y2="26953"/>
                        <a14:foregroundMark x1="48340" y1="13477" x2="55078" y2="31152"/>
                        <a14:foregroundMark x1="55078" y1="31152" x2="62988" y2="34766"/>
                        <a14:foregroundMark x1="62988" y1="34766" x2="66211" y2="26758"/>
                        <a14:foregroundMark x1="66211" y1="26758" x2="62402" y2="16211"/>
                        <a14:foregroundMark x1="62402" y1="16211" x2="55078" y2="13379"/>
                        <a14:foregroundMark x1="55078" y1="13379" x2="48535" y2="13184"/>
                        <a14:foregroundMark x1="53516" y1="16211" x2="68750" y2="23730"/>
                        <a14:foregroundMark x1="68750" y1="23730" x2="67578" y2="32813"/>
                        <a14:foregroundMark x1="67578" y1="32813" x2="55957" y2="32910"/>
                        <a14:foregroundMark x1="55957" y1="32910" x2="51660" y2="22461"/>
                        <a14:foregroundMark x1="51660" y1="22461" x2="54199" y2="16309"/>
                        <a14:foregroundMark x1="55762" y1="18359" x2="67578" y2="28516"/>
                        <a14:foregroundMark x1="67578" y1="28516" x2="62109" y2="32910"/>
                        <a14:foregroundMark x1="62109" y1="32910" x2="53320" y2="29395"/>
                        <a14:foregroundMark x1="53320" y1="29395" x2="53223" y2="20410"/>
                        <a14:foregroundMark x1="53223" y1="20410" x2="55469" y2="17578"/>
                        <a14:foregroundMark x1="56934" y1="20996" x2="67285" y2="29980"/>
                        <a14:foregroundMark x1="67285" y1="29980" x2="59277" y2="32813"/>
                        <a14:foregroundMark x1="59277" y1="32813" x2="54199" y2="23828"/>
                        <a14:foregroundMark x1="54199" y1="23828" x2="56348" y2="20313"/>
                        <a14:foregroundMark x1="56152" y1="20996" x2="64258" y2="29297"/>
                        <a14:foregroundMark x1="64258" y1="29297" x2="56055" y2="24219"/>
                        <a14:foregroundMark x1="56055" y1="24219" x2="56738" y2="21094"/>
                        <a14:foregroundMark x1="62207" y1="15430" x2="70508" y2="21387"/>
                        <a14:foregroundMark x1="70508" y1="21387" x2="76563" y2="29395"/>
                        <a14:foregroundMark x1="76563" y1="29395" x2="80469" y2="39063"/>
                        <a14:foregroundMark x1="80469" y1="39063" x2="76855" y2="25977"/>
                        <a14:foregroundMark x1="76855" y1="25977" x2="72559" y2="20215"/>
                        <a14:foregroundMark x1="72559" y1="20215" x2="64746" y2="16992"/>
                        <a14:foregroundMark x1="64746" y1="16992" x2="72559" y2="31250"/>
                        <a14:foregroundMark x1="72559" y1="31250" x2="81152" y2="40527"/>
                        <a14:backgroundMark x1="63672" y1="83594" x2="63770" y2="84766"/>
                        <a14:backgroundMark x1="63770" y1="83984" x2="59473" y2="86133"/>
                        <a14:backgroundMark x1="59277" y1="85938" x2="57910" y2="86230"/>
                        <a14:backgroundMark x1="77246" y1="78223" x2="77246" y2="78223"/>
                        <a14:backgroundMark x1="77441" y1="77832" x2="77637" y2="78320"/>
                        <a14:backgroundMark x1="77344" y1="77832" x2="77344" y2="78418"/>
                        <a14:backgroundMark x1="77441" y1="77930" x2="76758" y2="77930"/>
                        <a14:backgroundMark x1="64941" y1="83398" x2="57520" y2="86719"/>
                        <a14:backgroundMark x1="57520" y1="86719" x2="57129" y2="8671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28460" y="90671"/>
            <a:ext cx="961412" cy="96141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4748AAD-82AD-64AF-8A81-52F40EBFC3A3}"/>
              </a:ext>
            </a:extLst>
          </p:cNvPr>
          <p:cNvSpPr txBox="1"/>
          <p:nvPr userDrawn="1"/>
        </p:nvSpPr>
        <p:spPr>
          <a:xfrm>
            <a:off x="11295638" y="549381"/>
            <a:ext cx="42705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" b="1">
                <a:solidFill>
                  <a:schemeClr val="bg1"/>
                </a:solidFill>
              </a:rPr>
              <a:t>FY26</a:t>
            </a:r>
            <a:endParaRPr lang="en-US" sz="3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5436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8F6E7E2-1A27-B018-0791-4E92A2CAA512}"/>
              </a:ext>
            </a:extLst>
          </p:cNvPr>
          <p:cNvSpPr/>
          <p:nvPr userDrawn="1"/>
        </p:nvSpPr>
        <p:spPr>
          <a:xfrm>
            <a:off x="0" y="0"/>
            <a:ext cx="12192000" cy="764806"/>
          </a:xfrm>
          <a:prstGeom prst="rect">
            <a:avLst/>
          </a:prstGeom>
          <a:gradFill>
            <a:gsLst>
              <a:gs pos="100000">
                <a:schemeClr val="accent2"/>
              </a:gs>
              <a:gs pos="7000">
                <a:schemeClr val="accent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42730-EC64-8DEA-8B14-DE690F92A9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 marL="685800" indent="-228600">
              <a:buFont typeface="Noto Sans" panose="020B0502040504020204" pitchFamily="34" charset="0"/>
              <a:buChar char="‒"/>
              <a:defRPr sz="1800"/>
            </a:lvl2pPr>
            <a:lvl3pPr marL="1143000" indent="-228600">
              <a:buSzPct val="70000"/>
              <a:buFont typeface="Courier New" panose="02070309020205020404" pitchFamily="49" charset="0"/>
              <a:buChar char="o"/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39792-AE34-7EB5-1D2B-5C1FF3683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15BC8-0C91-48E8-90D4-EFA66F016386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C614AA-0974-29D7-631D-5798F13B6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DE09D6-79EE-9DF6-D1CF-966F4EA1E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85477-ECE0-4933-AF7A-3E904BA96763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3E4A5A3-B5F5-714E-60E4-C43E879BDF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764806"/>
            <a:ext cx="12192000" cy="1411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707D7D9-808F-D91F-E491-2E414BF09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307" y="-91405"/>
            <a:ext cx="10515600" cy="1325563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8067F4C-1BD1-6692-A00D-4A8C682589C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1602" y1="17578" x2="30957" y2="28711"/>
                        <a14:foregroundMark x1="30957" y1="28711" x2="24805" y2="44043"/>
                        <a14:foregroundMark x1="24805" y1="44043" x2="28516" y2="63184"/>
                        <a14:foregroundMark x1="28516" y1="63184" x2="54492" y2="73242"/>
                        <a14:foregroundMark x1="54492" y1="73242" x2="68066" y2="59180"/>
                        <a14:foregroundMark x1="68066" y1="59180" x2="61426" y2="37109"/>
                        <a14:foregroundMark x1="61426" y1="37109" x2="49512" y2="19434"/>
                        <a14:foregroundMark x1="49512" y1="19434" x2="41797" y2="16699"/>
                        <a14:foregroundMark x1="41797" y1="16699" x2="37598" y2="18164"/>
                        <a14:foregroundMark x1="38770" y1="16406" x2="48926" y2="15527"/>
                        <a14:foregroundMark x1="48926" y1="15527" x2="62305" y2="17578"/>
                        <a14:foregroundMark x1="62305" y1="17578" x2="82129" y2="43359"/>
                        <a14:foregroundMark x1="82129" y1="43359" x2="61523" y2="43359"/>
                        <a14:foregroundMark x1="61523" y1="43359" x2="49512" y2="17871"/>
                        <a14:foregroundMark x1="49512" y1="17871" x2="41016" y2="15137"/>
                        <a14:foregroundMark x1="37598" y1="17773" x2="25000" y2="25684"/>
                        <a14:foregroundMark x1="25000" y1="25684" x2="37988" y2="24023"/>
                        <a14:foregroundMark x1="37988" y1="24023" x2="36719" y2="18945"/>
                        <a14:foregroundMark x1="30859" y1="24219" x2="22559" y2="27637"/>
                        <a14:foregroundMark x1="22559" y1="27637" x2="16992" y2="39453"/>
                        <a14:foregroundMark x1="16992" y1="39453" x2="24414" y2="49902"/>
                        <a14:foregroundMark x1="24414" y1="49902" x2="33301" y2="34766"/>
                        <a14:foregroundMark x1="33301" y1="34766" x2="32227" y2="25000"/>
                        <a14:foregroundMark x1="32227" y1="25000" x2="31934" y2="24609"/>
                        <a14:foregroundMark x1="25488" y1="26953" x2="22168" y2="41895"/>
                        <a14:foregroundMark x1="22168" y1="41895" x2="30273" y2="34766"/>
                        <a14:foregroundMark x1="30273" y1="34766" x2="29297" y2="25195"/>
                        <a14:foregroundMark x1="29297" y1="25195" x2="28809" y2="24902"/>
                        <a14:foregroundMark x1="35645" y1="34082" x2="29688" y2="38379"/>
                        <a14:foregroundMark x1="29688" y1="38379" x2="34961" y2="44043"/>
                        <a14:foregroundMark x1="34961" y1="44043" x2="41797" y2="29297"/>
                        <a14:foregroundMark x1="41797" y1="29297" x2="38867" y2="28613"/>
                        <a14:foregroundMark x1="23633" y1="27441" x2="19824" y2="35156"/>
                        <a14:foregroundMark x1="19824" y1="35156" x2="18750" y2="46094"/>
                        <a14:foregroundMark x1="18750" y1="46094" x2="26172" y2="35156"/>
                        <a14:foregroundMark x1="26172" y1="35156" x2="26270" y2="24902"/>
                        <a14:foregroundMark x1="21387" y1="41699" x2="19043" y2="53223"/>
                        <a14:foregroundMark x1="19043" y1="53223" x2="24414" y2="40137"/>
                        <a14:foregroundMark x1="24414" y1="40137" x2="24023" y2="39844"/>
                        <a14:foregroundMark x1="26074" y1="61719" x2="25098" y2="74609"/>
                        <a14:foregroundMark x1="25098" y1="74609" x2="40234" y2="78809"/>
                        <a14:foregroundMark x1="40234" y1="78809" x2="46484" y2="70020"/>
                        <a14:foregroundMark x1="46484" y1="70020" x2="31250" y2="59766"/>
                        <a14:foregroundMark x1="31250" y1="59766" x2="26367" y2="59277"/>
                        <a14:foregroundMark x1="31641" y1="63281" x2="32813" y2="74219"/>
                        <a14:foregroundMark x1="32813" y1="74219" x2="43750" y2="66992"/>
                        <a14:foregroundMark x1="43750" y1="66992" x2="29102" y2="56641"/>
                        <a14:foregroundMark x1="29102" y1="56641" x2="28027" y2="56738"/>
                        <a14:foregroundMark x1="21680" y1="66699" x2="28516" y2="73145"/>
                        <a14:foregroundMark x1="28516" y1="73145" x2="25977" y2="58496"/>
                        <a14:foregroundMark x1="25977" y1="58496" x2="23730" y2="55176"/>
                        <a14:foregroundMark x1="20508" y1="65234" x2="20996" y2="74609"/>
                        <a14:foregroundMark x1="20996" y1="74609" x2="29102" y2="73828"/>
                        <a14:foregroundMark x1="29102" y1="73828" x2="24707" y2="60449"/>
                        <a14:foregroundMark x1="24707" y1="60449" x2="22559" y2="58789"/>
                        <a14:foregroundMark x1="29688" y1="71484" x2="29395" y2="79785"/>
                        <a14:foregroundMark x1="29395" y1="79785" x2="45605" y2="86328"/>
                        <a14:foregroundMark x1="45605" y1="86328" x2="54883" y2="86719"/>
                        <a14:foregroundMark x1="54883" y1="86719" x2="57081" y2="86214"/>
                        <a14:foregroundMark x1="64478" y1="82865" x2="67383" y2="80176"/>
                        <a14:foregroundMark x1="67383" y1="80176" x2="58887" y2="70605"/>
                        <a14:foregroundMark x1="58887" y1="70605" x2="25098" y2="69824"/>
                        <a14:foregroundMark x1="25098" y1="69824" x2="27637" y2="72852"/>
                        <a14:foregroundMark x1="31641" y1="77051" x2="39258" y2="82617"/>
                        <a14:foregroundMark x1="39258" y1="82617" x2="47070" y2="83887"/>
                        <a14:foregroundMark x1="47070" y1="83887" x2="53906" y2="81152"/>
                        <a14:foregroundMark x1="53906" y1="81152" x2="31250" y2="76758"/>
                        <a14:foregroundMark x1="35547" y1="79395" x2="44434" y2="84863"/>
                        <a14:foregroundMark x1="44434" y1="84863" x2="52832" y2="85449"/>
                        <a14:foregroundMark x1="52832" y1="85449" x2="63672" y2="81543"/>
                        <a14:foregroundMark x1="63672" y1="81543" x2="64648" y2="74316"/>
                        <a14:foregroundMark x1="64648" y1="74316" x2="55371" y2="67676"/>
                        <a14:foregroundMark x1="55371" y1="67676" x2="38965" y2="69141"/>
                        <a14:foregroundMark x1="38965" y1="69141" x2="39648" y2="78125"/>
                        <a14:foregroundMark x1="39648" y1="78125" x2="34668" y2="78223"/>
                        <a14:foregroundMark x1="43652" y1="71680" x2="54102" y2="70898"/>
                        <a14:foregroundMark x1="54102" y1="70898" x2="64063" y2="73145"/>
                        <a14:foregroundMark x1="64063" y1="73145" x2="54980" y2="77344"/>
                        <a14:foregroundMark x1="54980" y1="77344" x2="40820" y2="73340"/>
                        <a14:foregroundMark x1="40820" y1="73340" x2="43555" y2="69141"/>
                        <a14:foregroundMark x1="57520" y1="64551" x2="73438" y2="66602"/>
                        <a14:foregroundMark x1="73438" y1="66602" x2="75293" y2="74219"/>
                        <a14:foregroundMark x1="75293" y1="74219" x2="67188" y2="77832"/>
                        <a14:foregroundMark x1="67188" y1="77832" x2="59863" y2="69238"/>
                        <a14:foregroundMark x1="59863" y1="69238" x2="59277" y2="62695"/>
                        <a14:foregroundMark x1="65723" y1="63672" x2="77344" y2="66016"/>
                        <a14:foregroundMark x1="77344" y1="66016" x2="77344" y2="75098"/>
                        <a14:foregroundMark x1="77344" y1="75098" x2="65234" y2="76270"/>
                        <a14:foregroundMark x1="65234" y1="76270" x2="60547" y2="69629"/>
                        <a14:foregroundMark x1="60547" y1="69629" x2="65430" y2="64453"/>
                        <a14:foregroundMark x1="63770" y1="67285" x2="76087" y2="76875"/>
                        <a14:foregroundMark x1="76419" y1="76529" x2="68750" y2="66016"/>
                        <a14:foregroundMark x1="68750" y1="66016" x2="62988" y2="64551"/>
                        <a14:foregroundMark x1="78418" y1="66895" x2="76953" y2="75098"/>
                        <a14:foregroundMark x1="76953" y1="75098" x2="80957" y2="68750"/>
                        <a14:foregroundMark x1="80957" y1="68750" x2="78125" y2="67285"/>
                        <a14:foregroundMark x1="80176" y1="52344" x2="81348" y2="43359"/>
                        <a14:foregroundMark x1="81348" y1="43359" x2="79199" y2="50195"/>
                        <a14:foregroundMark x1="74805" y1="43848" x2="62500" y2="32031"/>
                        <a14:foregroundMark x1="62500" y1="32031" x2="68945" y2="27539"/>
                        <a14:foregroundMark x1="68945" y1="27539" x2="75098" y2="34668"/>
                        <a14:foregroundMark x1="75098" y1="34668" x2="74805" y2="42480"/>
                        <a14:foregroundMark x1="74805" y1="42480" x2="74414" y2="43652"/>
                        <a14:foregroundMark x1="68164" y1="39063" x2="75488" y2="34180"/>
                        <a14:foregroundMark x1="75488" y1="34180" x2="66797" y2="33203"/>
                        <a14:foregroundMark x1="66797" y1="33203" x2="69043" y2="40137"/>
                        <a14:foregroundMark x1="58496" y1="35645" x2="43457" y2="46289"/>
                        <a14:foregroundMark x1="43457" y1="46289" x2="37500" y2="39258"/>
                        <a14:foregroundMark x1="37500" y1="39258" x2="43457" y2="34961"/>
                        <a14:foregroundMark x1="43457" y1="34961" x2="57520" y2="36230"/>
                        <a14:foregroundMark x1="40625" y1="35840" x2="47949" y2="46191"/>
                        <a14:foregroundMark x1="47949" y1="46191" x2="38477" y2="41016"/>
                        <a14:foregroundMark x1="38477" y1="41016" x2="40332" y2="34961"/>
                        <a14:foregroundMark x1="42188" y1="31445" x2="51563" y2="28223"/>
                        <a14:foregroundMark x1="51563" y1="28223" x2="52344" y2="19629"/>
                        <a14:foregroundMark x1="52344" y1="19629" x2="45117" y2="16895"/>
                        <a14:foregroundMark x1="45117" y1="16895" x2="37891" y2="21777"/>
                        <a14:foregroundMark x1="37891" y1="21777" x2="40820" y2="29590"/>
                        <a14:foregroundMark x1="40820" y1="29590" x2="45117" y2="31445"/>
                        <a14:foregroundMark x1="44434" y1="29297" x2="53223" y2="27637"/>
                        <a14:foregroundMark x1="53223" y1="27637" x2="53906" y2="19922"/>
                        <a14:foregroundMark x1="53906" y1="19922" x2="44727" y2="18359"/>
                        <a14:foregroundMark x1="44727" y1="18359" x2="39648" y2="27539"/>
                        <a14:foregroundMark x1="39648" y1="27539" x2="47949" y2="27930"/>
                        <a14:foregroundMark x1="43555" y1="28125" x2="41504" y2="16016"/>
                        <a14:foregroundMark x1="41504" y1="16016" x2="52344" y2="19727"/>
                        <a14:foregroundMark x1="52344" y1="19727" x2="45020" y2="26758"/>
                        <a14:foregroundMark x1="45020" y1="26758" x2="43848" y2="26953"/>
                        <a14:foregroundMark x1="48340" y1="13477" x2="55078" y2="31152"/>
                        <a14:foregroundMark x1="55078" y1="31152" x2="62988" y2="34766"/>
                        <a14:foregroundMark x1="62988" y1="34766" x2="66211" y2="26758"/>
                        <a14:foregroundMark x1="66211" y1="26758" x2="62402" y2="16211"/>
                        <a14:foregroundMark x1="62402" y1="16211" x2="55078" y2="13379"/>
                        <a14:foregroundMark x1="55078" y1="13379" x2="48535" y2="13184"/>
                        <a14:foregroundMark x1="53516" y1="16211" x2="68750" y2="23730"/>
                        <a14:foregroundMark x1="68750" y1="23730" x2="67578" y2="32813"/>
                        <a14:foregroundMark x1="67578" y1="32813" x2="55957" y2="32910"/>
                        <a14:foregroundMark x1="55957" y1="32910" x2="51660" y2="22461"/>
                        <a14:foregroundMark x1="51660" y1="22461" x2="54199" y2="16309"/>
                        <a14:foregroundMark x1="55762" y1="18359" x2="67578" y2="28516"/>
                        <a14:foregroundMark x1="67578" y1="28516" x2="62109" y2="32910"/>
                        <a14:foregroundMark x1="62109" y1="32910" x2="53320" y2="29395"/>
                        <a14:foregroundMark x1="53320" y1="29395" x2="53223" y2="20410"/>
                        <a14:foregroundMark x1="53223" y1="20410" x2="55469" y2="17578"/>
                        <a14:foregroundMark x1="56934" y1="20996" x2="67285" y2="29980"/>
                        <a14:foregroundMark x1="67285" y1="29980" x2="59277" y2="32813"/>
                        <a14:foregroundMark x1="59277" y1="32813" x2="54199" y2="23828"/>
                        <a14:foregroundMark x1="54199" y1="23828" x2="56348" y2="20313"/>
                        <a14:foregroundMark x1="56152" y1="20996" x2="64258" y2="29297"/>
                        <a14:foregroundMark x1="64258" y1="29297" x2="56055" y2="24219"/>
                        <a14:foregroundMark x1="56055" y1="24219" x2="56738" y2="21094"/>
                        <a14:foregroundMark x1="62207" y1="15430" x2="70508" y2="21387"/>
                        <a14:foregroundMark x1="70508" y1="21387" x2="76563" y2="29395"/>
                        <a14:foregroundMark x1="76563" y1="29395" x2="80469" y2="39063"/>
                        <a14:foregroundMark x1="80469" y1="39063" x2="76855" y2="25977"/>
                        <a14:foregroundMark x1="76855" y1="25977" x2="72559" y2="20215"/>
                        <a14:foregroundMark x1="72559" y1="20215" x2="64746" y2="16992"/>
                        <a14:foregroundMark x1="64746" y1="16992" x2="72559" y2="31250"/>
                        <a14:foregroundMark x1="72559" y1="31250" x2="81152" y2="40527"/>
                        <a14:backgroundMark x1="63672" y1="83594" x2="63770" y2="84766"/>
                        <a14:backgroundMark x1="63770" y1="83984" x2="59473" y2="86133"/>
                        <a14:backgroundMark x1="59277" y1="85938" x2="57910" y2="86230"/>
                        <a14:backgroundMark x1="77246" y1="78223" x2="77246" y2="78223"/>
                        <a14:backgroundMark x1="77441" y1="77832" x2="77637" y2="78320"/>
                        <a14:backgroundMark x1="77344" y1="77832" x2="77344" y2="78418"/>
                        <a14:backgroundMark x1="77441" y1="77930" x2="76758" y2="77930"/>
                        <a14:backgroundMark x1="64941" y1="83398" x2="57520" y2="86719"/>
                        <a14:backgroundMark x1="57520" y1="86719" x2="57129" y2="8671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28459" y="3053"/>
            <a:ext cx="858741" cy="85874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4748AAD-82AD-64AF-8A81-52F40EBFC3A3}"/>
              </a:ext>
            </a:extLst>
          </p:cNvPr>
          <p:cNvSpPr txBox="1"/>
          <p:nvPr userDrawn="1"/>
        </p:nvSpPr>
        <p:spPr>
          <a:xfrm>
            <a:off x="11240686" y="383553"/>
            <a:ext cx="42705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" b="1">
                <a:solidFill>
                  <a:schemeClr val="bg1"/>
                </a:solidFill>
              </a:rPr>
              <a:t>FY26</a:t>
            </a:r>
            <a:endParaRPr lang="en-US" sz="3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0642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C21C8-F828-3580-4010-AD04BDCC2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8680"/>
            <a:ext cx="10515600" cy="735345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C58221-AD15-DE65-0B15-F6003BC7F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15BC8-0C91-48E8-90D4-EFA66F016386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A1178C-C1DE-8782-640E-A8F67AE5F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6CB51B-4BCE-77EC-2B75-06F85929E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85477-ECE0-4933-AF7A-3E904BA96763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4DBCDF-B616-2394-5BD1-6A7442857CC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721475"/>
            <a:ext cx="12192000" cy="1411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25B41D6-DF68-409E-EDD4-FF2B9ECAD40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1602" y1="17578" x2="30957" y2="28711"/>
                        <a14:foregroundMark x1="30957" y1="28711" x2="24805" y2="44043"/>
                        <a14:foregroundMark x1="24805" y1="44043" x2="28516" y2="63184"/>
                        <a14:foregroundMark x1="28516" y1="63184" x2="54492" y2="73242"/>
                        <a14:foregroundMark x1="54492" y1="73242" x2="68066" y2="59180"/>
                        <a14:foregroundMark x1="68066" y1="59180" x2="61426" y2="37109"/>
                        <a14:foregroundMark x1="61426" y1="37109" x2="49512" y2="19434"/>
                        <a14:foregroundMark x1="49512" y1="19434" x2="41797" y2="16699"/>
                        <a14:foregroundMark x1="41797" y1="16699" x2="37598" y2="18164"/>
                        <a14:foregroundMark x1="38770" y1="16406" x2="48926" y2="15527"/>
                        <a14:foregroundMark x1="48926" y1="15527" x2="62305" y2="17578"/>
                        <a14:foregroundMark x1="62305" y1="17578" x2="82129" y2="43359"/>
                        <a14:foregroundMark x1="82129" y1="43359" x2="61523" y2="43359"/>
                        <a14:foregroundMark x1="61523" y1="43359" x2="49512" y2="17871"/>
                        <a14:foregroundMark x1="49512" y1="17871" x2="41016" y2="15137"/>
                        <a14:foregroundMark x1="37598" y1="17773" x2="25000" y2="25684"/>
                        <a14:foregroundMark x1="25000" y1="25684" x2="37988" y2="24023"/>
                        <a14:foregroundMark x1="37988" y1="24023" x2="36719" y2="18945"/>
                        <a14:foregroundMark x1="30859" y1="24219" x2="22559" y2="27637"/>
                        <a14:foregroundMark x1="22559" y1="27637" x2="16992" y2="39453"/>
                        <a14:foregroundMark x1="16992" y1="39453" x2="24414" y2="49902"/>
                        <a14:foregroundMark x1="24414" y1="49902" x2="33301" y2="34766"/>
                        <a14:foregroundMark x1="33301" y1="34766" x2="32227" y2="25000"/>
                        <a14:foregroundMark x1="32227" y1="25000" x2="31934" y2="24609"/>
                        <a14:foregroundMark x1="25488" y1="26953" x2="22168" y2="41895"/>
                        <a14:foregroundMark x1="22168" y1="41895" x2="30273" y2="34766"/>
                        <a14:foregroundMark x1="30273" y1="34766" x2="29297" y2="25195"/>
                        <a14:foregroundMark x1="29297" y1="25195" x2="28809" y2="24902"/>
                        <a14:foregroundMark x1="35645" y1="34082" x2="29688" y2="38379"/>
                        <a14:foregroundMark x1="29688" y1="38379" x2="34961" y2="44043"/>
                        <a14:foregroundMark x1="34961" y1="44043" x2="41797" y2="29297"/>
                        <a14:foregroundMark x1="41797" y1="29297" x2="38867" y2="28613"/>
                        <a14:foregroundMark x1="23633" y1="27441" x2="19824" y2="35156"/>
                        <a14:foregroundMark x1="19824" y1="35156" x2="18750" y2="46094"/>
                        <a14:foregroundMark x1="18750" y1="46094" x2="26172" y2="35156"/>
                        <a14:foregroundMark x1="26172" y1="35156" x2="26270" y2="24902"/>
                        <a14:foregroundMark x1="21387" y1="41699" x2="19043" y2="53223"/>
                        <a14:foregroundMark x1="19043" y1="53223" x2="24414" y2="40137"/>
                        <a14:foregroundMark x1="24414" y1="40137" x2="24023" y2="39844"/>
                        <a14:foregroundMark x1="26074" y1="61719" x2="25098" y2="74609"/>
                        <a14:foregroundMark x1="25098" y1="74609" x2="40234" y2="78809"/>
                        <a14:foregroundMark x1="40234" y1="78809" x2="46484" y2="70020"/>
                        <a14:foregroundMark x1="46484" y1="70020" x2="31250" y2="59766"/>
                        <a14:foregroundMark x1="31250" y1="59766" x2="26367" y2="59277"/>
                        <a14:foregroundMark x1="31641" y1="63281" x2="32813" y2="74219"/>
                        <a14:foregroundMark x1="32813" y1="74219" x2="43750" y2="66992"/>
                        <a14:foregroundMark x1="43750" y1="66992" x2="29102" y2="56641"/>
                        <a14:foregroundMark x1="29102" y1="56641" x2="28027" y2="56738"/>
                        <a14:foregroundMark x1="21680" y1="66699" x2="28516" y2="73145"/>
                        <a14:foregroundMark x1="28516" y1="73145" x2="25977" y2="58496"/>
                        <a14:foregroundMark x1="25977" y1="58496" x2="23730" y2="55176"/>
                        <a14:foregroundMark x1="20508" y1="65234" x2="20996" y2="74609"/>
                        <a14:foregroundMark x1="20996" y1="74609" x2="29102" y2="73828"/>
                        <a14:foregroundMark x1="29102" y1="73828" x2="24707" y2="60449"/>
                        <a14:foregroundMark x1="24707" y1="60449" x2="22559" y2="58789"/>
                        <a14:foregroundMark x1="29688" y1="71484" x2="29395" y2="79785"/>
                        <a14:foregroundMark x1="29395" y1="79785" x2="45605" y2="86328"/>
                        <a14:foregroundMark x1="45605" y1="86328" x2="54883" y2="86719"/>
                        <a14:foregroundMark x1="54883" y1="86719" x2="57081" y2="86214"/>
                        <a14:foregroundMark x1="64478" y1="82865" x2="67383" y2="80176"/>
                        <a14:foregroundMark x1="67383" y1="80176" x2="58887" y2="70605"/>
                        <a14:foregroundMark x1="58887" y1="70605" x2="25098" y2="69824"/>
                        <a14:foregroundMark x1="25098" y1="69824" x2="27637" y2="72852"/>
                        <a14:foregroundMark x1="31641" y1="77051" x2="39258" y2="82617"/>
                        <a14:foregroundMark x1="39258" y1="82617" x2="47070" y2="83887"/>
                        <a14:foregroundMark x1="47070" y1="83887" x2="53906" y2="81152"/>
                        <a14:foregroundMark x1="53906" y1="81152" x2="31250" y2="76758"/>
                        <a14:foregroundMark x1="35547" y1="79395" x2="44434" y2="84863"/>
                        <a14:foregroundMark x1="44434" y1="84863" x2="52832" y2="85449"/>
                        <a14:foregroundMark x1="52832" y1="85449" x2="63672" y2="81543"/>
                        <a14:foregroundMark x1="63672" y1="81543" x2="64648" y2="74316"/>
                        <a14:foregroundMark x1="64648" y1="74316" x2="55371" y2="67676"/>
                        <a14:foregroundMark x1="55371" y1="67676" x2="38965" y2="69141"/>
                        <a14:foregroundMark x1="38965" y1="69141" x2="39648" y2="78125"/>
                        <a14:foregroundMark x1="39648" y1="78125" x2="34668" y2="78223"/>
                        <a14:foregroundMark x1="43652" y1="71680" x2="54102" y2="70898"/>
                        <a14:foregroundMark x1="54102" y1="70898" x2="64063" y2="73145"/>
                        <a14:foregroundMark x1="64063" y1="73145" x2="54980" y2="77344"/>
                        <a14:foregroundMark x1="54980" y1="77344" x2="40820" y2="73340"/>
                        <a14:foregroundMark x1="40820" y1="73340" x2="43555" y2="69141"/>
                        <a14:foregroundMark x1="57520" y1="64551" x2="73438" y2="66602"/>
                        <a14:foregroundMark x1="73438" y1="66602" x2="75293" y2="74219"/>
                        <a14:foregroundMark x1="75293" y1="74219" x2="67188" y2="77832"/>
                        <a14:foregroundMark x1="67188" y1="77832" x2="59863" y2="69238"/>
                        <a14:foregroundMark x1="59863" y1="69238" x2="59277" y2="62695"/>
                        <a14:foregroundMark x1="65723" y1="63672" x2="77344" y2="66016"/>
                        <a14:foregroundMark x1="77344" y1="66016" x2="77344" y2="75098"/>
                        <a14:foregroundMark x1="77344" y1="75098" x2="65234" y2="76270"/>
                        <a14:foregroundMark x1="65234" y1="76270" x2="60547" y2="69629"/>
                        <a14:foregroundMark x1="60547" y1="69629" x2="65430" y2="64453"/>
                        <a14:foregroundMark x1="63770" y1="67285" x2="76087" y2="76875"/>
                        <a14:foregroundMark x1="76419" y1="76529" x2="68750" y2="66016"/>
                        <a14:foregroundMark x1="68750" y1="66016" x2="62988" y2="64551"/>
                        <a14:foregroundMark x1="78418" y1="66895" x2="76953" y2="75098"/>
                        <a14:foregroundMark x1="76953" y1="75098" x2="80957" y2="68750"/>
                        <a14:foregroundMark x1="80957" y1="68750" x2="78125" y2="67285"/>
                        <a14:foregroundMark x1="80176" y1="52344" x2="81348" y2="43359"/>
                        <a14:foregroundMark x1="81348" y1="43359" x2="79199" y2="50195"/>
                        <a14:foregroundMark x1="74805" y1="43848" x2="62500" y2="32031"/>
                        <a14:foregroundMark x1="62500" y1="32031" x2="68945" y2="27539"/>
                        <a14:foregroundMark x1="68945" y1="27539" x2="75098" y2="34668"/>
                        <a14:foregroundMark x1="75098" y1="34668" x2="74805" y2="42480"/>
                        <a14:foregroundMark x1="74805" y1="42480" x2="74414" y2="43652"/>
                        <a14:foregroundMark x1="68164" y1="39063" x2="75488" y2="34180"/>
                        <a14:foregroundMark x1="75488" y1="34180" x2="66797" y2="33203"/>
                        <a14:foregroundMark x1="66797" y1="33203" x2="69043" y2="40137"/>
                        <a14:foregroundMark x1="58496" y1="35645" x2="43457" y2="46289"/>
                        <a14:foregroundMark x1="43457" y1="46289" x2="37500" y2="39258"/>
                        <a14:foregroundMark x1="37500" y1="39258" x2="43457" y2="34961"/>
                        <a14:foregroundMark x1="43457" y1="34961" x2="57520" y2="36230"/>
                        <a14:foregroundMark x1="40625" y1="35840" x2="47949" y2="46191"/>
                        <a14:foregroundMark x1="47949" y1="46191" x2="38477" y2="41016"/>
                        <a14:foregroundMark x1="38477" y1="41016" x2="40332" y2="34961"/>
                        <a14:foregroundMark x1="42188" y1="31445" x2="51563" y2="28223"/>
                        <a14:foregroundMark x1="51563" y1="28223" x2="52344" y2="19629"/>
                        <a14:foregroundMark x1="52344" y1="19629" x2="45117" y2="16895"/>
                        <a14:foregroundMark x1="45117" y1="16895" x2="37891" y2="21777"/>
                        <a14:foregroundMark x1="37891" y1="21777" x2="40820" y2="29590"/>
                        <a14:foregroundMark x1="40820" y1="29590" x2="45117" y2="31445"/>
                        <a14:foregroundMark x1="44434" y1="29297" x2="53223" y2="27637"/>
                        <a14:foregroundMark x1="53223" y1="27637" x2="53906" y2="19922"/>
                        <a14:foregroundMark x1="53906" y1="19922" x2="44727" y2="18359"/>
                        <a14:foregroundMark x1="44727" y1="18359" x2="39648" y2="27539"/>
                        <a14:foregroundMark x1="39648" y1="27539" x2="47949" y2="27930"/>
                        <a14:foregroundMark x1="43555" y1="28125" x2="41504" y2="16016"/>
                        <a14:foregroundMark x1="41504" y1="16016" x2="52344" y2="19727"/>
                        <a14:foregroundMark x1="52344" y1="19727" x2="45020" y2="26758"/>
                        <a14:foregroundMark x1="45020" y1="26758" x2="43848" y2="26953"/>
                        <a14:foregroundMark x1="48340" y1="13477" x2="55078" y2="31152"/>
                        <a14:foregroundMark x1="55078" y1="31152" x2="62988" y2="34766"/>
                        <a14:foregroundMark x1="62988" y1="34766" x2="66211" y2="26758"/>
                        <a14:foregroundMark x1="66211" y1="26758" x2="62402" y2="16211"/>
                        <a14:foregroundMark x1="62402" y1="16211" x2="55078" y2="13379"/>
                        <a14:foregroundMark x1="55078" y1="13379" x2="48535" y2="13184"/>
                        <a14:foregroundMark x1="53516" y1="16211" x2="68750" y2="23730"/>
                        <a14:foregroundMark x1="68750" y1="23730" x2="67578" y2="32813"/>
                        <a14:foregroundMark x1="67578" y1="32813" x2="55957" y2="32910"/>
                        <a14:foregroundMark x1="55957" y1="32910" x2="51660" y2="22461"/>
                        <a14:foregroundMark x1="51660" y1="22461" x2="54199" y2="16309"/>
                        <a14:foregroundMark x1="55762" y1="18359" x2="67578" y2="28516"/>
                        <a14:foregroundMark x1="67578" y1="28516" x2="62109" y2="32910"/>
                        <a14:foregroundMark x1="62109" y1="32910" x2="53320" y2="29395"/>
                        <a14:foregroundMark x1="53320" y1="29395" x2="53223" y2="20410"/>
                        <a14:foregroundMark x1="53223" y1="20410" x2="55469" y2="17578"/>
                        <a14:foregroundMark x1="56934" y1="20996" x2="67285" y2="29980"/>
                        <a14:foregroundMark x1="67285" y1="29980" x2="59277" y2="32813"/>
                        <a14:foregroundMark x1="59277" y1="32813" x2="54199" y2="23828"/>
                        <a14:foregroundMark x1="54199" y1="23828" x2="56348" y2="20313"/>
                        <a14:foregroundMark x1="56152" y1="20996" x2="64258" y2="29297"/>
                        <a14:foregroundMark x1="64258" y1="29297" x2="56055" y2="24219"/>
                        <a14:foregroundMark x1="56055" y1="24219" x2="56738" y2="21094"/>
                        <a14:foregroundMark x1="62207" y1="15430" x2="70508" y2="21387"/>
                        <a14:foregroundMark x1="70508" y1="21387" x2="76563" y2="29395"/>
                        <a14:foregroundMark x1="76563" y1="29395" x2="80469" y2="39063"/>
                        <a14:foregroundMark x1="80469" y1="39063" x2="76855" y2="25977"/>
                        <a14:foregroundMark x1="76855" y1="25977" x2="72559" y2="20215"/>
                        <a14:foregroundMark x1="72559" y1="20215" x2="64746" y2="16992"/>
                        <a14:foregroundMark x1="64746" y1="16992" x2="72559" y2="31250"/>
                        <a14:foregroundMark x1="72559" y1="31250" x2="81152" y2="40527"/>
                        <a14:backgroundMark x1="63672" y1="83594" x2="63770" y2="84766"/>
                        <a14:backgroundMark x1="63770" y1="83984" x2="59473" y2="86133"/>
                        <a14:backgroundMark x1="59277" y1="85938" x2="57910" y2="86230"/>
                        <a14:backgroundMark x1="77246" y1="78223" x2="77246" y2="78223"/>
                        <a14:backgroundMark x1="77441" y1="77832" x2="77637" y2="78320"/>
                        <a14:backgroundMark x1="77344" y1="77832" x2="77344" y2="78418"/>
                        <a14:backgroundMark x1="77441" y1="77930" x2="76758" y2="77930"/>
                        <a14:backgroundMark x1="64941" y1="83398" x2="57520" y2="86719"/>
                        <a14:backgroundMark x1="57520" y1="86719" x2="57129" y2="8671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28460" y="90671"/>
            <a:ext cx="961412" cy="96141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2145C17-8A53-5965-8B40-EAF3FBF9D363}"/>
              </a:ext>
            </a:extLst>
          </p:cNvPr>
          <p:cNvSpPr txBox="1"/>
          <p:nvPr userDrawn="1"/>
        </p:nvSpPr>
        <p:spPr>
          <a:xfrm>
            <a:off x="11295638" y="549381"/>
            <a:ext cx="42705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" b="1">
                <a:solidFill>
                  <a:schemeClr val="bg1"/>
                </a:solidFill>
              </a:rPr>
              <a:t>FY26</a:t>
            </a:r>
            <a:endParaRPr lang="en-US" sz="3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8964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6D522-A2C7-09E7-97A6-63128455F1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448DBC-5892-966E-BDE0-82E60CDD8B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CFB3B0-F757-EE77-5200-903F949B0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15BC8-0C91-48E8-90D4-EFA66F016386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A55F13-A62D-6012-1CB5-7117617C3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D022EB-2E06-8903-D03B-AEBC8D41B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85477-ECE0-4933-AF7A-3E904BA967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278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D1D74-8341-1148-1A20-7121F279C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637012-C1D7-E39C-7B55-7BEE7B8848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4EA88A-9008-2ADA-D11C-37D08421E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15BC8-0C91-48E8-90D4-EFA66F016386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2EA4EB-1805-DC8A-AE77-15DCA8AB4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980D5-EDE8-42C2-5FEE-679ABB4D5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85477-ECE0-4933-AF7A-3E904BA967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407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F6FEC-119F-7657-3AA7-4F8D78852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EAF6E-66AA-DB35-1BEE-1784553883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C2A9BF-25B6-E174-4F20-111214B4C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A70900-53EE-CB25-04D0-BD988B201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15BC8-0C91-48E8-90D4-EFA66F016386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6A571F-D901-67B9-8CDA-140136CFE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2C3EB7-B698-1DDB-9AE4-51E25B950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85477-ECE0-4933-AF7A-3E904BA967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246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C9E98-63F1-6985-E4A3-70CE11D3C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3CAD1D-2D56-C1FC-BB6D-38230610D2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E684F9-3EAF-07BE-CC7E-4B520E6118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F71D24-4975-7722-7CA3-9F5C1D9CE7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658178-2A28-CE3C-E037-FE0C3D465F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C87C03-5604-CFFA-0F2D-F21D59CFA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15BC8-0C91-48E8-90D4-EFA66F016386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9FF1DA-8E72-CAB0-C549-53282D317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36E9F5-B095-82E1-02E3-75ECAE1A6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85477-ECE0-4933-AF7A-3E904BA967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095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F8E132-2755-106C-FB5B-2BB2C898D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15BC8-0C91-48E8-90D4-EFA66F016386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A17E0B-C437-3926-EC00-EBEFF5FEE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B7C72B-1C87-42A2-6C62-55A5DD1EF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85477-ECE0-4933-AF7A-3E904BA967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762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2B5EB-B670-3C81-F11F-3D8F44902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737466-48BB-3D3C-486D-D1A28C7804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89A6A6-6BD6-E201-0F9D-8B9A8BFBD9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2BF53F-A08E-35B8-0100-9709650F2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15BC8-0C91-48E8-90D4-EFA66F016386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180D79-47C8-9313-38A2-D112D174A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12D4D5-3973-7EC2-3CAB-6B194E1D4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85477-ECE0-4933-AF7A-3E904BA967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07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4E1E6-5825-F116-3939-0AED4D7E9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8D7021-6A73-2755-B76F-BF3E60FEFE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948EE9-FB04-C1A7-3D30-6D65A6C3D6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ECD910-15E6-CF06-F885-E4687BF6A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15BC8-0C91-48E8-90D4-EFA66F016386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BF4F3C-6A33-106B-8AB1-3277FCAB8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169575-A372-7F32-6BEB-988AF579A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85477-ECE0-4933-AF7A-3E904BA967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537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0B532-690A-07BC-2F8E-CAAFD7FC5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F78909-A1ED-5B84-6CBA-0EEA51FD57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B9D0BD-1BEC-BA45-EE11-4D74D9FF3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15BC8-0C91-48E8-90D4-EFA66F016386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485854-17C7-B005-CC42-00861598B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2CD58-FE13-FE43-B463-A8A3377FD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85477-ECE0-4933-AF7A-3E904BA967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0454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02C7FE-362B-AA0F-0177-878C7CF5D8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E77165-7DAB-4E5E-C2A3-D11AD022E4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D0248A-C5BF-691E-2C81-56E115A64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15BC8-0C91-48E8-90D4-EFA66F016386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7F5AE-A7CB-15BC-96E9-1FE8E5C8E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C92F1-6A76-0D87-860C-92B015558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85477-ECE0-4933-AF7A-3E904BA967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5129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99A41E11-01B6-48AF-D59F-3D7A161404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4BE986-6A4E-F2AC-6EC4-C3DBA47ECAFD}"/>
              </a:ext>
            </a:extLst>
          </p:cNvPr>
          <p:cNvSpPr/>
          <p:nvPr userDrawn="1"/>
        </p:nvSpPr>
        <p:spPr>
          <a:xfrm>
            <a:off x="-11247" y="3570265"/>
            <a:ext cx="12192000" cy="214039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A586B2E-6F47-D51A-1235-65E287F0B7D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4583815"/>
            <a:ext cx="9784080" cy="11329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CDF65C1-42F0-D195-D989-C7A0B00F10FC}"/>
              </a:ext>
            </a:extLst>
          </p:cNvPr>
          <p:cNvSpPr txBox="1"/>
          <p:nvPr userDrawn="1"/>
        </p:nvSpPr>
        <p:spPr>
          <a:xfrm>
            <a:off x="925419" y="3881617"/>
            <a:ext cx="8112370" cy="916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E" sz="4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Noto Sans SemiBold" panose="020B0502040504020204" pitchFamily="34" charset="0"/>
                <a:ea typeface="Noto Sans SemiBold" panose="020B0502040504020204" pitchFamily="34" charset="0"/>
                <a:cs typeface="Noto Sans SemiBold" panose="020B0502040504020204" pitchFamily="34" charset="0"/>
              </a:rPr>
              <a:t>Q&amp;A</a:t>
            </a:r>
            <a:endParaRPr kumimoji="0" lang="en-IE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 SemiBold" panose="020B0502040504020204" pitchFamily="34" charset="0"/>
              <a:ea typeface="Noto Sans SemiBold" panose="020B0502040504020204" pitchFamily="34" charset="0"/>
              <a:cs typeface="Noto Sans SemiBold" panose="020B0502040504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232117E-C278-D395-6A76-7318ED9F93A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1602" y1="17578" x2="30957" y2="28711"/>
                        <a14:foregroundMark x1="30957" y1="28711" x2="24805" y2="44043"/>
                        <a14:foregroundMark x1="24805" y1="44043" x2="28516" y2="63184"/>
                        <a14:foregroundMark x1="28516" y1="63184" x2="54492" y2="73242"/>
                        <a14:foregroundMark x1="54492" y1="73242" x2="68066" y2="59180"/>
                        <a14:foregroundMark x1="68066" y1="59180" x2="61426" y2="37109"/>
                        <a14:foregroundMark x1="61426" y1="37109" x2="49512" y2="19434"/>
                        <a14:foregroundMark x1="49512" y1="19434" x2="41797" y2="16699"/>
                        <a14:foregroundMark x1="41797" y1="16699" x2="37598" y2="18164"/>
                        <a14:foregroundMark x1="38770" y1="16406" x2="48926" y2="15527"/>
                        <a14:foregroundMark x1="48926" y1="15527" x2="62305" y2="17578"/>
                        <a14:foregroundMark x1="62305" y1="17578" x2="82129" y2="43359"/>
                        <a14:foregroundMark x1="82129" y1="43359" x2="61523" y2="43359"/>
                        <a14:foregroundMark x1="61523" y1="43359" x2="49512" y2="17871"/>
                        <a14:foregroundMark x1="49512" y1="17871" x2="41016" y2="15137"/>
                        <a14:foregroundMark x1="37598" y1="17773" x2="25000" y2="25684"/>
                        <a14:foregroundMark x1="25000" y1="25684" x2="37988" y2="24023"/>
                        <a14:foregroundMark x1="37988" y1="24023" x2="36719" y2="18945"/>
                        <a14:foregroundMark x1="30859" y1="24219" x2="22559" y2="27637"/>
                        <a14:foregroundMark x1="22559" y1="27637" x2="16992" y2="39453"/>
                        <a14:foregroundMark x1="16992" y1="39453" x2="24414" y2="49902"/>
                        <a14:foregroundMark x1="24414" y1="49902" x2="33301" y2="34766"/>
                        <a14:foregroundMark x1="33301" y1="34766" x2="32227" y2="25000"/>
                        <a14:foregroundMark x1="32227" y1="25000" x2="31934" y2="24609"/>
                        <a14:foregroundMark x1="25488" y1="26953" x2="22168" y2="41895"/>
                        <a14:foregroundMark x1="22168" y1="41895" x2="30273" y2="34766"/>
                        <a14:foregroundMark x1="30273" y1="34766" x2="29297" y2="25195"/>
                        <a14:foregroundMark x1="29297" y1="25195" x2="28809" y2="24902"/>
                        <a14:foregroundMark x1="35645" y1="34082" x2="29688" y2="38379"/>
                        <a14:foregroundMark x1="29688" y1="38379" x2="34961" y2="44043"/>
                        <a14:foregroundMark x1="34961" y1="44043" x2="41797" y2="29297"/>
                        <a14:foregroundMark x1="41797" y1="29297" x2="38867" y2="28613"/>
                        <a14:foregroundMark x1="23633" y1="27441" x2="19824" y2="35156"/>
                        <a14:foregroundMark x1="19824" y1="35156" x2="18750" y2="46094"/>
                        <a14:foregroundMark x1="18750" y1="46094" x2="26172" y2="35156"/>
                        <a14:foregroundMark x1="26172" y1="35156" x2="26270" y2="24902"/>
                        <a14:foregroundMark x1="21387" y1="41699" x2="19043" y2="53223"/>
                        <a14:foregroundMark x1="19043" y1="53223" x2="24414" y2="40137"/>
                        <a14:foregroundMark x1="24414" y1="40137" x2="24023" y2="39844"/>
                        <a14:foregroundMark x1="26074" y1="61719" x2="25098" y2="74609"/>
                        <a14:foregroundMark x1="25098" y1="74609" x2="40234" y2="78809"/>
                        <a14:foregroundMark x1="40234" y1="78809" x2="46484" y2="70020"/>
                        <a14:foregroundMark x1="46484" y1="70020" x2="31250" y2="59766"/>
                        <a14:foregroundMark x1="31250" y1="59766" x2="26367" y2="59277"/>
                        <a14:foregroundMark x1="31641" y1="63281" x2="32813" y2="74219"/>
                        <a14:foregroundMark x1="32813" y1="74219" x2="43750" y2="66992"/>
                        <a14:foregroundMark x1="43750" y1="66992" x2="29102" y2="56641"/>
                        <a14:foregroundMark x1="29102" y1="56641" x2="28027" y2="56738"/>
                        <a14:foregroundMark x1="21680" y1="66699" x2="28516" y2="73145"/>
                        <a14:foregroundMark x1="28516" y1="73145" x2="25977" y2="58496"/>
                        <a14:foregroundMark x1="25977" y1="58496" x2="23730" y2="55176"/>
                        <a14:foregroundMark x1="20508" y1="65234" x2="20996" y2="74609"/>
                        <a14:foregroundMark x1="20996" y1="74609" x2="29102" y2="73828"/>
                        <a14:foregroundMark x1="29102" y1="73828" x2="24707" y2="60449"/>
                        <a14:foregroundMark x1="24707" y1="60449" x2="22559" y2="58789"/>
                        <a14:foregroundMark x1="29688" y1="71484" x2="29395" y2="79785"/>
                        <a14:foregroundMark x1="29395" y1="79785" x2="45605" y2="86328"/>
                        <a14:foregroundMark x1="45605" y1="86328" x2="54883" y2="86719"/>
                        <a14:foregroundMark x1="54883" y1="86719" x2="57081" y2="86214"/>
                        <a14:foregroundMark x1="64478" y1="82865" x2="67383" y2="80176"/>
                        <a14:foregroundMark x1="67383" y1="80176" x2="58887" y2="70605"/>
                        <a14:foregroundMark x1="58887" y1="70605" x2="25098" y2="69824"/>
                        <a14:foregroundMark x1="25098" y1="69824" x2="27637" y2="72852"/>
                        <a14:foregroundMark x1="31641" y1="77051" x2="39258" y2="82617"/>
                        <a14:foregroundMark x1="39258" y1="82617" x2="47070" y2="83887"/>
                        <a14:foregroundMark x1="47070" y1="83887" x2="53906" y2="81152"/>
                        <a14:foregroundMark x1="53906" y1="81152" x2="31250" y2="76758"/>
                        <a14:foregroundMark x1="35547" y1="79395" x2="44434" y2="84863"/>
                        <a14:foregroundMark x1="44434" y1="84863" x2="52832" y2="85449"/>
                        <a14:foregroundMark x1="52832" y1="85449" x2="63672" y2="81543"/>
                        <a14:foregroundMark x1="63672" y1="81543" x2="64648" y2="74316"/>
                        <a14:foregroundMark x1="64648" y1="74316" x2="55371" y2="67676"/>
                        <a14:foregroundMark x1="55371" y1="67676" x2="38965" y2="69141"/>
                        <a14:foregroundMark x1="38965" y1="69141" x2="39648" y2="78125"/>
                        <a14:foregroundMark x1="39648" y1="78125" x2="34668" y2="78223"/>
                        <a14:foregroundMark x1="43652" y1="71680" x2="54102" y2="70898"/>
                        <a14:foregroundMark x1="54102" y1="70898" x2="64063" y2="73145"/>
                        <a14:foregroundMark x1="64063" y1="73145" x2="54980" y2="77344"/>
                        <a14:foregroundMark x1="54980" y1="77344" x2="40820" y2="73340"/>
                        <a14:foregroundMark x1="40820" y1="73340" x2="43555" y2="69141"/>
                        <a14:foregroundMark x1="57520" y1="64551" x2="73438" y2="66602"/>
                        <a14:foregroundMark x1="73438" y1="66602" x2="75293" y2="74219"/>
                        <a14:foregroundMark x1="75293" y1="74219" x2="67188" y2="77832"/>
                        <a14:foregroundMark x1="67188" y1="77832" x2="59863" y2="69238"/>
                        <a14:foregroundMark x1="59863" y1="69238" x2="59277" y2="62695"/>
                        <a14:foregroundMark x1="65723" y1="63672" x2="77344" y2="66016"/>
                        <a14:foregroundMark x1="77344" y1="66016" x2="77344" y2="75098"/>
                        <a14:foregroundMark x1="77344" y1="75098" x2="65234" y2="76270"/>
                        <a14:foregroundMark x1="65234" y1="76270" x2="60547" y2="69629"/>
                        <a14:foregroundMark x1="60547" y1="69629" x2="65430" y2="64453"/>
                        <a14:foregroundMark x1="63770" y1="67285" x2="76087" y2="76875"/>
                        <a14:foregroundMark x1="76419" y1="76529" x2="68750" y2="66016"/>
                        <a14:foregroundMark x1="68750" y1="66016" x2="62988" y2="64551"/>
                        <a14:foregroundMark x1="78418" y1="66895" x2="76953" y2="75098"/>
                        <a14:foregroundMark x1="76953" y1="75098" x2="80957" y2="68750"/>
                        <a14:foregroundMark x1="80957" y1="68750" x2="78125" y2="67285"/>
                        <a14:foregroundMark x1="80176" y1="52344" x2="81348" y2="43359"/>
                        <a14:foregroundMark x1="81348" y1="43359" x2="79199" y2="50195"/>
                        <a14:foregroundMark x1="74805" y1="43848" x2="62500" y2="32031"/>
                        <a14:foregroundMark x1="62500" y1="32031" x2="68945" y2="27539"/>
                        <a14:foregroundMark x1="68945" y1="27539" x2="75098" y2="34668"/>
                        <a14:foregroundMark x1="75098" y1="34668" x2="74805" y2="42480"/>
                        <a14:foregroundMark x1="74805" y1="42480" x2="74414" y2="43652"/>
                        <a14:foregroundMark x1="68164" y1="39063" x2="75488" y2="34180"/>
                        <a14:foregroundMark x1="75488" y1="34180" x2="66797" y2="33203"/>
                        <a14:foregroundMark x1="66797" y1="33203" x2="69043" y2="40137"/>
                        <a14:foregroundMark x1="58496" y1="35645" x2="43457" y2="46289"/>
                        <a14:foregroundMark x1="43457" y1="46289" x2="37500" y2="39258"/>
                        <a14:foregroundMark x1="37500" y1="39258" x2="43457" y2="34961"/>
                        <a14:foregroundMark x1="43457" y1="34961" x2="57520" y2="36230"/>
                        <a14:foregroundMark x1="40625" y1="35840" x2="47949" y2="46191"/>
                        <a14:foregroundMark x1="47949" y1="46191" x2="38477" y2="41016"/>
                        <a14:foregroundMark x1="38477" y1="41016" x2="40332" y2="34961"/>
                        <a14:foregroundMark x1="42188" y1="31445" x2="51563" y2="28223"/>
                        <a14:foregroundMark x1="51563" y1="28223" x2="52344" y2="19629"/>
                        <a14:foregroundMark x1="52344" y1="19629" x2="45117" y2="16895"/>
                        <a14:foregroundMark x1="45117" y1="16895" x2="37891" y2="21777"/>
                        <a14:foregroundMark x1="37891" y1="21777" x2="40820" y2="29590"/>
                        <a14:foregroundMark x1="40820" y1="29590" x2="45117" y2="31445"/>
                        <a14:foregroundMark x1="44434" y1="29297" x2="53223" y2="27637"/>
                        <a14:foregroundMark x1="53223" y1="27637" x2="53906" y2="19922"/>
                        <a14:foregroundMark x1="53906" y1="19922" x2="44727" y2="18359"/>
                        <a14:foregroundMark x1="44727" y1="18359" x2="39648" y2="27539"/>
                        <a14:foregroundMark x1="39648" y1="27539" x2="47949" y2="27930"/>
                        <a14:foregroundMark x1="43555" y1="28125" x2="41504" y2="16016"/>
                        <a14:foregroundMark x1="41504" y1="16016" x2="52344" y2="19727"/>
                        <a14:foregroundMark x1="52344" y1="19727" x2="45020" y2="26758"/>
                        <a14:foregroundMark x1="45020" y1="26758" x2="43848" y2="26953"/>
                        <a14:foregroundMark x1="48340" y1="13477" x2="55078" y2="31152"/>
                        <a14:foregroundMark x1="55078" y1="31152" x2="62988" y2="34766"/>
                        <a14:foregroundMark x1="62988" y1="34766" x2="66211" y2="26758"/>
                        <a14:foregroundMark x1="66211" y1="26758" x2="62402" y2="16211"/>
                        <a14:foregroundMark x1="62402" y1="16211" x2="55078" y2="13379"/>
                        <a14:foregroundMark x1="55078" y1="13379" x2="48535" y2="13184"/>
                        <a14:foregroundMark x1="53516" y1="16211" x2="68750" y2="23730"/>
                        <a14:foregroundMark x1="68750" y1="23730" x2="67578" y2="32813"/>
                        <a14:foregroundMark x1="67578" y1="32813" x2="55957" y2="32910"/>
                        <a14:foregroundMark x1="55957" y1="32910" x2="51660" y2="22461"/>
                        <a14:foregroundMark x1="51660" y1="22461" x2="54199" y2="16309"/>
                        <a14:foregroundMark x1="55762" y1="18359" x2="67578" y2="28516"/>
                        <a14:foregroundMark x1="67578" y1="28516" x2="62109" y2="32910"/>
                        <a14:foregroundMark x1="62109" y1="32910" x2="53320" y2="29395"/>
                        <a14:foregroundMark x1="53320" y1="29395" x2="53223" y2="20410"/>
                        <a14:foregroundMark x1="53223" y1="20410" x2="55469" y2="17578"/>
                        <a14:foregroundMark x1="56934" y1="20996" x2="67285" y2="29980"/>
                        <a14:foregroundMark x1="67285" y1="29980" x2="59277" y2="32813"/>
                        <a14:foregroundMark x1="59277" y1="32813" x2="54199" y2="23828"/>
                        <a14:foregroundMark x1="54199" y1="23828" x2="56348" y2="20313"/>
                        <a14:foregroundMark x1="56152" y1="20996" x2="64258" y2="29297"/>
                        <a14:foregroundMark x1="64258" y1="29297" x2="56055" y2="24219"/>
                        <a14:foregroundMark x1="56055" y1="24219" x2="56738" y2="21094"/>
                        <a14:foregroundMark x1="62207" y1="15430" x2="70508" y2="21387"/>
                        <a14:foregroundMark x1="70508" y1="21387" x2="76563" y2="29395"/>
                        <a14:foregroundMark x1="76563" y1="29395" x2="80469" y2="39063"/>
                        <a14:foregroundMark x1="80469" y1="39063" x2="76855" y2="25977"/>
                        <a14:foregroundMark x1="76855" y1="25977" x2="72559" y2="20215"/>
                        <a14:foregroundMark x1="72559" y1="20215" x2="64746" y2="16992"/>
                        <a14:foregroundMark x1="64746" y1="16992" x2="72559" y2="31250"/>
                        <a14:foregroundMark x1="72559" y1="31250" x2="81152" y2="40527"/>
                        <a14:backgroundMark x1="63672" y1="83594" x2="63770" y2="84766"/>
                        <a14:backgroundMark x1="63770" y1="83984" x2="59473" y2="86133"/>
                        <a14:backgroundMark x1="59277" y1="85938" x2="57910" y2="86230"/>
                        <a14:backgroundMark x1="77246" y1="78223" x2="77246" y2="78223"/>
                        <a14:backgroundMark x1="77441" y1="77832" x2="77637" y2="78320"/>
                        <a14:backgroundMark x1="77344" y1="77832" x2="77344" y2="78418"/>
                        <a14:backgroundMark x1="77441" y1="77930" x2="76758" y2="77930"/>
                        <a14:backgroundMark x1="64941" y1="83398" x2="57520" y2="86719"/>
                        <a14:backgroundMark x1="57520" y1="86719" x2="57129" y2="8671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69624" y="3429000"/>
            <a:ext cx="2406823" cy="2406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2839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74414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v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2"/>
          <p:cNvSpPr>
            <a:spLocks noGrp="1"/>
          </p:cNvSpPr>
          <p:nvPr>
            <p:ph type="body" sz="quarter" idx="14"/>
          </p:nvPr>
        </p:nvSpPr>
        <p:spPr>
          <a:xfrm>
            <a:off x="442913" y="4850355"/>
            <a:ext cx="6810619" cy="839322"/>
          </a:xfrm>
          <a:prstGeom prst="rect">
            <a:avLst/>
          </a:prstGeom>
        </p:spPr>
        <p:txBody>
          <a:bodyPr lIns="0" rIns="0"/>
          <a:lstStyle>
            <a:lvl1pPr marL="0" indent="0">
              <a:spcAft>
                <a:spcPts val="0"/>
              </a:spcAft>
              <a:buNone/>
              <a:defRPr sz="1600" b="1">
                <a:solidFill>
                  <a:schemeClr val="tx1"/>
                </a:solidFill>
              </a:defRPr>
            </a:lvl1pPr>
            <a:lvl2pPr marL="0" indent="1588">
              <a:spcAft>
                <a:spcPts val="0"/>
              </a:spcAft>
              <a:buNone/>
              <a:defRPr sz="1400" i="1" baseline="0">
                <a:solidFill>
                  <a:schemeClr val="tx1"/>
                </a:solidFill>
              </a:defRPr>
            </a:lvl2pPr>
            <a:lvl3pPr marL="180975" indent="-179388">
              <a:spcAft>
                <a:spcPts val="0"/>
              </a:spcAft>
              <a:defRPr/>
            </a:lvl3pPr>
            <a:lvl4pPr marL="361950" indent="-179388">
              <a:defRPr/>
            </a:lvl4pPr>
            <a:lvl5pPr marL="542925" indent="-179388">
              <a:defRPr/>
            </a:lvl5pPr>
            <a:lvl6pPr marL="714375" indent="-179388">
              <a:defRPr/>
            </a:lvl6pPr>
            <a:lvl7pPr marL="895350" indent="-160338">
              <a:spcBef>
                <a:spcPts val="0"/>
              </a:spcBef>
              <a:buSzPct val="80000"/>
              <a:defRPr sz="1200"/>
            </a:lvl7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343376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3" name="Group 39"/>
          <p:cNvGrpSpPr>
            <a:grpSpLocks/>
          </p:cNvGrpSpPr>
          <p:nvPr/>
        </p:nvGrpSpPr>
        <p:grpSpPr bwMode="white">
          <a:xfrm>
            <a:off x="-753534" y="0"/>
            <a:ext cx="654051" cy="6865938"/>
            <a:chOff x="-565302" y="0"/>
            <a:chExt cx="490967" cy="6865432"/>
          </a:xfrm>
        </p:grpSpPr>
        <p:sp>
          <p:nvSpPr>
            <p:cNvPr id="14" name="Rectangle 13"/>
            <p:cNvSpPr/>
            <p:nvPr/>
          </p:nvSpPr>
          <p:spPr bwMode="white">
            <a:xfrm>
              <a:off x="-565302" y="0"/>
              <a:ext cx="490967" cy="6865432"/>
            </a:xfrm>
            <a:prstGeom prst="rect">
              <a:avLst/>
            </a:prstGeom>
            <a:solidFill>
              <a:srgbClr val="FFFFFF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grpSp>
          <p:nvGrpSpPr>
            <p:cNvPr id="15" name="Group 41"/>
            <p:cNvGrpSpPr>
              <a:grpSpLocks/>
            </p:cNvGrpSpPr>
            <p:nvPr/>
          </p:nvGrpSpPr>
          <p:grpSpPr bwMode="white">
            <a:xfrm>
              <a:off x="-307801" y="1143000"/>
              <a:ext cx="233465" cy="4572000"/>
              <a:chOff x="-361009" y="1143000"/>
              <a:chExt cx="286674" cy="4572000"/>
            </a:xfrm>
          </p:grpSpPr>
          <p:cxnSp>
            <p:nvCxnSpPr>
              <p:cNvPr id="30" name="Straight Connector 29"/>
              <p:cNvCxnSpPr/>
              <p:nvPr/>
            </p:nvCxnSpPr>
            <p:spPr bwMode="white">
              <a:xfrm flipH="1">
                <a:off x="-361132" y="5714579"/>
                <a:ext cx="286798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white">
              <a:xfrm flipH="1">
                <a:off x="-361132" y="4571663"/>
                <a:ext cx="286798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white">
              <a:xfrm flipH="1">
                <a:off x="-361132" y="2285832"/>
                <a:ext cx="286798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white">
              <a:xfrm flipH="1">
                <a:off x="-361132" y="1142916"/>
                <a:ext cx="286798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28"/>
            <p:cNvGrpSpPr>
              <a:grpSpLocks/>
            </p:cNvGrpSpPr>
            <p:nvPr/>
          </p:nvGrpSpPr>
          <p:grpSpPr bwMode="white">
            <a:xfrm>
              <a:off x="-307801" y="0"/>
              <a:ext cx="233466" cy="6865432"/>
              <a:chOff x="-564989" y="0"/>
              <a:chExt cx="490654" cy="6865432"/>
            </a:xfrm>
          </p:grpSpPr>
          <p:cxnSp>
            <p:nvCxnSpPr>
              <p:cNvPr id="24" name="Straight Connector 23"/>
              <p:cNvCxnSpPr/>
              <p:nvPr/>
            </p:nvCxnSpPr>
            <p:spPr bwMode="white">
              <a:xfrm flipH="1">
                <a:off x="-361508" y="0"/>
                <a:ext cx="287173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 bwMode="white">
              <a:xfrm flipH="1">
                <a:off x="-565199" y="0"/>
                <a:ext cx="490864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white">
              <a:xfrm flipH="1">
                <a:off x="-565199" y="1715962"/>
                <a:ext cx="490864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white">
              <a:xfrm flipH="1">
                <a:off x="-565199" y="3433510"/>
                <a:ext cx="490864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white">
              <a:xfrm flipH="1">
                <a:off x="-565199" y="5149470"/>
                <a:ext cx="490864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white">
              <a:xfrm flipH="1">
                <a:off x="-565199" y="6865432"/>
                <a:ext cx="490864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" name="TextBox 43"/>
            <p:cNvSpPr txBox="1">
              <a:spLocks noChangeArrowheads="1"/>
            </p:cNvSpPr>
            <p:nvPr/>
          </p:nvSpPr>
          <p:spPr bwMode="white">
            <a:xfrm>
              <a:off x="-537022" y="1028624"/>
              <a:ext cx="246918" cy="2154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GB" altLang="en-US" sz="800">
                  <a:solidFill>
                    <a:srgbClr val="A6A6A6"/>
                  </a:solidFill>
                  <a:cs typeface="Arial" charset="0"/>
                </a:rPr>
                <a:t>1/6</a:t>
              </a:r>
            </a:p>
          </p:txBody>
        </p:sp>
        <p:sp>
          <p:nvSpPr>
            <p:cNvPr id="18" name="TextBox 44"/>
            <p:cNvSpPr txBox="1">
              <a:spLocks noChangeArrowheads="1"/>
            </p:cNvSpPr>
            <p:nvPr/>
          </p:nvSpPr>
          <p:spPr bwMode="white">
            <a:xfrm>
              <a:off x="-537022" y="2182652"/>
              <a:ext cx="246918" cy="2154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GB" altLang="en-US" sz="800">
                  <a:solidFill>
                    <a:srgbClr val="A6A6A6"/>
                  </a:solidFill>
                  <a:cs typeface="Arial" charset="0"/>
                </a:rPr>
                <a:t>2/6</a:t>
              </a:r>
            </a:p>
          </p:txBody>
        </p:sp>
        <p:sp>
          <p:nvSpPr>
            <p:cNvPr id="19" name="TextBox 45"/>
            <p:cNvSpPr txBox="1">
              <a:spLocks noChangeArrowheads="1"/>
            </p:cNvSpPr>
            <p:nvPr/>
          </p:nvSpPr>
          <p:spPr bwMode="white">
            <a:xfrm>
              <a:off x="-537022" y="4463721"/>
              <a:ext cx="246918" cy="2154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GB" altLang="en-US" sz="800">
                  <a:solidFill>
                    <a:srgbClr val="A6A6A6"/>
                  </a:solidFill>
                  <a:cs typeface="Arial" charset="0"/>
                </a:rPr>
                <a:t>4/6</a:t>
              </a:r>
            </a:p>
          </p:txBody>
        </p:sp>
        <p:sp>
          <p:nvSpPr>
            <p:cNvPr id="20" name="TextBox 46"/>
            <p:cNvSpPr txBox="1">
              <a:spLocks noChangeArrowheads="1"/>
            </p:cNvSpPr>
            <p:nvPr/>
          </p:nvSpPr>
          <p:spPr bwMode="white">
            <a:xfrm>
              <a:off x="-537022" y="5601875"/>
              <a:ext cx="246918" cy="2154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GB" altLang="en-US" sz="800">
                  <a:solidFill>
                    <a:srgbClr val="A6A6A6"/>
                  </a:solidFill>
                  <a:cs typeface="Arial" charset="0"/>
                </a:rPr>
                <a:t>5/6</a:t>
              </a:r>
            </a:p>
          </p:txBody>
        </p:sp>
        <p:sp>
          <p:nvSpPr>
            <p:cNvPr id="21" name="TextBox 47"/>
            <p:cNvSpPr txBox="1">
              <a:spLocks noChangeArrowheads="1"/>
            </p:cNvSpPr>
            <p:nvPr/>
          </p:nvSpPr>
          <p:spPr bwMode="white">
            <a:xfrm>
              <a:off x="-537022" y="1611194"/>
              <a:ext cx="246918" cy="2154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GB" altLang="en-US" sz="800">
                  <a:solidFill>
                    <a:srgbClr val="A6A6A6"/>
                  </a:solidFill>
                  <a:cs typeface="Arial" charset="0"/>
                </a:rPr>
                <a:t>1/4</a:t>
              </a:r>
            </a:p>
          </p:txBody>
        </p:sp>
        <p:sp>
          <p:nvSpPr>
            <p:cNvPr id="22" name="TextBox 48"/>
            <p:cNvSpPr txBox="1">
              <a:spLocks noChangeArrowheads="1"/>
            </p:cNvSpPr>
            <p:nvPr/>
          </p:nvSpPr>
          <p:spPr bwMode="white">
            <a:xfrm>
              <a:off x="-537022" y="5049466"/>
              <a:ext cx="246918" cy="2154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GB" altLang="en-US" sz="800">
                  <a:solidFill>
                    <a:srgbClr val="A6A6A6"/>
                  </a:solidFill>
                  <a:cs typeface="Arial" charset="0"/>
                </a:rPr>
                <a:t>3/4</a:t>
              </a:r>
            </a:p>
          </p:txBody>
        </p:sp>
        <p:sp>
          <p:nvSpPr>
            <p:cNvPr id="23" name="TextBox 49"/>
            <p:cNvSpPr txBox="1">
              <a:spLocks noChangeArrowheads="1"/>
            </p:cNvSpPr>
            <p:nvPr/>
          </p:nvSpPr>
          <p:spPr bwMode="white">
            <a:xfrm>
              <a:off x="-537022" y="3338267"/>
              <a:ext cx="246918" cy="2154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GB" altLang="en-US" sz="800">
                  <a:solidFill>
                    <a:srgbClr val="A6A6A6"/>
                  </a:solidFill>
                  <a:cs typeface="Arial" charset="0"/>
                </a:rPr>
                <a:t>1/2</a:t>
              </a:r>
            </a:p>
          </p:txBody>
        </p:sp>
      </p:grpSp>
      <p:sp>
        <p:nvSpPr>
          <p:cNvPr id="39" name="Google Shape;10;p2">
            <a:extLst>
              <a:ext uri="{FF2B5EF4-FFF2-40B4-BE49-F238E27FC236}">
                <a16:creationId xmlns:a16="http://schemas.microsoft.com/office/drawing/2014/main" id="{A69E8FD4-527D-394E-84A7-390D009ED757}"/>
              </a:ext>
            </a:extLst>
          </p:cNvPr>
          <p:cNvSpPr/>
          <p:nvPr/>
        </p:nvSpPr>
        <p:spPr>
          <a:xfrm>
            <a:off x="-1" y="3424238"/>
            <a:ext cx="12192000" cy="1147761"/>
          </a:xfrm>
          <a:prstGeom prst="rect">
            <a:avLst/>
          </a:prstGeom>
          <a:gradFill>
            <a:gsLst>
              <a:gs pos="8000">
                <a:srgbClr val="0070C0"/>
              </a:gs>
              <a:gs pos="95000">
                <a:srgbClr val="00275B"/>
              </a:gs>
            </a:gsLst>
            <a:lin ang="2700000" scaled="1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6" name="Title 2">
            <a:extLst>
              <a:ext uri="{FF2B5EF4-FFF2-40B4-BE49-F238E27FC236}">
                <a16:creationId xmlns:a16="http://schemas.microsoft.com/office/drawing/2014/main" id="{E15DB4B7-AEBE-4B4D-8DB8-0C5B3CDACFD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0" y="3433762"/>
            <a:ext cx="12192000" cy="1138237"/>
          </a:xfrm>
          <a:noFill/>
        </p:spPr>
        <p:txBody>
          <a:bodyPr lIns="432000" rIns="180000" anchor="ctr"/>
          <a:lstStyle>
            <a:lvl1pPr marL="0" indent="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Font typeface="Wingdings" panose="05000000000000000000" pitchFamily="2" charset="2"/>
              <a:buNone/>
              <a:defRPr lang="en-GB" sz="2800" b="1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47" name="Picture 46" descr="A picture containing drawing&#10;&#10;Description automatically generated">
            <a:extLst>
              <a:ext uri="{FF2B5EF4-FFF2-40B4-BE49-F238E27FC236}">
                <a16:creationId xmlns:a16="http://schemas.microsoft.com/office/drawing/2014/main" id="{49262BE5-8B3A-E547-9BB9-BE129A7FD6B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42576" y="5876197"/>
            <a:ext cx="1769423" cy="774885"/>
          </a:xfrm>
          <a:prstGeom prst="rect">
            <a:avLst/>
          </a:prstGeom>
        </p:spPr>
      </p:pic>
      <p:pic>
        <p:nvPicPr>
          <p:cNvPr id="38" name="Picture 37" descr="A picture containing drawing&#10;&#10;Description automatically generated">
            <a:extLst>
              <a:ext uri="{FF2B5EF4-FFF2-40B4-BE49-F238E27FC236}">
                <a16:creationId xmlns:a16="http://schemas.microsoft.com/office/drawing/2014/main" id="{208DABA3-D9D6-7745-91E7-05FD6E532D5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6779" y="6498321"/>
            <a:ext cx="2811370" cy="190961"/>
          </a:xfrm>
          <a:prstGeom prst="rect">
            <a:avLst/>
          </a:prstGeom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AACC4212-39AB-D241-A275-FEB8259F3304}"/>
              </a:ext>
            </a:extLst>
          </p:cNvPr>
          <p:cNvGrpSpPr/>
          <p:nvPr/>
        </p:nvGrpSpPr>
        <p:grpSpPr>
          <a:xfrm>
            <a:off x="4" y="-325436"/>
            <a:ext cx="12192000" cy="233362"/>
            <a:chOff x="4" y="-325436"/>
            <a:chExt cx="12192000" cy="233362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D8122A87-6DE3-8942-9D4F-D4EFE1E486DC}"/>
                </a:ext>
              </a:extLst>
            </p:cNvPr>
            <p:cNvGrpSpPr/>
            <p:nvPr/>
          </p:nvGrpSpPr>
          <p:grpSpPr bwMode="white">
            <a:xfrm>
              <a:off x="4" y="-325436"/>
              <a:ext cx="12192000" cy="233362"/>
              <a:chOff x="3" y="-325436"/>
              <a:chExt cx="9144000" cy="233362"/>
            </a:xfrm>
          </p:grpSpPr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86429E41-4C52-404D-8E99-7169A672ADDC}"/>
                  </a:ext>
                </a:extLst>
              </p:cNvPr>
              <p:cNvSpPr/>
              <p:nvPr/>
            </p:nvSpPr>
            <p:spPr bwMode="white">
              <a:xfrm rot="5400000">
                <a:off x="4455322" y="-4780754"/>
                <a:ext cx="233361" cy="9144000"/>
              </a:xfrm>
              <a:prstGeom prst="rect">
                <a:avLst/>
              </a:pr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GB"/>
              </a:p>
            </p:txBody>
          </p: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8A87A2D0-24E7-3C44-9DEC-D54B36ED13DD}"/>
                  </a:ext>
                </a:extLst>
              </p:cNvPr>
              <p:cNvCxnSpPr/>
              <p:nvPr/>
            </p:nvCxnSpPr>
            <p:spPr bwMode="white">
              <a:xfrm rot="16200000" flipH="1">
                <a:off x="4279900" y="-208755"/>
                <a:ext cx="233362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9C8A2D7B-14A4-DB4C-813F-64BA06AA6FFB}"/>
                  </a:ext>
                </a:extLst>
              </p:cNvPr>
              <p:cNvCxnSpPr/>
              <p:nvPr/>
            </p:nvCxnSpPr>
            <p:spPr bwMode="white">
              <a:xfrm rot="16200000" flipH="1">
                <a:off x="4637089" y="-208755"/>
                <a:ext cx="233362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1AB56A84-5724-CF48-96DD-020D2F2AA437}"/>
                </a:ext>
              </a:extLst>
            </p:cNvPr>
            <p:cNvCxnSpPr/>
            <p:nvPr/>
          </p:nvCxnSpPr>
          <p:spPr bwMode="white">
            <a:xfrm rot="16200000" flipH="1">
              <a:off x="327856" y="-208755"/>
              <a:ext cx="233362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D3063B60-5EF8-384A-860B-69D0CED3888B}"/>
                </a:ext>
              </a:extLst>
            </p:cNvPr>
            <p:cNvCxnSpPr/>
            <p:nvPr/>
          </p:nvCxnSpPr>
          <p:spPr bwMode="white">
            <a:xfrm rot="16200000" flipH="1">
              <a:off x="11623288" y="-208755"/>
              <a:ext cx="233362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86907474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preserve="1" userDrawn="1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0;p2">
            <a:extLst>
              <a:ext uri="{FF2B5EF4-FFF2-40B4-BE49-F238E27FC236}">
                <a16:creationId xmlns:a16="http://schemas.microsoft.com/office/drawing/2014/main" id="{42F89ACB-B4A6-EA4D-8CD1-FB40F6E9C03D}"/>
              </a:ext>
            </a:extLst>
          </p:cNvPr>
          <p:cNvSpPr/>
          <p:nvPr userDrawn="1"/>
        </p:nvSpPr>
        <p:spPr>
          <a:xfrm>
            <a:off x="6096000" y="0"/>
            <a:ext cx="6096000" cy="5562600"/>
          </a:xfrm>
          <a:prstGeom prst="rect">
            <a:avLst/>
          </a:prstGeom>
          <a:gradFill>
            <a:gsLst>
              <a:gs pos="8000">
                <a:srgbClr val="0070C0"/>
              </a:gs>
              <a:gs pos="95000">
                <a:srgbClr val="00275B"/>
              </a:gs>
            </a:gsLst>
            <a:lin ang="2700000" scaled="1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solidFill>
                <a:srgbClr val="00000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343A99-5032-3B49-B2F6-C206E2FF1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1274" y="2667000"/>
            <a:ext cx="5791200" cy="1188720"/>
          </a:xfrm>
          <a:prstGeom prst="rect">
            <a:avLst/>
          </a:prstGeom>
        </p:spPr>
        <p:txBody>
          <a:bodyPr lIns="0" bIns="91440" anchor="b" anchorCtr="0"/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CC9D0D-8D42-2145-B246-FD3F3797EA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799" y="4050475"/>
            <a:ext cx="5791200" cy="808038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3" name="Google Shape;13;p2"/>
          <p:cNvCxnSpPr>
            <a:cxnSpLocks/>
          </p:cNvCxnSpPr>
          <p:nvPr/>
        </p:nvCxnSpPr>
        <p:spPr>
          <a:xfrm>
            <a:off x="6391274" y="3858551"/>
            <a:ext cx="5800725" cy="0"/>
          </a:xfrm>
          <a:prstGeom prst="straightConnector1">
            <a:avLst/>
          </a:prstGeom>
          <a:noFill/>
          <a:ln w="38100" cap="flat" cmpd="sng">
            <a:solidFill>
              <a:srgbClr val="8DC63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29C293EB-BEA2-FE4B-915A-41924B77EC0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5875"/>
            <a:ext cx="6096000" cy="55626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GB" noProof="0"/>
          </a:p>
        </p:txBody>
      </p:sp>
      <p:pic>
        <p:nvPicPr>
          <p:cNvPr id="9" name="Picture 36" descr="JCI_RGB.emf">
            <a:extLst>
              <a:ext uri="{FF2B5EF4-FFF2-40B4-BE49-F238E27FC236}">
                <a16:creationId xmlns:a16="http://schemas.microsoft.com/office/drawing/2014/main" id="{06D31439-CB13-164E-A040-28025E676A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85298" y="5835565"/>
            <a:ext cx="1501902" cy="658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E0ECF12-37FC-CC44-B7BA-F077AC4AC88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4800" y="6334496"/>
            <a:ext cx="2825871" cy="191335"/>
          </a:xfrm>
          <a:prstGeom prst="rect">
            <a:avLst/>
          </a:prstGeom>
        </p:spPr>
      </p:pic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6E019152-BF7A-B947-B1C4-31BE07AF430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IE"/>
              <a:t>Confidential</a:t>
            </a:r>
            <a:endParaRPr lang="en-US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6ACAAFFD-F42F-9646-8A7E-3ED649BD4C2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391B31FA-03AF-1546-AC11-50191EB7A3E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E02FF28-02CC-844F-A67E-E7AEF2ED94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5331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_preset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6">
            <a:extLst>
              <a:ext uri="{FF2B5EF4-FFF2-40B4-BE49-F238E27FC236}">
                <a16:creationId xmlns:a16="http://schemas.microsoft.com/office/drawing/2014/main" id="{C8AC1F87-10E3-6040-AD35-2217D44BC13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5602288"/>
            <a:ext cx="12192000" cy="13268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648000" tIns="0" rIns="180000" bIns="0" numCol="1" anchor="ctr" anchorCtr="0" compatLnSpc="1">
            <a:prstTxWarp prst="textNoShape">
              <a:avLst/>
            </a:prstTxWarp>
            <a:noAutofit/>
          </a:bodyPr>
          <a:lstStyle>
            <a:lvl1pPr algn="l" defTabSz="914400" rtl="0" eaLnBrk="1" latinLnBrk="0" hangingPunct="1">
              <a:lnSpc>
                <a:spcPct val="110000"/>
              </a:lnSpc>
              <a:spcBef>
                <a:spcPct val="0"/>
              </a:spcBef>
              <a:buNone/>
              <a:tabLst>
                <a:tab pos="2330450" algn="l"/>
              </a:tabLst>
              <a:defRPr sz="1800" b="0" kern="1200" baseline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1800"/>
              <a:t>Click to edit text</a:t>
            </a:r>
            <a:endParaRPr lang="en-GB" sz="1800"/>
          </a:p>
        </p:txBody>
      </p:sp>
      <p:pic>
        <p:nvPicPr>
          <p:cNvPr id="10" name="Picture 9" descr="A picture containing drawing&#10;&#10;Description automatically generated">
            <a:extLst>
              <a:ext uri="{FF2B5EF4-FFF2-40B4-BE49-F238E27FC236}">
                <a16:creationId xmlns:a16="http://schemas.microsoft.com/office/drawing/2014/main" id="{601ED135-E795-5B41-833D-72FC01A849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20658" y="5876198"/>
            <a:ext cx="1769423" cy="774885"/>
          </a:xfrm>
          <a:prstGeom prst="rect">
            <a:avLst/>
          </a:prstGeom>
        </p:spPr>
      </p:pic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id="{F073A565-59C3-D842-9024-66CA1C3C10A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9339" y="6498322"/>
            <a:ext cx="2811371" cy="190961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7B164ACD-2D93-6740-B5FA-102B331BE5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887" y="2328422"/>
            <a:ext cx="4961365" cy="904532"/>
          </a:xfrm>
          <a:prstGeom prst="rect">
            <a:avLst/>
          </a:prstGeom>
        </p:spPr>
        <p:txBody>
          <a:bodyPr anchor="b" anchorCtr="0"/>
          <a:lstStyle>
            <a:lvl1pPr>
              <a:defRPr sz="28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divider title</a:t>
            </a:r>
            <a:endParaRPr lang="en-US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BFFEDAAE-83A4-0249-B92F-1604E28258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888" y="3429002"/>
            <a:ext cx="4961365" cy="1891439"/>
          </a:xfrm>
          <a:prstGeom prst="rect">
            <a:avLst/>
          </a:prstGeom>
        </p:spPr>
        <p:txBody>
          <a:bodyPr/>
          <a:lstStyle>
            <a:lvl1pPr marL="228594" indent="-228594">
              <a:buFont typeface="Wingdings" pitchFamily="2" charset="2"/>
              <a:buChar char="§"/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783" indent="-228594">
              <a:buFont typeface="Wingdings" pitchFamily="2" charset="2"/>
              <a:buChar char="§"/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>
              <a:buFont typeface="Wingdings" pitchFamily="2" charset="2"/>
              <a:buChar char="§"/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>
              <a:buFont typeface="Wingdings" pitchFamily="2" charset="2"/>
              <a:buChar char="§"/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>
              <a:buFont typeface="Wingdings" pitchFamily="2" charset="2"/>
              <a:buChar char="§"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62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_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icture Placeholder 47">
            <a:extLst>
              <a:ext uri="{FF2B5EF4-FFF2-40B4-BE49-F238E27FC236}">
                <a16:creationId xmlns:a16="http://schemas.microsoft.com/office/drawing/2014/main" id="{A0999248-014E-E330-C744-67B67419C1D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406538"/>
            <a:ext cx="6096000" cy="5445103"/>
          </a:xfrm>
          <a:noFill/>
        </p:spPr>
        <p:txBody>
          <a:bodyPr/>
          <a:lstStyle/>
          <a:p>
            <a:endParaRPr lang="en-DK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31A82A-AF92-79CB-9321-C5864AA363A6}"/>
              </a:ext>
            </a:extLst>
          </p:cNvPr>
          <p:cNvSpPr/>
          <p:nvPr userDrawn="1"/>
        </p:nvSpPr>
        <p:spPr>
          <a:xfrm>
            <a:off x="6096001" y="1308116"/>
            <a:ext cx="6095999" cy="5549884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tx2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641DD1-7679-677C-E5F7-106CA2181E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64312" y="2276475"/>
            <a:ext cx="5184775" cy="2305050"/>
          </a:xfrm>
        </p:spPr>
        <p:txBody>
          <a:bodyPr anchor="b" anchorCtr="0">
            <a:normAutofit/>
          </a:bodyPr>
          <a:lstStyle>
            <a:lvl1pPr algn="l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D6AF788A-E08C-BD2E-6C5D-C8C5954A02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67162" y="53134"/>
            <a:ext cx="1897200" cy="1044114"/>
          </a:xfrm>
          <a:prstGeom prst="rect">
            <a:avLst/>
          </a:prstGeom>
        </p:spPr>
      </p:pic>
      <p:sp>
        <p:nvSpPr>
          <p:cNvPr id="66" name="Subtitle 2">
            <a:extLst>
              <a:ext uri="{FF2B5EF4-FFF2-40B4-BE49-F238E27FC236}">
                <a16:creationId xmlns:a16="http://schemas.microsoft.com/office/drawing/2014/main" id="{6158DD4A-0AEF-ADF8-8A5B-02CBF2DC58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64312" y="4972430"/>
            <a:ext cx="5184000" cy="307777"/>
          </a:xfrm>
        </p:spPr>
        <p:txBody>
          <a:bodyPr wrap="square" anchor="t" anchorCtr="0">
            <a:sp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DK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074E8E-AF1A-C055-0556-7E54011A30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98761"/>
            <a:ext cx="12192000" cy="307777"/>
          </a:xfrm>
          <a:prstGeom prst="rect">
            <a:avLst/>
          </a:prstGeom>
        </p:spPr>
      </p:pic>
      <p:grpSp>
        <p:nvGrpSpPr>
          <p:cNvPr id="6" name="Graphic 17">
            <a:extLst>
              <a:ext uri="{FF2B5EF4-FFF2-40B4-BE49-F238E27FC236}">
                <a16:creationId xmlns:a16="http://schemas.microsoft.com/office/drawing/2014/main" id="{D353D9ED-3C4C-C15A-993F-F7ABFEEAA89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9103088" y="6458998"/>
            <a:ext cx="2646000" cy="177687"/>
            <a:chOff x="3994150" y="3289300"/>
            <a:chExt cx="4202178" cy="282193"/>
          </a:xfrm>
          <a:solidFill>
            <a:schemeClr val="bg1"/>
          </a:solidFill>
        </p:grpSpPr>
        <p:grpSp>
          <p:nvGrpSpPr>
            <p:cNvPr id="7" name="Graphic 17">
              <a:extLst>
                <a:ext uri="{FF2B5EF4-FFF2-40B4-BE49-F238E27FC236}">
                  <a16:creationId xmlns:a16="http://schemas.microsoft.com/office/drawing/2014/main" id="{002DAA1C-C8E9-A4ED-6558-05AF310026CE}"/>
                </a:ext>
              </a:extLst>
            </p:cNvPr>
            <p:cNvGrpSpPr/>
            <p:nvPr/>
          </p:nvGrpSpPr>
          <p:grpSpPr>
            <a:xfrm>
              <a:off x="3994150" y="3289300"/>
              <a:ext cx="2355593" cy="276140"/>
              <a:chOff x="3994150" y="3289300"/>
              <a:chExt cx="2355593" cy="276140"/>
            </a:xfrm>
            <a:grpFill/>
          </p:grpSpPr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43064193-DA10-322E-1880-3D04BE8F406E}"/>
                  </a:ext>
                </a:extLst>
              </p:cNvPr>
              <p:cNvSpPr/>
              <p:nvPr/>
            </p:nvSpPr>
            <p:spPr>
              <a:xfrm>
                <a:off x="3994150" y="3293770"/>
                <a:ext cx="153596" cy="211598"/>
              </a:xfrm>
              <a:custGeom>
                <a:avLst/>
                <a:gdLst>
                  <a:gd name="connsiteX0" fmla="*/ 86452 w 153596"/>
                  <a:gd name="connsiteY0" fmla="*/ 16857 h 211598"/>
                  <a:gd name="connsiteX1" fmla="*/ 86452 w 153596"/>
                  <a:gd name="connsiteY1" fmla="*/ 211599 h 211598"/>
                  <a:gd name="connsiteX2" fmla="*/ 67145 w 153596"/>
                  <a:gd name="connsiteY2" fmla="*/ 211599 h 211598"/>
                  <a:gd name="connsiteX3" fmla="*/ 67145 w 153596"/>
                  <a:gd name="connsiteY3" fmla="*/ 16857 h 211598"/>
                  <a:gd name="connsiteX4" fmla="*/ 0 w 153596"/>
                  <a:gd name="connsiteY4" fmla="*/ 16857 h 211598"/>
                  <a:gd name="connsiteX5" fmla="*/ 0 w 153596"/>
                  <a:gd name="connsiteY5" fmla="*/ 0 h 211598"/>
                  <a:gd name="connsiteX6" fmla="*/ 153597 w 153596"/>
                  <a:gd name="connsiteY6" fmla="*/ 0 h 211598"/>
                  <a:gd name="connsiteX7" fmla="*/ 153597 w 153596"/>
                  <a:gd name="connsiteY7" fmla="*/ 16764 h 211598"/>
                  <a:gd name="connsiteX8" fmla="*/ 86452 w 153596"/>
                  <a:gd name="connsiteY8" fmla="*/ 16764 h 2115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3596" h="211598">
                    <a:moveTo>
                      <a:pt x="86452" y="16857"/>
                    </a:moveTo>
                    <a:lnTo>
                      <a:pt x="86452" y="211599"/>
                    </a:lnTo>
                    <a:lnTo>
                      <a:pt x="67145" y="211599"/>
                    </a:lnTo>
                    <a:lnTo>
                      <a:pt x="67145" y="16857"/>
                    </a:lnTo>
                    <a:lnTo>
                      <a:pt x="0" y="16857"/>
                    </a:lnTo>
                    <a:lnTo>
                      <a:pt x="0" y="0"/>
                    </a:lnTo>
                    <a:lnTo>
                      <a:pt x="153597" y="0"/>
                    </a:lnTo>
                    <a:lnTo>
                      <a:pt x="153597" y="16764"/>
                    </a:lnTo>
                    <a:lnTo>
                      <a:pt x="86452" y="16764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B4A4D7F2-ED06-864D-F8CA-5EA266DDF2B6}"/>
                  </a:ext>
                </a:extLst>
              </p:cNvPr>
              <p:cNvSpPr/>
              <p:nvPr/>
            </p:nvSpPr>
            <p:spPr>
              <a:xfrm>
                <a:off x="4182936" y="3289300"/>
                <a:ext cx="113461" cy="216162"/>
              </a:xfrm>
              <a:custGeom>
                <a:avLst/>
                <a:gdLst>
                  <a:gd name="connsiteX0" fmla="*/ 94726 w 113461"/>
                  <a:gd name="connsiteY0" fmla="*/ 216069 h 216162"/>
                  <a:gd name="connsiteX1" fmla="*/ 94726 w 113461"/>
                  <a:gd name="connsiteY1" fmla="*/ 120701 h 216162"/>
                  <a:gd name="connsiteX2" fmla="*/ 58586 w 113461"/>
                  <a:gd name="connsiteY2" fmla="*/ 78418 h 216162"/>
                  <a:gd name="connsiteX3" fmla="*/ 18736 w 113461"/>
                  <a:gd name="connsiteY3" fmla="*/ 102726 h 216162"/>
                  <a:gd name="connsiteX4" fmla="*/ 18736 w 113461"/>
                  <a:gd name="connsiteY4" fmla="*/ 216162 h 216162"/>
                  <a:gd name="connsiteX5" fmla="*/ 0 w 113461"/>
                  <a:gd name="connsiteY5" fmla="*/ 216162 h 216162"/>
                  <a:gd name="connsiteX6" fmla="*/ 0 w 113461"/>
                  <a:gd name="connsiteY6" fmla="*/ 0 h 216162"/>
                  <a:gd name="connsiteX7" fmla="*/ 18736 w 113461"/>
                  <a:gd name="connsiteY7" fmla="*/ 0 h 216162"/>
                  <a:gd name="connsiteX8" fmla="*/ 18736 w 113461"/>
                  <a:gd name="connsiteY8" fmla="*/ 84658 h 216162"/>
                  <a:gd name="connsiteX9" fmla="*/ 62580 w 113461"/>
                  <a:gd name="connsiteY9" fmla="*/ 62772 h 216162"/>
                  <a:gd name="connsiteX10" fmla="*/ 113462 w 113461"/>
                  <a:gd name="connsiteY10" fmla="*/ 122191 h 216162"/>
                  <a:gd name="connsiteX11" fmla="*/ 113462 w 113461"/>
                  <a:gd name="connsiteY11" fmla="*/ 216162 h 216162"/>
                  <a:gd name="connsiteX12" fmla="*/ 94726 w 113461"/>
                  <a:gd name="connsiteY12" fmla="*/ 216162 h 216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3461" h="216162">
                    <a:moveTo>
                      <a:pt x="94726" y="216069"/>
                    </a:moveTo>
                    <a:lnTo>
                      <a:pt x="94726" y="120701"/>
                    </a:lnTo>
                    <a:cubicBezTo>
                      <a:pt x="94726" y="93133"/>
                      <a:pt x="83694" y="78418"/>
                      <a:pt x="58586" y="78418"/>
                    </a:cubicBezTo>
                    <a:cubicBezTo>
                      <a:pt x="39850" y="78418"/>
                      <a:pt x="26725" y="90991"/>
                      <a:pt x="18736" y="102726"/>
                    </a:cubicBezTo>
                    <a:lnTo>
                      <a:pt x="18736" y="216162"/>
                    </a:lnTo>
                    <a:lnTo>
                      <a:pt x="0" y="216162"/>
                    </a:lnTo>
                    <a:lnTo>
                      <a:pt x="0" y="0"/>
                    </a:lnTo>
                    <a:lnTo>
                      <a:pt x="18736" y="0"/>
                    </a:lnTo>
                    <a:lnTo>
                      <a:pt x="18736" y="84658"/>
                    </a:lnTo>
                    <a:cubicBezTo>
                      <a:pt x="28532" y="71713"/>
                      <a:pt x="43844" y="62772"/>
                      <a:pt x="62580" y="62772"/>
                    </a:cubicBezTo>
                    <a:cubicBezTo>
                      <a:pt x="101193" y="62772"/>
                      <a:pt x="113462" y="86800"/>
                      <a:pt x="113462" y="122191"/>
                    </a:cubicBezTo>
                    <a:lnTo>
                      <a:pt x="113462" y="216162"/>
                    </a:lnTo>
                    <a:lnTo>
                      <a:pt x="94726" y="21616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78E66371-B69E-B7E9-FC41-4C330AA0E36C}"/>
                  </a:ext>
                </a:extLst>
              </p:cNvPr>
              <p:cNvSpPr/>
              <p:nvPr/>
            </p:nvSpPr>
            <p:spPr>
              <a:xfrm>
                <a:off x="4338434" y="3352071"/>
                <a:ext cx="128108" cy="156650"/>
              </a:xfrm>
              <a:custGeom>
                <a:avLst/>
                <a:gdLst>
                  <a:gd name="connsiteX0" fmla="*/ 19877 w 128108"/>
                  <a:gd name="connsiteY0" fmla="*/ 84006 h 156650"/>
                  <a:gd name="connsiteX1" fmla="*/ 70759 w 128108"/>
                  <a:gd name="connsiteY1" fmla="*/ 141004 h 156650"/>
                  <a:gd name="connsiteX2" fmla="*/ 113937 w 128108"/>
                  <a:gd name="connsiteY2" fmla="*/ 125730 h 156650"/>
                  <a:gd name="connsiteX3" fmla="*/ 123163 w 128108"/>
                  <a:gd name="connsiteY3" fmla="*/ 138303 h 156650"/>
                  <a:gd name="connsiteX4" fmla="*/ 70759 w 128108"/>
                  <a:gd name="connsiteY4" fmla="*/ 156650 h 156650"/>
                  <a:gd name="connsiteX5" fmla="*/ 0 w 128108"/>
                  <a:gd name="connsiteY5" fmla="*/ 79815 h 156650"/>
                  <a:gd name="connsiteX6" fmla="*/ 65623 w 128108"/>
                  <a:gd name="connsiteY6" fmla="*/ 0 h 156650"/>
                  <a:gd name="connsiteX7" fmla="*/ 128108 w 128108"/>
                  <a:gd name="connsiteY7" fmla="*/ 84006 h 156650"/>
                  <a:gd name="connsiteX8" fmla="*/ 19877 w 128108"/>
                  <a:gd name="connsiteY8" fmla="*/ 84006 h 156650"/>
                  <a:gd name="connsiteX9" fmla="*/ 65528 w 128108"/>
                  <a:gd name="connsiteY9" fmla="*/ 14994 h 156650"/>
                  <a:gd name="connsiteX10" fmla="*/ 19877 w 128108"/>
                  <a:gd name="connsiteY10" fmla="*/ 69012 h 156650"/>
                  <a:gd name="connsiteX11" fmla="*/ 108802 w 128108"/>
                  <a:gd name="connsiteY11" fmla="*/ 69012 h 156650"/>
                  <a:gd name="connsiteX12" fmla="*/ 65623 w 128108"/>
                  <a:gd name="connsiteY12" fmla="*/ 14994 h 156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8108" h="156650">
                    <a:moveTo>
                      <a:pt x="19877" y="84006"/>
                    </a:moveTo>
                    <a:cubicBezTo>
                      <a:pt x="21399" y="122377"/>
                      <a:pt x="44700" y="141004"/>
                      <a:pt x="70759" y="141004"/>
                    </a:cubicBezTo>
                    <a:cubicBezTo>
                      <a:pt x="88829" y="141004"/>
                      <a:pt x="103285" y="133833"/>
                      <a:pt x="113937" y="125730"/>
                    </a:cubicBezTo>
                    <a:lnTo>
                      <a:pt x="123163" y="138303"/>
                    </a:lnTo>
                    <a:cubicBezTo>
                      <a:pt x="109087" y="149106"/>
                      <a:pt x="92824" y="156650"/>
                      <a:pt x="70759" y="156650"/>
                    </a:cubicBezTo>
                    <a:cubicBezTo>
                      <a:pt x="30910" y="156650"/>
                      <a:pt x="0" y="129642"/>
                      <a:pt x="0" y="79815"/>
                    </a:cubicBezTo>
                    <a:cubicBezTo>
                      <a:pt x="0" y="26077"/>
                      <a:pt x="31575" y="0"/>
                      <a:pt x="65623" y="0"/>
                    </a:cubicBezTo>
                    <a:cubicBezTo>
                      <a:pt x="113747" y="0"/>
                      <a:pt x="128108" y="36881"/>
                      <a:pt x="128108" y="84006"/>
                    </a:cubicBezTo>
                    <a:lnTo>
                      <a:pt x="19877" y="84006"/>
                    </a:lnTo>
                    <a:close/>
                    <a:moveTo>
                      <a:pt x="65528" y="14994"/>
                    </a:moveTo>
                    <a:cubicBezTo>
                      <a:pt x="40991" y="14994"/>
                      <a:pt x="22350" y="32969"/>
                      <a:pt x="19877" y="69012"/>
                    </a:cubicBezTo>
                    <a:lnTo>
                      <a:pt x="108802" y="69012"/>
                    </a:lnTo>
                    <a:cubicBezTo>
                      <a:pt x="108231" y="32690"/>
                      <a:pt x="92824" y="14994"/>
                      <a:pt x="65623" y="14994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2D553D6D-25F5-F648-728A-50D6A99019F5}"/>
                  </a:ext>
                </a:extLst>
              </p:cNvPr>
              <p:cNvSpPr/>
              <p:nvPr/>
            </p:nvSpPr>
            <p:spPr>
              <a:xfrm>
                <a:off x="4595317" y="3352071"/>
                <a:ext cx="123828" cy="213368"/>
              </a:xfrm>
              <a:custGeom>
                <a:avLst/>
                <a:gdLst>
                  <a:gd name="connsiteX0" fmla="*/ 62865 w 123828"/>
                  <a:gd name="connsiteY0" fmla="*/ 156650 h 213368"/>
                  <a:gd name="connsiteX1" fmla="*/ 19687 w 123828"/>
                  <a:gd name="connsiteY1" fmla="*/ 138676 h 213368"/>
                  <a:gd name="connsiteX2" fmla="*/ 19687 w 123828"/>
                  <a:gd name="connsiteY2" fmla="*/ 213368 h 213368"/>
                  <a:gd name="connsiteX3" fmla="*/ 951 w 123828"/>
                  <a:gd name="connsiteY3" fmla="*/ 213368 h 213368"/>
                  <a:gd name="connsiteX4" fmla="*/ 951 w 123828"/>
                  <a:gd name="connsiteY4" fmla="*/ 31479 h 213368"/>
                  <a:gd name="connsiteX5" fmla="*/ 0 w 123828"/>
                  <a:gd name="connsiteY5" fmla="*/ 3260 h 213368"/>
                  <a:gd name="connsiteX6" fmla="*/ 15597 w 123828"/>
                  <a:gd name="connsiteY6" fmla="*/ 3260 h 213368"/>
                  <a:gd name="connsiteX7" fmla="*/ 17119 w 123828"/>
                  <a:gd name="connsiteY7" fmla="*/ 26077 h 213368"/>
                  <a:gd name="connsiteX8" fmla="*/ 65243 w 123828"/>
                  <a:gd name="connsiteY8" fmla="*/ 0 h 213368"/>
                  <a:gd name="connsiteX9" fmla="*/ 123828 w 123828"/>
                  <a:gd name="connsiteY9" fmla="*/ 76835 h 213368"/>
                  <a:gd name="connsiteX10" fmla="*/ 62865 w 123828"/>
                  <a:gd name="connsiteY10" fmla="*/ 156650 h 213368"/>
                  <a:gd name="connsiteX11" fmla="*/ 61058 w 123828"/>
                  <a:gd name="connsiteY11" fmla="*/ 15274 h 213368"/>
                  <a:gd name="connsiteX12" fmla="*/ 19687 w 123828"/>
                  <a:gd name="connsiteY12" fmla="*/ 42003 h 213368"/>
                  <a:gd name="connsiteX13" fmla="*/ 19687 w 123828"/>
                  <a:gd name="connsiteY13" fmla="*/ 123309 h 213368"/>
                  <a:gd name="connsiteX14" fmla="*/ 58300 w 123828"/>
                  <a:gd name="connsiteY14" fmla="*/ 141283 h 213368"/>
                  <a:gd name="connsiteX15" fmla="*/ 104237 w 123828"/>
                  <a:gd name="connsiteY15" fmla="*/ 78232 h 213368"/>
                  <a:gd name="connsiteX16" fmla="*/ 61058 w 123828"/>
                  <a:gd name="connsiteY16" fmla="*/ 15181 h 213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3828" h="213368">
                    <a:moveTo>
                      <a:pt x="62865" y="156650"/>
                    </a:moveTo>
                    <a:cubicBezTo>
                      <a:pt x="44129" y="156650"/>
                      <a:pt x="28817" y="149758"/>
                      <a:pt x="19687" y="138676"/>
                    </a:cubicBezTo>
                    <a:lnTo>
                      <a:pt x="19687" y="213368"/>
                    </a:lnTo>
                    <a:lnTo>
                      <a:pt x="951" y="213368"/>
                    </a:lnTo>
                    <a:lnTo>
                      <a:pt x="951" y="31479"/>
                    </a:lnTo>
                    <a:cubicBezTo>
                      <a:pt x="951" y="24308"/>
                      <a:pt x="380" y="9872"/>
                      <a:pt x="0" y="3260"/>
                    </a:cubicBezTo>
                    <a:lnTo>
                      <a:pt x="15597" y="3260"/>
                    </a:lnTo>
                    <a:lnTo>
                      <a:pt x="17119" y="26077"/>
                    </a:lnTo>
                    <a:cubicBezTo>
                      <a:pt x="27200" y="13132"/>
                      <a:pt x="40420" y="0"/>
                      <a:pt x="65243" y="0"/>
                    </a:cubicBezTo>
                    <a:cubicBezTo>
                      <a:pt x="102334" y="0"/>
                      <a:pt x="123828" y="32131"/>
                      <a:pt x="123828" y="76835"/>
                    </a:cubicBezTo>
                    <a:cubicBezTo>
                      <a:pt x="123828" y="121539"/>
                      <a:pt x="102049" y="156650"/>
                      <a:pt x="62865" y="156650"/>
                    </a:cubicBezTo>
                    <a:close/>
                    <a:moveTo>
                      <a:pt x="61058" y="15274"/>
                    </a:moveTo>
                    <a:cubicBezTo>
                      <a:pt x="40515" y="15274"/>
                      <a:pt x="26440" y="32410"/>
                      <a:pt x="19687" y="42003"/>
                    </a:cubicBezTo>
                    <a:lnTo>
                      <a:pt x="19687" y="123309"/>
                    </a:lnTo>
                    <a:cubicBezTo>
                      <a:pt x="28247" y="132622"/>
                      <a:pt x="39564" y="141283"/>
                      <a:pt x="58300" y="141283"/>
                    </a:cubicBezTo>
                    <a:cubicBezTo>
                      <a:pt x="83123" y="141283"/>
                      <a:pt x="104237" y="121446"/>
                      <a:pt x="104237" y="78232"/>
                    </a:cubicBezTo>
                    <a:cubicBezTo>
                      <a:pt x="104237" y="35018"/>
                      <a:pt x="86166" y="15181"/>
                      <a:pt x="61058" y="15181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26E3CA2F-26FE-0782-98F7-5DC45CA9FE78}"/>
                  </a:ext>
                </a:extLst>
              </p:cNvPr>
              <p:cNvSpPr/>
              <p:nvPr/>
            </p:nvSpPr>
            <p:spPr>
              <a:xfrm>
                <a:off x="4752813" y="3351978"/>
                <a:ext cx="136762" cy="156743"/>
              </a:xfrm>
              <a:custGeom>
                <a:avLst/>
                <a:gdLst>
                  <a:gd name="connsiteX0" fmla="*/ 68381 w 136762"/>
                  <a:gd name="connsiteY0" fmla="*/ 156743 h 156743"/>
                  <a:gd name="connsiteX1" fmla="*/ 0 w 136762"/>
                  <a:gd name="connsiteY1" fmla="*/ 77766 h 156743"/>
                  <a:gd name="connsiteX2" fmla="*/ 68381 w 136762"/>
                  <a:gd name="connsiteY2" fmla="*/ 0 h 156743"/>
                  <a:gd name="connsiteX3" fmla="*/ 136763 w 136762"/>
                  <a:gd name="connsiteY3" fmla="*/ 77766 h 156743"/>
                  <a:gd name="connsiteX4" fmla="*/ 68381 w 136762"/>
                  <a:gd name="connsiteY4" fmla="*/ 156743 h 156743"/>
                  <a:gd name="connsiteX5" fmla="*/ 68381 w 136762"/>
                  <a:gd name="connsiteY5" fmla="*/ 15367 h 156743"/>
                  <a:gd name="connsiteX6" fmla="*/ 19687 w 136762"/>
                  <a:gd name="connsiteY6" fmla="*/ 77766 h 156743"/>
                  <a:gd name="connsiteX7" fmla="*/ 68381 w 136762"/>
                  <a:gd name="connsiteY7" fmla="*/ 141376 h 156743"/>
                  <a:gd name="connsiteX8" fmla="*/ 117076 w 136762"/>
                  <a:gd name="connsiteY8" fmla="*/ 77766 h 156743"/>
                  <a:gd name="connsiteX9" fmla="*/ 68381 w 136762"/>
                  <a:gd name="connsiteY9" fmla="*/ 15367 h 156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6762" h="156743">
                    <a:moveTo>
                      <a:pt x="68381" y="156743"/>
                    </a:moveTo>
                    <a:cubicBezTo>
                      <a:pt x="21494" y="156743"/>
                      <a:pt x="0" y="120701"/>
                      <a:pt x="0" y="77766"/>
                    </a:cubicBezTo>
                    <a:cubicBezTo>
                      <a:pt x="0" y="34832"/>
                      <a:pt x="22635" y="0"/>
                      <a:pt x="68381" y="0"/>
                    </a:cubicBezTo>
                    <a:cubicBezTo>
                      <a:pt x="114128" y="0"/>
                      <a:pt x="136763" y="36043"/>
                      <a:pt x="136763" y="77766"/>
                    </a:cubicBezTo>
                    <a:cubicBezTo>
                      <a:pt x="136763" y="119490"/>
                      <a:pt x="116220" y="156743"/>
                      <a:pt x="68381" y="156743"/>
                    </a:cubicBezTo>
                    <a:close/>
                    <a:moveTo>
                      <a:pt x="68381" y="15367"/>
                    </a:moveTo>
                    <a:cubicBezTo>
                      <a:pt x="36806" y="15367"/>
                      <a:pt x="19687" y="41817"/>
                      <a:pt x="19687" y="77766"/>
                    </a:cubicBezTo>
                    <a:cubicBezTo>
                      <a:pt x="19687" y="113716"/>
                      <a:pt x="35665" y="141376"/>
                      <a:pt x="68381" y="141376"/>
                    </a:cubicBezTo>
                    <a:cubicBezTo>
                      <a:pt x="101098" y="141376"/>
                      <a:pt x="117076" y="114088"/>
                      <a:pt x="117076" y="77766"/>
                    </a:cubicBezTo>
                    <a:cubicBezTo>
                      <a:pt x="117076" y="41444"/>
                      <a:pt x="100813" y="15367"/>
                      <a:pt x="68381" y="15367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C4E93C68-430F-43AE-BA63-3246431AF41C}"/>
                  </a:ext>
                </a:extLst>
              </p:cNvPr>
              <p:cNvSpPr/>
              <p:nvPr/>
            </p:nvSpPr>
            <p:spPr>
              <a:xfrm>
                <a:off x="4912686" y="3355331"/>
                <a:ext cx="210089" cy="150037"/>
              </a:xfrm>
              <a:custGeom>
                <a:avLst/>
                <a:gdLst>
                  <a:gd name="connsiteX0" fmla="*/ 165390 w 210089"/>
                  <a:gd name="connsiteY0" fmla="*/ 150038 h 150037"/>
                  <a:gd name="connsiteX1" fmla="*/ 141518 w 210089"/>
                  <a:gd name="connsiteY1" fmla="*/ 150038 h 150037"/>
                  <a:gd name="connsiteX2" fmla="*/ 115174 w 210089"/>
                  <a:gd name="connsiteY2" fmla="*/ 60909 h 150037"/>
                  <a:gd name="connsiteX3" fmla="*/ 105092 w 210089"/>
                  <a:gd name="connsiteY3" fmla="*/ 23376 h 150037"/>
                  <a:gd name="connsiteX4" fmla="*/ 95011 w 210089"/>
                  <a:gd name="connsiteY4" fmla="*/ 60909 h 150037"/>
                  <a:gd name="connsiteX5" fmla="*/ 67716 w 210089"/>
                  <a:gd name="connsiteY5" fmla="*/ 150038 h 150037"/>
                  <a:gd name="connsiteX6" fmla="*/ 44129 w 210089"/>
                  <a:gd name="connsiteY6" fmla="*/ 150038 h 150037"/>
                  <a:gd name="connsiteX7" fmla="*/ 0 w 210089"/>
                  <a:gd name="connsiteY7" fmla="*/ 0 h 150037"/>
                  <a:gd name="connsiteX8" fmla="*/ 19877 w 210089"/>
                  <a:gd name="connsiteY8" fmla="*/ 0 h 150037"/>
                  <a:gd name="connsiteX9" fmla="*/ 48029 w 210089"/>
                  <a:gd name="connsiteY9" fmla="*/ 95741 h 150037"/>
                  <a:gd name="connsiteX10" fmla="*/ 56588 w 210089"/>
                  <a:gd name="connsiteY10" fmla="*/ 129921 h 150037"/>
                  <a:gd name="connsiteX11" fmla="*/ 65814 w 210089"/>
                  <a:gd name="connsiteY11" fmla="*/ 95741 h 150037"/>
                  <a:gd name="connsiteX12" fmla="*/ 94631 w 210089"/>
                  <a:gd name="connsiteY12" fmla="*/ 0 h 150037"/>
                  <a:gd name="connsiteX13" fmla="*/ 116410 w 210089"/>
                  <a:gd name="connsiteY13" fmla="*/ 0 h 150037"/>
                  <a:gd name="connsiteX14" fmla="*/ 145227 w 210089"/>
                  <a:gd name="connsiteY14" fmla="*/ 95741 h 150037"/>
                  <a:gd name="connsiteX15" fmla="*/ 154072 w 210089"/>
                  <a:gd name="connsiteY15" fmla="*/ 129921 h 150037"/>
                  <a:gd name="connsiteX16" fmla="*/ 162917 w 210089"/>
                  <a:gd name="connsiteY16" fmla="*/ 95741 h 150037"/>
                  <a:gd name="connsiteX17" fmla="*/ 191734 w 210089"/>
                  <a:gd name="connsiteY17" fmla="*/ 0 h 150037"/>
                  <a:gd name="connsiteX18" fmla="*/ 210090 w 210089"/>
                  <a:gd name="connsiteY18" fmla="*/ 0 h 150037"/>
                  <a:gd name="connsiteX19" fmla="*/ 165295 w 210089"/>
                  <a:gd name="connsiteY19" fmla="*/ 150038 h 150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10089" h="150037">
                    <a:moveTo>
                      <a:pt x="165390" y="150038"/>
                    </a:moveTo>
                    <a:lnTo>
                      <a:pt x="141518" y="150038"/>
                    </a:lnTo>
                    <a:lnTo>
                      <a:pt x="115174" y="60909"/>
                    </a:lnTo>
                    <a:cubicBezTo>
                      <a:pt x="111179" y="47125"/>
                      <a:pt x="105092" y="23376"/>
                      <a:pt x="105092" y="23376"/>
                    </a:cubicBezTo>
                    <a:cubicBezTo>
                      <a:pt x="105092" y="23376"/>
                      <a:pt x="99291" y="46474"/>
                      <a:pt x="95011" y="60909"/>
                    </a:cubicBezTo>
                    <a:lnTo>
                      <a:pt x="67716" y="150038"/>
                    </a:lnTo>
                    <a:lnTo>
                      <a:pt x="44129" y="150038"/>
                    </a:lnTo>
                    <a:lnTo>
                      <a:pt x="0" y="0"/>
                    </a:lnTo>
                    <a:lnTo>
                      <a:pt x="19877" y="0"/>
                    </a:lnTo>
                    <a:lnTo>
                      <a:pt x="48029" y="95741"/>
                    </a:lnTo>
                    <a:cubicBezTo>
                      <a:pt x="51738" y="108314"/>
                      <a:pt x="56588" y="129921"/>
                      <a:pt x="56588" y="129921"/>
                    </a:cubicBezTo>
                    <a:cubicBezTo>
                      <a:pt x="56588" y="129921"/>
                      <a:pt x="62104" y="108314"/>
                      <a:pt x="65814" y="95741"/>
                    </a:cubicBezTo>
                    <a:lnTo>
                      <a:pt x="94631" y="0"/>
                    </a:lnTo>
                    <a:lnTo>
                      <a:pt x="116410" y="0"/>
                    </a:lnTo>
                    <a:lnTo>
                      <a:pt x="145227" y="95741"/>
                    </a:lnTo>
                    <a:cubicBezTo>
                      <a:pt x="149222" y="109245"/>
                      <a:pt x="154072" y="129921"/>
                      <a:pt x="154072" y="129921"/>
                    </a:cubicBezTo>
                    <a:cubicBezTo>
                      <a:pt x="154072" y="129921"/>
                      <a:pt x="159018" y="108873"/>
                      <a:pt x="162917" y="95741"/>
                    </a:cubicBezTo>
                    <a:lnTo>
                      <a:pt x="191734" y="0"/>
                    </a:lnTo>
                    <a:lnTo>
                      <a:pt x="210090" y="0"/>
                    </a:lnTo>
                    <a:lnTo>
                      <a:pt x="165295" y="150038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7B25B92D-DA53-6AF2-3BA1-D7562BECA213}"/>
                  </a:ext>
                </a:extLst>
              </p:cNvPr>
              <p:cNvSpPr/>
              <p:nvPr/>
            </p:nvSpPr>
            <p:spPr>
              <a:xfrm>
                <a:off x="5146838" y="3352071"/>
                <a:ext cx="128108" cy="156650"/>
              </a:xfrm>
              <a:custGeom>
                <a:avLst/>
                <a:gdLst>
                  <a:gd name="connsiteX0" fmla="*/ 19877 w 128108"/>
                  <a:gd name="connsiteY0" fmla="*/ 84006 h 156650"/>
                  <a:gd name="connsiteX1" fmla="*/ 70759 w 128108"/>
                  <a:gd name="connsiteY1" fmla="*/ 141004 h 156650"/>
                  <a:gd name="connsiteX2" fmla="*/ 113937 w 128108"/>
                  <a:gd name="connsiteY2" fmla="*/ 125730 h 156650"/>
                  <a:gd name="connsiteX3" fmla="*/ 123163 w 128108"/>
                  <a:gd name="connsiteY3" fmla="*/ 138303 h 156650"/>
                  <a:gd name="connsiteX4" fmla="*/ 70759 w 128108"/>
                  <a:gd name="connsiteY4" fmla="*/ 156650 h 156650"/>
                  <a:gd name="connsiteX5" fmla="*/ 0 w 128108"/>
                  <a:gd name="connsiteY5" fmla="*/ 79815 h 156650"/>
                  <a:gd name="connsiteX6" fmla="*/ 65623 w 128108"/>
                  <a:gd name="connsiteY6" fmla="*/ 0 h 156650"/>
                  <a:gd name="connsiteX7" fmla="*/ 128108 w 128108"/>
                  <a:gd name="connsiteY7" fmla="*/ 84006 h 156650"/>
                  <a:gd name="connsiteX8" fmla="*/ 19877 w 128108"/>
                  <a:gd name="connsiteY8" fmla="*/ 84006 h 156650"/>
                  <a:gd name="connsiteX9" fmla="*/ 65528 w 128108"/>
                  <a:gd name="connsiteY9" fmla="*/ 14994 h 156650"/>
                  <a:gd name="connsiteX10" fmla="*/ 19877 w 128108"/>
                  <a:gd name="connsiteY10" fmla="*/ 69012 h 156650"/>
                  <a:gd name="connsiteX11" fmla="*/ 108802 w 128108"/>
                  <a:gd name="connsiteY11" fmla="*/ 69012 h 156650"/>
                  <a:gd name="connsiteX12" fmla="*/ 65623 w 128108"/>
                  <a:gd name="connsiteY12" fmla="*/ 14994 h 156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8108" h="156650">
                    <a:moveTo>
                      <a:pt x="19877" y="84006"/>
                    </a:moveTo>
                    <a:cubicBezTo>
                      <a:pt x="21399" y="122377"/>
                      <a:pt x="44700" y="141004"/>
                      <a:pt x="70759" y="141004"/>
                    </a:cubicBezTo>
                    <a:cubicBezTo>
                      <a:pt x="88829" y="141004"/>
                      <a:pt x="103285" y="133833"/>
                      <a:pt x="113937" y="125730"/>
                    </a:cubicBezTo>
                    <a:lnTo>
                      <a:pt x="123163" y="138303"/>
                    </a:lnTo>
                    <a:cubicBezTo>
                      <a:pt x="109087" y="149106"/>
                      <a:pt x="92824" y="156650"/>
                      <a:pt x="70759" y="156650"/>
                    </a:cubicBezTo>
                    <a:cubicBezTo>
                      <a:pt x="30910" y="156650"/>
                      <a:pt x="0" y="129642"/>
                      <a:pt x="0" y="79815"/>
                    </a:cubicBezTo>
                    <a:cubicBezTo>
                      <a:pt x="0" y="26077"/>
                      <a:pt x="31575" y="0"/>
                      <a:pt x="65623" y="0"/>
                    </a:cubicBezTo>
                    <a:cubicBezTo>
                      <a:pt x="113747" y="0"/>
                      <a:pt x="128108" y="36881"/>
                      <a:pt x="128108" y="84006"/>
                    </a:cubicBezTo>
                    <a:lnTo>
                      <a:pt x="19877" y="84006"/>
                    </a:lnTo>
                    <a:close/>
                    <a:moveTo>
                      <a:pt x="65528" y="14994"/>
                    </a:moveTo>
                    <a:cubicBezTo>
                      <a:pt x="40991" y="14994"/>
                      <a:pt x="22350" y="32969"/>
                      <a:pt x="19877" y="69012"/>
                    </a:cubicBezTo>
                    <a:lnTo>
                      <a:pt x="108802" y="69012"/>
                    </a:lnTo>
                    <a:cubicBezTo>
                      <a:pt x="108231" y="32690"/>
                      <a:pt x="92824" y="14994"/>
                      <a:pt x="65623" y="14994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2E428504-84DF-B1E7-7518-B5B0A41248FD}"/>
                  </a:ext>
                </a:extLst>
              </p:cNvPr>
              <p:cNvSpPr/>
              <p:nvPr/>
            </p:nvSpPr>
            <p:spPr>
              <a:xfrm>
                <a:off x="5314796" y="3351978"/>
                <a:ext cx="81506" cy="153390"/>
              </a:xfrm>
              <a:custGeom>
                <a:avLst/>
                <a:gdLst>
                  <a:gd name="connsiteX0" fmla="*/ 76370 w 81506"/>
                  <a:gd name="connsiteY0" fmla="*/ 21700 h 153390"/>
                  <a:gd name="connsiteX1" fmla="*/ 59822 w 81506"/>
                  <a:gd name="connsiteY1" fmla="*/ 17509 h 153390"/>
                  <a:gd name="connsiteX2" fmla="*/ 19687 w 81506"/>
                  <a:gd name="connsiteY2" fmla="*/ 46287 h 153390"/>
                  <a:gd name="connsiteX3" fmla="*/ 19687 w 81506"/>
                  <a:gd name="connsiteY3" fmla="*/ 153391 h 153390"/>
                  <a:gd name="connsiteX4" fmla="*/ 951 w 81506"/>
                  <a:gd name="connsiteY4" fmla="*/ 153391 h 153390"/>
                  <a:gd name="connsiteX5" fmla="*/ 951 w 81506"/>
                  <a:gd name="connsiteY5" fmla="*/ 30641 h 153390"/>
                  <a:gd name="connsiteX6" fmla="*/ 0 w 81506"/>
                  <a:gd name="connsiteY6" fmla="*/ 3353 h 153390"/>
                  <a:gd name="connsiteX7" fmla="*/ 15027 w 81506"/>
                  <a:gd name="connsiteY7" fmla="*/ 3353 h 153390"/>
                  <a:gd name="connsiteX8" fmla="*/ 16834 w 81506"/>
                  <a:gd name="connsiteY8" fmla="*/ 28219 h 153390"/>
                  <a:gd name="connsiteX9" fmla="*/ 63721 w 81506"/>
                  <a:gd name="connsiteY9" fmla="*/ 0 h 153390"/>
                  <a:gd name="connsiteX10" fmla="*/ 81506 w 81506"/>
                  <a:gd name="connsiteY10" fmla="*/ 2701 h 153390"/>
                  <a:gd name="connsiteX11" fmla="*/ 76275 w 81506"/>
                  <a:gd name="connsiteY11" fmla="*/ 21607 h 153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1506" h="153390">
                    <a:moveTo>
                      <a:pt x="76370" y="21700"/>
                    </a:moveTo>
                    <a:cubicBezTo>
                      <a:pt x="71425" y="18999"/>
                      <a:pt x="66289" y="17509"/>
                      <a:pt x="59822" y="17509"/>
                    </a:cubicBezTo>
                    <a:cubicBezTo>
                      <a:pt x="41086" y="17509"/>
                      <a:pt x="29768" y="28871"/>
                      <a:pt x="19687" y="46287"/>
                    </a:cubicBezTo>
                    <a:lnTo>
                      <a:pt x="19687" y="153391"/>
                    </a:lnTo>
                    <a:lnTo>
                      <a:pt x="951" y="153391"/>
                    </a:lnTo>
                    <a:lnTo>
                      <a:pt x="951" y="30641"/>
                    </a:lnTo>
                    <a:cubicBezTo>
                      <a:pt x="951" y="25519"/>
                      <a:pt x="380" y="8475"/>
                      <a:pt x="0" y="3353"/>
                    </a:cubicBezTo>
                    <a:lnTo>
                      <a:pt x="15027" y="3353"/>
                    </a:lnTo>
                    <a:lnTo>
                      <a:pt x="16834" y="28219"/>
                    </a:lnTo>
                    <a:cubicBezTo>
                      <a:pt x="26059" y="11083"/>
                      <a:pt x="41371" y="0"/>
                      <a:pt x="63721" y="0"/>
                    </a:cubicBezTo>
                    <a:cubicBezTo>
                      <a:pt x="70189" y="0"/>
                      <a:pt x="76275" y="931"/>
                      <a:pt x="81506" y="2701"/>
                    </a:cubicBezTo>
                    <a:lnTo>
                      <a:pt x="76275" y="21607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8B363BFF-2396-118B-16B4-AB4AF68BDDA6}"/>
                  </a:ext>
                </a:extLst>
              </p:cNvPr>
              <p:cNvSpPr/>
              <p:nvPr/>
            </p:nvSpPr>
            <p:spPr>
              <a:xfrm>
                <a:off x="5510715" y="3289300"/>
                <a:ext cx="123923" cy="219422"/>
              </a:xfrm>
              <a:custGeom>
                <a:avLst/>
                <a:gdLst>
                  <a:gd name="connsiteX0" fmla="*/ 63436 w 123923"/>
                  <a:gd name="connsiteY0" fmla="*/ 219422 h 219422"/>
                  <a:gd name="connsiteX1" fmla="*/ 17119 w 123923"/>
                  <a:gd name="connsiteY1" fmla="*/ 199026 h 219422"/>
                  <a:gd name="connsiteX2" fmla="*/ 15597 w 123923"/>
                  <a:gd name="connsiteY2" fmla="*/ 216162 h 219422"/>
                  <a:gd name="connsiteX3" fmla="*/ 0 w 123923"/>
                  <a:gd name="connsiteY3" fmla="*/ 216162 h 219422"/>
                  <a:gd name="connsiteX4" fmla="*/ 951 w 123923"/>
                  <a:gd name="connsiteY4" fmla="*/ 187943 h 219422"/>
                  <a:gd name="connsiteX5" fmla="*/ 951 w 123923"/>
                  <a:gd name="connsiteY5" fmla="*/ 0 h 219422"/>
                  <a:gd name="connsiteX6" fmla="*/ 19687 w 123923"/>
                  <a:gd name="connsiteY6" fmla="*/ 0 h 219422"/>
                  <a:gd name="connsiteX7" fmla="*/ 19687 w 123923"/>
                  <a:gd name="connsiteY7" fmla="*/ 86707 h 219422"/>
                  <a:gd name="connsiteX8" fmla="*/ 65053 w 123923"/>
                  <a:gd name="connsiteY8" fmla="*/ 62679 h 219422"/>
                  <a:gd name="connsiteX9" fmla="*/ 123924 w 123923"/>
                  <a:gd name="connsiteY9" fmla="*/ 140445 h 219422"/>
                  <a:gd name="connsiteX10" fmla="*/ 63531 w 123923"/>
                  <a:gd name="connsiteY10" fmla="*/ 219422 h 219422"/>
                  <a:gd name="connsiteX11" fmla="*/ 60963 w 123923"/>
                  <a:gd name="connsiteY11" fmla="*/ 78046 h 219422"/>
                  <a:gd name="connsiteX12" fmla="*/ 19592 w 123923"/>
                  <a:gd name="connsiteY12" fmla="*/ 105334 h 219422"/>
                  <a:gd name="connsiteX13" fmla="*/ 19592 w 123923"/>
                  <a:gd name="connsiteY13" fmla="*/ 186080 h 219422"/>
                  <a:gd name="connsiteX14" fmla="*/ 58776 w 123923"/>
                  <a:gd name="connsiteY14" fmla="*/ 204055 h 219422"/>
                  <a:gd name="connsiteX15" fmla="*/ 104141 w 123923"/>
                  <a:gd name="connsiteY15" fmla="*/ 141004 h 219422"/>
                  <a:gd name="connsiteX16" fmla="*/ 60963 w 123923"/>
                  <a:gd name="connsiteY16" fmla="*/ 77953 h 219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3923" h="219422">
                    <a:moveTo>
                      <a:pt x="63436" y="219422"/>
                    </a:moveTo>
                    <a:cubicBezTo>
                      <a:pt x="41086" y="219422"/>
                      <a:pt x="27010" y="211040"/>
                      <a:pt x="17119" y="199026"/>
                    </a:cubicBezTo>
                    <a:lnTo>
                      <a:pt x="15597" y="216162"/>
                    </a:lnTo>
                    <a:lnTo>
                      <a:pt x="0" y="216162"/>
                    </a:lnTo>
                    <a:cubicBezTo>
                      <a:pt x="285" y="209550"/>
                      <a:pt x="951" y="195114"/>
                      <a:pt x="951" y="187943"/>
                    </a:cubicBezTo>
                    <a:lnTo>
                      <a:pt x="951" y="0"/>
                    </a:lnTo>
                    <a:lnTo>
                      <a:pt x="19687" y="0"/>
                    </a:lnTo>
                    <a:lnTo>
                      <a:pt x="19687" y="86707"/>
                    </a:lnTo>
                    <a:cubicBezTo>
                      <a:pt x="27961" y="75904"/>
                      <a:pt x="40801" y="62679"/>
                      <a:pt x="65053" y="62679"/>
                    </a:cubicBezTo>
                    <a:cubicBezTo>
                      <a:pt x="100908" y="62679"/>
                      <a:pt x="123924" y="92668"/>
                      <a:pt x="123924" y="140445"/>
                    </a:cubicBezTo>
                    <a:cubicBezTo>
                      <a:pt x="123924" y="184311"/>
                      <a:pt x="103381" y="219422"/>
                      <a:pt x="63531" y="219422"/>
                    </a:cubicBezTo>
                    <a:close/>
                    <a:moveTo>
                      <a:pt x="60963" y="78046"/>
                    </a:moveTo>
                    <a:cubicBezTo>
                      <a:pt x="39849" y="78046"/>
                      <a:pt x="26059" y="95462"/>
                      <a:pt x="19592" y="105334"/>
                    </a:cubicBezTo>
                    <a:lnTo>
                      <a:pt x="19592" y="186080"/>
                    </a:lnTo>
                    <a:cubicBezTo>
                      <a:pt x="29673" y="196325"/>
                      <a:pt x="39849" y="204055"/>
                      <a:pt x="58776" y="204055"/>
                    </a:cubicBezTo>
                    <a:cubicBezTo>
                      <a:pt x="85405" y="204055"/>
                      <a:pt x="104141" y="180679"/>
                      <a:pt x="104141" y="141004"/>
                    </a:cubicBezTo>
                    <a:cubicBezTo>
                      <a:pt x="104141" y="93878"/>
                      <a:pt x="82647" y="77953"/>
                      <a:pt x="60963" y="77953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514074C1-6886-C3DB-0CF0-06BECE89AC59}"/>
                  </a:ext>
                </a:extLst>
              </p:cNvPr>
              <p:cNvSpPr/>
              <p:nvPr/>
            </p:nvSpPr>
            <p:spPr>
              <a:xfrm>
                <a:off x="5668021" y="3352071"/>
                <a:ext cx="128108" cy="156650"/>
              </a:xfrm>
              <a:custGeom>
                <a:avLst/>
                <a:gdLst>
                  <a:gd name="connsiteX0" fmla="*/ 19877 w 128108"/>
                  <a:gd name="connsiteY0" fmla="*/ 84006 h 156650"/>
                  <a:gd name="connsiteX1" fmla="*/ 70759 w 128108"/>
                  <a:gd name="connsiteY1" fmla="*/ 141004 h 156650"/>
                  <a:gd name="connsiteX2" fmla="*/ 113937 w 128108"/>
                  <a:gd name="connsiteY2" fmla="*/ 125730 h 156650"/>
                  <a:gd name="connsiteX3" fmla="*/ 123163 w 128108"/>
                  <a:gd name="connsiteY3" fmla="*/ 138303 h 156650"/>
                  <a:gd name="connsiteX4" fmla="*/ 70759 w 128108"/>
                  <a:gd name="connsiteY4" fmla="*/ 156650 h 156650"/>
                  <a:gd name="connsiteX5" fmla="*/ 0 w 128108"/>
                  <a:gd name="connsiteY5" fmla="*/ 79815 h 156650"/>
                  <a:gd name="connsiteX6" fmla="*/ 65623 w 128108"/>
                  <a:gd name="connsiteY6" fmla="*/ 0 h 156650"/>
                  <a:gd name="connsiteX7" fmla="*/ 128108 w 128108"/>
                  <a:gd name="connsiteY7" fmla="*/ 84006 h 156650"/>
                  <a:gd name="connsiteX8" fmla="*/ 19877 w 128108"/>
                  <a:gd name="connsiteY8" fmla="*/ 84006 h 156650"/>
                  <a:gd name="connsiteX9" fmla="*/ 65528 w 128108"/>
                  <a:gd name="connsiteY9" fmla="*/ 14994 h 156650"/>
                  <a:gd name="connsiteX10" fmla="*/ 19877 w 128108"/>
                  <a:gd name="connsiteY10" fmla="*/ 69012 h 156650"/>
                  <a:gd name="connsiteX11" fmla="*/ 108802 w 128108"/>
                  <a:gd name="connsiteY11" fmla="*/ 69012 h 156650"/>
                  <a:gd name="connsiteX12" fmla="*/ 65623 w 128108"/>
                  <a:gd name="connsiteY12" fmla="*/ 14994 h 156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8108" h="156650">
                    <a:moveTo>
                      <a:pt x="19877" y="84006"/>
                    </a:moveTo>
                    <a:cubicBezTo>
                      <a:pt x="21399" y="122377"/>
                      <a:pt x="44700" y="141004"/>
                      <a:pt x="70759" y="141004"/>
                    </a:cubicBezTo>
                    <a:cubicBezTo>
                      <a:pt x="88829" y="141004"/>
                      <a:pt x="103285" y="133833"/>
                      <a:pt x="113937" y="125730"/>
                    </a:cubicBezTo>
                    <a:lnTo>
                      <a:pt x="123163" y="138303"/>
                    </a:lnTo>
                    <a:cubicBezTo>
                      <a:pt x="109087" y="149106"/>
                      <a:pt x="92824" y="156650"/>
                      <a:pt x="70759" y="156650"/>
                    </a:cubicBezTo>
                    <a:cubicBezTo>
                      <a:pt x="30910" y="156650"/>
                      <a:pt x="0" y="129642"/>
                      <a:pt x="0" y="79815"/>
                    </a:cubicBezTo>
                    <a:cubicBezTo>
                      <a:pt x="0" y="26077"/>
                      <a:pt x="31575" y="0"/>
                      <a:pt x="65623" y="0"/>
                    </a:cubicBezTo>
                    <a:cubicBezTo>
                      <a:pt x="113747" y="0"/>
                      <a:pt x="128108" y="36881"/>
                      <a:pt x="128108" y="84006"/>
                    </a:cubicBezTo>
                    <a:lnTo>
                      <a:pt x="19877" y="84006"/>
                    </a:lnTo>
                    <a:close/>
                    <a:moveTo>
                      <a:pt x="65528" y="14994"/>
                    </a:moveTo>
                    <a:cubicBezTo>
                      <a:pt x="40991" y="14994"/>
                      <a:pt x="22350" y="32969"/>
                      <a:pt x="19877" y="69012"/>
                    </a:cubicBezTo>
                    <a:lnTo>
                      <a:pt x="108802" y="69012"/>
                    </a:lnTo>
                    <a:cubicBezTo>
                      <a:pt x="108231" y="32690"/>
                      <a:pt x="92824" y="14994"/>
                      <a:pt x="65623" y="14994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9" name="Freeform 58">
                <a:extLst>
                  <a:ext uri="{FF2B5EF4-FFF2-40B4-BE49-F238E27FC236}">
                    <a16:creationId xmlns:a16="http://schemas.microsoft.com/office/drawing/2014/main" id="{323CB9CF-7AE9-2C27-0A27-F8C47E8B02FF}"/>
                  </a:ext>
                </a:extLst>
              </p:cNvPr>
              <p:cNvSpPr/>
              <p:nvPr/>
            </p:nvSpPr>
            <p:spPr>
              <a:xfrm>
                <a:off x="5836835" y="3289300"/>
                <a:ext cx="113461" cy="216162"/>
              </a:xfrm>
              <a:custGeom>
                <a:avLst/>
                <a:gdLst>
                  <a:gd name="connsiteX0" fmla="*/ 94726 w 113461"/>
                  <a:gd name="connsiteY0" fmla="*/ 216069 h 216162"/>
                  <a:gd name="connsiteX1" fmla="*/ 94726 w 113461"/>
                  <a:gd name="connsiteY1" fmla="*/ 120701 h 216162"/>
                  <a:gd name="connsiteX2" fmla="*/ 58586 w 113461"/>
                  <a:gd name="connsiteY2" fmla="*/ 78418 h 216162"/>
                  <a:gd name="connsiteX3" fmla="*/ 18736 w 113461"/>
                  <a:gd name="connsiteY3" fmla="*/ 102726 h 216162"/>
                  <a:gd name="connsiteX4" fmla="*/ 18736 w 113461"/>
                  <a:gd name="connsiteY4" fmla="*/ 216162 h 216162"/>
                  <a:gd name="connsiteX5" fmla="*/ 0 w 113461"/>
                  <a:gd name="connsiteY5" fmla="*/ 216162 h 216162"/>
                  <a:gd name="connsiteX6" fmla="*/ 0 w 113461"/>
                  <a:gd name="connsiteY6" fmla="*/ 0 h 216162"/>
                  <a:gd name="connsiteX7" fmla="*/ 18736 w 113461"/>
                  <a:gd name="connsiteY7" fmla="*/ 0 h 216162"/>
                  <a:gd name="connsiteX8" fmla="*/ 18736 w 113461"/>
                  <a:gd name="connsiteY8" fmla="*/ 84658 h 216162"/>
                  <a:gd name="connsiteX9" fmla="*/ 62580 w 113461"/>
                  <a:gd name="connsiteY9" fmla="*/ 62772 h 216162"/>
                  <a:gd name="connsiteX10" fmla="*/ 113462 w 113461"/>
                  <a:gd name="connsiteY10" fmla="*/ 122191 h 216162"/>
                  <a:gd name="connsiteX11" fmla="*/ 113462 w 113461"/>
                  <a:gd name="connsiteY11" fmla="*/ 216162 h 216162"/>
                  <a:gd name="connsiteX12" fmla="*/ 94726 w 113461"/>
                  <a:gd name="connsiteY12" fmla="*/ 216162 h 216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3461" h="216162">
                    <a:moveTo>
                      <a:pt x="94726" y="216069"/>
                    </a:moveTo>
                    <a:lnTo>
                      <a:pt x="94726" y="120701"/>
                    </a:lnTo>
                    <a:cubicBezTo>
                      <a:pt x="94726" y="93133"/>
                      <a:pt x="83694" y="78418"/>
                      <a:pt x="58586" y="78418"/>
                    </a:cubicBezTo>
                    <a:cubicBezTo>
                      <a:pt x="39850" y="78418"/>
                      <a:pt x="26725" y="90991"/>
                      <a:pt x="18736" y="102726"/>
                    </a:cubicBezTo>
                    <a:lnTo>
                      <a:pt x="18736" y="216162"/>
                    </a:lnTo>
                    <a:lnTo>
                      <a:pt x="0" y="216162"/>
                    </a:lnTo>
                    <a:lnTo>
                      <a:pt x="0" y="0"/>
                    </a:lnTo>
                    <a:lnTo>
                      <a:pt x="18736" y="0"/>
                    </a:lnTo>
                    <a:lnTo>
                      <a:pt x="18736" y="84658"/>
                    </a:lnTo>
                    <a:cubicBezTo>
                      <a:pt x="28532" y="71713"/>
                      <a:pt x="43844" y="62772"/>
                      <a:pt x="62580" y="62772"/>
                    </a:cubicBezTo>
                    <a:cubicBezTo>
                      <a:pt x="101193" y="62772"/>
                      <a:pt x="113462" y="86800"/>
                      <a:pt x="113462" y="122191"/>
                    </a:cubicBezTo>
                    <a:lnTo>
                      <a:pt x="113462" y="216162"/>
                    </a:lnTo>
                    <a:lnTo>
                      <a:pt x="94726" y="21616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60" name="Freeform 59">
                <a:extLst>
                  <a:ext uri="{FF2B5EF4-FFF2-40B4-BE49-F238E27FC236}">
                    <a16:creationId xmlns:a16="http://schemas.microsoft.com/office/drawing/2014/main" id="{BD12B773-FF70-C32D-A402-E460194CFBC7}"/>
                  </a:ext>
                </a:extLst>
              </p:cNvPr>
              <p:cNvSpPr/>
              <p:nvPr/>
            </p:nvSpPr>
            <p:spPr>
              <a:xfrm>
                <a:off x="5999371" y="3289300"/>
                <a:ext cx="21779" cy="216069"/>
              </a:xfrm>
              <a:custGeom>
                <a:avLst/>
                <a:gdLst>
                  <a:gd name="connsiteX0" fmla="*/ 0 w 21779"/>
                  <a:gd name="connsiteY0" fmla="*/ 23097 h 216069"/>
                  <a:gd name="connsiteX1" fmla="*/ 0 w 21779"/>
                  <a:gd name="connsiteY1" fmla="*/ 0 h 216069"/>
                  <a:gd name="connsiteX2" fmla="*/ 21779 w 21779"/>
                  <a:gd name="connsiteY2" fmla="*/ 0 h 216069"/>
                  <a:gd name="connsiteX3" fmla="*/ 21779 w 21779"/>
                  <a:gd name="connsiteY3" fmla="*/ 23097 h 216069"/>
                  <a:gd name="connsiteX4" fmla="*/ 0 w 21779"/>
                  <a:gd name="connsiteY4" fmla="*/ 23097 h 216069"/>
                  <a:gd name="connsiteX5" fmla="*/ 1522 w 21779"/>
                  <a:gd name="connsiteY5" fmla="*/ 216069 h 216069"/>
                  <a:gd name="connsiteX6" fmla="*/ 1522 w 21779"/>
                  <a:gd name="connsiteY6" fmla="*/ 66032 h 216069"/>
                  <a:gd name="connsiteX7" fmla="*/ 20258 w 21779"/>
                  <a:gd name="connsiteY7" fmla="*/ 66032 h 216069"/>
                  <a:gd name="connsiteX8" fmla="*/ 20258 w 21779"/>
                  <a:gd name="connsiteY8" fmla="*/ 216069 h 216069"/>
                  <a:gd name="connsiteX9" fmla="*/ 1522 w 21779"/>
                  <a:gd name="connsiteY9" fmla="*/ 216069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779" h="216069">
                    <a:moveTo>
                      <a:pt x="0" y="23097"/>
                    </a:moveTo>
                    <a:lnTo>
                      <a:pt x="0" y="0"/>
                    </a:lnTo>
                    <a:lnTo>
                      <a:pt x="21779" y="0"/>
                    </a:lnTo>
                    <a:lnTo>
                      <a:pt x="21779" y="23097"/>
                    </a:lnTo>
                    <a:lnTo>
                      <a:pt x="0" y="23097"/>
                    </a:lnTo>
                    <a:close/>
                    <a:moveTo>
                      <a:pt x="1522" y="216069"/>
                    </a:moveTo>
                    <a:lnTo>
                      <a:pt x="1522" y="66032"/>
                    </a:lnTo>
                    <a:lnTo>
                      <a:pt x="20258" y="66032"/>
                    </a:lnTo>
                    <a:lnTo>
                      <a:pt x="20258" y="216069"/>
                    </a:lnTo>
                    <a:lnTo>
                      <a:pt x="1522" y="21606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61" name="Freeform 60">
                <a:extLst>
                  <a:ext uri="{FF2B5EF4-FFF2-40B4-BE49-F238E27FC236}">
                    <a16:creationId xmlns:a16="http://schemas.microsoft.com/office/drawing/2014/main" id="{24B2CCD8-CCCB-DEF5-13F7-4FFC38550AA4}"/>
                  </a:ext>
                </a:extLst>
              </p:cNvPr>
              <p:cNvSpPr/>
              <p:nvPr/>
            </p:nvSpPr>
            <p:spPr>
              <a:xfrm>
                <a:off x="6069179" y="3351978"/>
                <a:ext cx="114222" cy="153390"/>
              </a:xfrm>
              <a:custGeom>
                <a:avLst/>
                <a:gdLst>
                  <a:gd name="connsiteX0" fmla="*/ 95677 w 114222"/>
                  <a:gd name="connsiteY0" fmla="*/ 153391 h 153390"/>
                  <a:gd name="connsiteX1" fmla="*/ 95677 w 114222"/>
                  <a:gd name="connsiteY1" fmla="*/ 58301 h 153390"/>
                  <a:gd name="connsiteX2" fmla="*/ 59537 w 114222"/>
                  <a:gd name="connsiteY2" fmla="*/ 15646 h 153390"/>
                  <a:gd name="connsiteX3" fmla="*/ 19687 w 114222"/>
                  <a:gd name="connsiteY3" fmla="*/ 39954 h 153390"/>
                  <a:gd name="connsiteX4" fmla="*/ 19687 w 114222"/>
                  <a:gd name="connsiteY4" fmla="*/ 153391 h 153390"/>
                  <a:gd name="connsiteX5" fmla="*/ 951 w 114222"/>
                  <a:gd name="connsiteY5" fmla="*/ 153391 h 153390"/>
                  <a:gd name="connsiteX6" fmla="*/ 951 w 114222"/>
                  <a:gd name="connsiteY6" fmla="*/ 30920 h 153390"/>
                  <a:gd name="connsiteX7" fmla="*/ 0 w 114222"/>
                  <a:gd name="connsiteY7" fmla="*/ 3353 h 153390"/>
                  <a:gd name="connsiteX8" fmla="*/ 15598 w 114222"/>
                  <a:gd name="connsiteY8" fmla="*/ 3353 h 153390"/>
                  <a:gd name="connsiteX9" fmla="*/ 17119 w 114222"/>
                  <a:gd name="connsiteY9" fmla="*/ 24028 h 153390"/>
                  <a:gd name="connsiteX10" fmla="*/ 63056 w 114222"/>
                  <a:gd name="connsiteY10" fmla="*/ 0 h 153390"/>
                  <a:gd name="connsiteX11" fmla="*/ 114223 w 114222"/>
                  <a:gd name="connsiteY11" fmla="*/ 59419 h 153390"/>
                  <a:gd name="connsiteX12" fmla="*/ 114223 w 114222"/>
                  <a:gd name="connsiteY12" fmla="*/ 153391 h 153390"/>
                  <a:gd name="connsiteX13" fmla="*/ 95487 w 114222"/>
                  <a:gd name="connsiteY13" fmla="*/ 153391 h 153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14222" h="153390">
                    <a:moveTo>
                      <a:pt x="95677" y="153391"/>
                    </a:moveTo>
                    <a:lnTo>
                      <a:pt x="95677" y="58301"/>
                    </a:lnTo>
                    <a:cubicBezTo>
                      <a:pt x="95677" y="31013"/>
                      <a:pt x="84359" y="15646"/>
                      <a:pt x="59537" y="15646"/>
                    </a:cubicBezTo>
                    <a:cubicBezTo>
                      <a:pt x="39279" y="15646"/>
                      <a:pt x="27010" y="29151"/>
                      <a:pt x="19687" y="39954"/>
                    </a:cubicBezTo>
                    <a:lnTo>
                      <a:pt x="19687" y="153391"/>
                    </a:lnTo>
                    <a:lnTo>
                      <a:pt x="951" y="153391"/>
                    </a:lnTo>
                    <a:lnTo>
                      <a:pt x="951" y="30920"/>
                    </a:lnTo>
                    <a:cubicBezTo>
                      <a:pt x="951" y="25798"/>
                      <a:pt x="381" y="8382"/>
                      <a:pt x="0" y="3353"/>
                    </a:cubicBezTo>
                    <a:lnTo>
                      <a:pt x="15598" y="3353"/>
                    </a:lnTo>
                    <a:lnTo>
                      <a:pt x="17119" y="24028"/>
                    </a:lnTo>
                    <a:cubicBezTo>
                      <a:pt x="26344" y="10803"/>
                      <a:pt x="42513" y="0"/>
                      <a:pt x="63056" y="0"/>
                    </a:cubicBezTo>
                    <a:cubicBezTo>
                      <a:pt x="100432" y="0"/>
                      <a:pt x="114223" y="23097"/>
                      <a:pt x="114223" y="59419"/>
                    </a:cubicBezTo>
                    <a:lnTo>
                      <a:pt x="114223" y="153391"/>
                    </a:lnTo>
                    <a:lnTo>
                      <a:pt x="95487" y="153391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62" name="Freeform 61">
                <a:extLst>
                  <a:ext uri="{FF2B5EF4-FFF2-40B4-BE49-F238E27FC236}">
                    <a16:creationId xmlns:a16="http://schemas.microsoft.com/office/drawing/2014/main" id="{9F2A53BA-B5A7-681A-2FE9-E78B15DCBB68}"/>
                  </a:ext>
                </a:extLst>
              </p:cNvPr>
              <p:cNvSpPr/>
              <p:nvPr/>
            </p:nvSpPr>
            <p:spPr>
              <a:xfrm>
                <a:off x="6224013" y="3289300"/>
                <a:ext cx="125730" cy="219328"/>
              </a:xfrm>
              <a:custGeom>
                <a:avLst/>
                <a:gdLst>
                  <a:gd name="connsiteX0" fmla="*/ 109753 w 125730"/>
                  <a:gd name="connsiteY0" fmla="*/ 216069 h 219328"/>
                  <a:gd name="connsiteX1" fmla="*/ 108231 w 125730"/>
                  <a:gd name="connsiteY1" fmla="*/ 192320 h 219328"/>
                  <a:gd name="connsiteX2" fmla="*/ 60392 w 125730"/>
                  <a:gd name="connsiteY2" fmla="*/ 219329 h 219328"/>
                  <a:gd name="connsiteX3" fmla="*/ 0 w 125730"/>
                  <a:gd name="connsiteY3" fmla="*/ 140352 h 219328"/>
                  <a:gd name="connsiteX4" fmla="*/ 63151 w 125730"/>
                  <a:gd name="connsiteY4" fmla="*/ 62586 h 219328"/>
                  <a:gd name="connsiteX5" fmla="*/ 106044 w 125730"/>
                  <a:gd name="connsiteY5" fmla="*/ 79350 h 219328"/>
                  <a:gd name="connsiteX6" fmla="*/ 106044 w 125730"/>
                  <a:gd name="connsiteY6" fmla="*/ 0 h 219328"/>
                  <a:gd name="connsiteX7" fmla="*/ 124779 w 125730"/>
                  <a:gd name="connsiteY7" fmla="*/ 0 h 219328"/>
                  <a:gd name="connsiteX8" fmla="*/ 124779 w 125730"/>
                  <a:gd name="connsiteY8" fmla="*/ 187850 h 219328"/>
                  <a:gd name="connsiteX9" fmla="*/ 125730 w 125730"/>
                  <a:gd name="connsiteY9" fmla="*/ 216069 h 219328"/>
                  <a:gd name="connsiteX10" fmla="*/ 109753 w 125730"/>
                  <a:gd name="connsiteY10" fmla="*/ 216069 h 219328"/>
                  <a:gd name="connsiteX11" fmla="*/ 106044 w 125730"/>
                  <a:gd name="connsiteY11" fmla="*/ 95369 h 219328"/>
                  <a:gd name="connsiteX12" fmla="*/ 67145 w 125730"/>
                  <a:gd name="connsiteY12" fmla="*/ 77953 h 219328"/>
                  <a:gd name="connsiteX13" fmla="*/ 19592 w 125730"/>
                  <a:gd name="connsiteY13" fmla="*/ 141004 h 219328"/>
                  <a:gd name="connsiteX14" fmla="*/ 64958 w 125730"/>
                  <a:gd name="connsiteY14" fmla="*/ 204055 h 219328"/>
                  <a:gd name="connsiteX15" fmla="*/ 106044 w 125730"/>
                  <a:gd name="connsiteY15" fmla="*/ 177046 h 219328"/>
                  <a:gd name="connsiteX16" fmla="*/ 106044 w 125730"/>
                  <a:gd name="connsiteY16" fmla="*/ 95462 h 2193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5730" h="219328">
                    <a:moveTo>
                      <a:pt x="109753" y="216069"/>
                    </a:moveTo>
                    <a:lnTo>
                      <a:pt x="108231" y="192320"/>
                    </a:lnTo>
                    <a:cubicBezTo>
                      <a:pt x="99386" y="204893"/>
                      <a:pt x="84645" y="219329"/>
                      <a:pt x="60392" y="219329"/>
                    </a:cubicBezTo>
                    <a:cubicBezTo>
                      <a:pt x="19592" y="219329"/>
                      <a:pt x="0" y="183938"/>
                      <a:pt x="0" y="140352"/>
                    </a:cubicBezTo>
                    <a:cubicBezTo>
                      <a:pt x="0" y="91736"/>
                      <a:pt x="28151" y="62586"/>
                      <a:pt x="63151" y="62586"/>
                    </a:cubicBezTo>
                    <a:cubicBezTo>
                      <a:pt x="82172" y="62586"/>
                      <a:pt x="97199" y="70409"/>
                      <a:pt x="106044" y="79350"/>
                    </a:cubicBezTo>
                    <a:lnTo>
                      <a:pt x="106044" y="0"/>
                    </a:lnTo>
                    <a:lnTo>
                      <a:pt x="124779" y="0"/>
                    </a:lnTo>
                    <a:lnTo>
                      <a:pt x="124779" y="187850"/>
                    </a:lnTo>
                    <a:cubicBezTo>
                      <a:pt x="124779" y="195021"/>
                      <a:pt x="125350" y="209457"/>
                      <a:pt x="125730" y="216069"/>
                    </a:cubicBezTo>
                    <a:lnTo>
                      <a:pt x="109753" y="216069"/>
                    </a:lnTo>
                    <a:close/>
                    <a:moveTo>
                      <a:pt x="106044" y="95369"/>
                    </a:moveTo>
                    <a:cubicBezTo>
                      <a:pt x="96533" y="86335"/>
                      <a:pt x="86737" y="77953"/>
                      <a:pt x="67145" y="77953"/>
                    </a:cubicBezTo>
                    <a:cubicBezTo>
                      <a:pt x="47553" y="77953"/>
                      <a:pt x="19592" y="93878"/>
                      <a:pt x="19592" y="141004"/>
                    </a:cubicBezTo>
                    <a:cubicBezTo>
                      <a:pt x="19592" y="178257"/>
                      <a:pt x="36140" y="204055"/>
                      <a:pt x="64958" y="204055"/>
                    </a:cubicBezTo>
                    <a:cubicBezTo>
                      <a:pt x="84264" y="204055"/>
                      <a:pt x="97484" y="190271"/>
                      <a:pt x="106044" y="177046"/>
                    </a:cubicBezTo>
                    <a:lnTo>
                      <a:pt x="106044" y="9546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</p:grpSp>
        <p:grpSp>
          <p:nvGrpSpPr>
            <p:cNvPr id="36" name="Graphic 17">
              <a:extLst>
                <a:ext uri="{FF2B5EF4-FFF2-40B4-BE49-F238E27FC236}">
                  <a16:creationId xmlns:a16="http://schemas.microsoft.com/office/drawing/2014/main" id="{730A25F0-3986-FA42-EED1-16FA9CDB55FE}"/>
                </a:ext>
              </a:extLst>
            </p:cNvPr>
            <p:cNvGrpSpPr/>
            <p:nvPr/>
          </p:nvGrpSpPr>
          <p:grpSpPr>
            <a:xfrm>
              <a:off x="6465963" y="3289300"/>
              <a:ext cx="1730364" cy="282193"/>
              <a:chOff x="6465963" y="3289300"/>
              <a:chExt cx="1730364" cy="282193"/>
            </a:xfrm>
            <a:grpFill/>
          </p:grpSpPr>
          <p:sp>
            <p:nvSpPr>
              <p:cNvPr id="37" name="Freeform 36">
                <a:extLst>
                  <a:ext uri="{FF2B5EF4-FFF2-40B4-BE49-F238E27FC236}">
                    <a16:creationId xmlns:a16="http://schemas.microsoft.com/office/drawing/2014/main" id="{DEF2580C-8FDE-8FFC-1A83-E844730DFDC3}"/>
                  </a:ext>
                </a:extLst>
              </p:cNvPr>
              <p:cNvSpPr/>
              <p:nvPr/>
            </p:nvSpPr>
            <p:spPr>
              <a:xfrm>
                <a:off x="6465963" y="3355424"/>
                <a:ext cx="145512" cy="216069"/>
              </a:xfrm>
              <a:custGeom>
                <a:avLst/>
                <a:gdLst>
                  <a:gd name="connsiteX0" fmla="*/ 93204 w 145512"/>
                  <a:gd name="connsiteY0" fmla="*/ 161121 h 216069"/>
                  <a:gd name="connsiteX1" fmla="*/ 18451 w 145512"/>
                  <a:gd name="connsiteY1" fmla="*/ 216069 h 216069"/>
                  <a:gd name="connsiteX2" fmla="*/ 13220 w 145512"/>
                  <a:gd name="connsiteY2" fmla="*/ 189061 h 216069"/>
                  <a:gd name="connsiteX3" fmla="*/ 58871 w 145512"/>
                  <a:gd name="connsiteY3" fmla="*/ 159072 h 216069"/>
                  <a:gd name="connsiteX4" fmla="*/ 61914 w 145512"/>
                  <a:gd name="connsiteY4" fmla="*/ 149479 h 216069"/>
                  <a:gd name="connsiteX5" fmla="*/ 0 w 145512"/>
                  <a:gd name="connsiteY5" fmla="*/ 0 h 216069"/>
                  <a:gd name="connsiteX6" fmla="*/ 36426 w 145512"/>
                  <a:gd name="connsiteY6" fmla="*/ 0 h 216069"/>
                  <a:gd name="connsiteX7" fmla="*/ 63056 w 145512"/>
                  <a:gd name="connsiteY7" fmla="*/ 68453 h 216069"/>
                  <a:gd name="connsiteX8" fmla="*/ 78368 w 145512"/>
                  <a:gd name="connsiteY8" fmla="*/ 114368 h 216069"/>
                  <a:gd name="connsiteX9" fmla="*/ 111179 w 145512"/>
                  <a:gd name="connsiteY9" fmla="*/ 0 h 216069"/>
                  <a:gd name="connsiteX10" fmla="*/ 145513 w 145512"/>
                  <a:gd name="connsiteY10" fmla="*/ 0 h 216069"/>
                  <a:gd name="connsiteX11" fmla="*/ 93109 w 145512"/>
                  <a:gd name="connsiteY11" fmla="*/ 161214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5512" h="216069">
                    <a:moveTo>
                      <a:pt x="93204" y="161121"/>
                    </a:moveTo>
                    <a:cubicBezTo>
                      <a:pt x="80650" y="199492"/>
                      <a:pt x="52118" y="211878"/>
                      <a:pt x="18451" y="216069"/>
                    </a:cubicBezTo>
                    <a:lnTo>
                      <a:pt x="13220" y="189061"/>
                    </a:lnTo>
                    <a:cubicBezTo>
                      <a:pt x="37472" y="185428"/>
                      <a:pt x="53640" y="175277"/>
                      <a:pt x="58871" y="159072"/>
                    </a:cubicBezTo>
                    <a:lnTo>
                      <a:pt x="61914" y="149479"/>
                    </a:lnTo>
                    <a:lnTo>
                      <a:pt x="0" y="0"/>
                    </a:lnTo>
                    <a:lnTo>
                      <a:pt x="36426" y="0"/>
                    </a:lnTo>
                    <a:lnTo>
                      <a:pt x="63056" y="68453"/>
                    </a:lnTo>
                    <a:cubicBezTo>
                      <a:pt x="70379" y="87638"/>
                      <a:pt x="78368" y="114368"/>
                      <a:pt x="78368" y="114368"/>
                    </a:cubicBezTo>
                    <a:lnTo>
                      <a:pt x="111179" y="0"/>
                    </a:lnTo>
                    <a:lnTo>
                      <a:pt x="145513" y="0"/>
                    </a:lnTo>
                    <a:lnTo>
                      <a:pt x="93109" y="161214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38" name="Freeform 37">
                <a:extLst>
                  <a:ext uri="{FF2B5EF4-FFF2-40B4-BE49-F238E27FC236}">
                    <a16:creationId xmlns:a16="http://schemas.microsoft.com/office/drawing/2014/main" id="{D6F66D5D-5469-26A7-26D1-C029C1483187}"/>
                  </a:ext>
                </a:extLst>
              </p:cNvPr>
              <p:cNvSpPr/>
              <p:nvPr/>
            </p:nvSpPr>
            <p:spPr>
              <a:xfrm>
                <a:off x="6629927" y="3351140"/>
                <a:ext cx="147795" cy="158419"/>
              </a:xfrm>
              <a:custGeom>
                <a:avLst/>
                <a:gdLst>
                  <a:gd name="connsiteX0" fmla="*/ 73898 w 147795"/>
                  <a:gd name="connsiteY0" fmla="*/ 158420 h 158419"/>
                  <a:gd name="connsiteX1" fmla="*/ 0 w 147795"/>
                  <a:gd name="connsiteY1" fmla="*/ 78605 h 158419"/>
                  <a:gd name="connsiteX2" fmla="*/ 73898 w 147795"/>
                  <a:gd name="connsiteY2" fmla="*/ 0 h 158419"/>
                  <a:gd name="connsiteX3" fmla="*/ 147795 w 147795"/>
                  <a:gd name="connsiteY3" fmla="*/ 78605 h 158419"/>
                  <a:gd name="connsiteX4" fmla="*/ 73898 w 147795"/>
                  <a:gd name="connsiteY4" fmla="*/ 158420 h 158419"/>
                  <a:gd name="connsiteX5" fmla="*/ 73898 w 147795"/>
                  <a:gd name="connsiteY5" fmla="*/ 26357 h 158419"/>
                  <a:gd name="connsiteX6" fmla="*/ 34714 w 147795"/>
                  <a:gd name="connsiteY6" fmla="*/ 78605 h 158419"/>
                  <a:gd name="connsiteX7" fmla="*/ 73898 w 147795"/>
                  <a:gd name="connsiteY7" fmla="*/ 132063 h 158419"/>
                  <a:gd name="connsiteX8" fmla="*/ 113081 w 147795"/>
                  <a:gd name="connsiteY8" fmla="*/ 78605 h 158419"/>
                  <a:gd name="connsiteX9" fmla="*/ 73898 w 147795"/>
                  <a:gd name="connsiteY9" fmla="*/ 26357 h 158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7795" h="158419">
                    <a:moveTo>
                      <a:pt x="73898" y="158420"/>
                    </a:moveTo>
                    <a:cubicBezTo>
                      <a:pt x="26725" y="158420"/>
                      <a:pt x="0" y="124799"/>
                      <a:pt x="0" y="78605"/>
                    </a:cubicBezTo>
                    <a:cubicBezTo>
                      <a:pt x="0" y="32410"/>
                      <a:pt x="27581" y="0"/>
                      <a:pt x="73898" y="0"/>
                    </a:cubicBezTo>
                    <a:cubicBezTo>
                      <a:pt x="120214" y="0"/>
                      <a:pt x="147795" y="32410"/>
                      <a:pt x="147795" y="78605"/>
                    </a:cubicBezTo>
                    <a:cubicBezTo>
                      <a:pt x="147795" y="124799"/>
                      <a:pt x="120214" y="158420"/>
                      <a:pt x="73898" y="158420"/>
                    </a:cubicBezTo>
                    <a:close/>
                    <a:moveTo>
                      <a:pt x="73898" y="26357"/>
                    </a:moveTo>
                    <a:cubicBezTo>
                      <a:pt x="47838" y="26357"/>
                      <a:pt x="34714" y="47405"/>
                      <a:pt x="34714" y="78605"/>
                    </a:cubicBezTo>
                    <a:cubicBezTo>
                      <a:pt x="34714" y="109804"/>
                      <a:pt x="48504" y="132063"/>
                      <a:pt x="73898" y="132063"/>
                    </a:cubicBezTo>
                    <a:cubicBezTo>
                      <a:pt x="99291" y="132063"/>
                      <a:pt x="113081" y="109897"/>
                      <a:pt x="113081" y="78605"/>
                    </a:cubicBezTo>
                    <a:cubicBezTo>
                      <a:pt x="113081" y="47312"/>
                      <a:pt x="99005" y="26357"/>
                      <a:pt x="73898" y="26357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39" name="Freeform 38">
                <a:extLst>
                  <a:ext uri="{FF2B5EF4-FFF2-40B4-BE49-F238E27FC236}">
                    <a16:creationId xmlns:a16="http://schemas.microsoft.com/office/drawing/2014/main" id="{FC74A5D5-6378-A161-C615-813ADC11BC68}"/>
                  </a:ext>
                </a:extLst>
              </p:cNvPr>
              <p:cNvSpPr/>
              <p:nvPr/>
            </p:nvSpPr>
            <p:spPr>
              <a:xfrm>
                <a:off x="6812911" y="3355331"/>
                <a:ext cx="127252" cy="153949"/>
              </a:xfrm>
              <a:custGeom>
                <a:avLst/>
                <a:gdLst>
                  <a:gd name="connsiteX0" fmla="*/ 99957 w 127252"/>
                  <a:gd name="connsiteY0" fmla="*/ 150038 h 153949"/>
                  <a:gd name="connsiteX1" fmla="*/ 97199 w 127252"/>
                  <a:gd name="connsiteY1" fmla="*/ 132622 h 153949"/>
                  <a:gd name="connsiteX2" fmla="*/ 53069 w 127252"/>
                  <a:gd name="connsiteY2" fmla="*/ 153949 h 153949"/>
                  <a:gd name="connsiteX3" fmla="*/ 0 w 127252"/>
                  <a:gd name="connsiteY3" fmla="*/ 95462 h 153949"/>
                  <a:gd name="connsiteX4" fmla="*/ 0 w 127252"/>
                  <a:gd name="connsiteY4" fmla="*/ 0 h 153949"/>
                  <a:gd name="connsiteX5" fmla="*/ 34048 w 127252"/>
                  <a:gd name="connsiteY5" fmla="*/ 0 h 153949"/>
                  <a:gd name="connsiteX6" fmla="*/ 34048 w 127252"/>
                  <a:gd name="connsiteY6" fmla="*/ 90619 h 153949"/>
                  <a:gd name="connsiteX7" fmla="*/ 60107 w 127252"/>
                  <a:gd name="connsiteY7" fmla="*/ 127220 h 153949"/>
                  <a:gd name="connsiteX8" fmla="*/ 91682 w 127252"/>
                  <a:gd name="connsiteY8" fmla="*/ 108035 h 153949"/>
                  <a:gd name="connsiteX9" fmla="*/ 91682 w 127252"/>
                  <a:gd name="connsiteY9" fmla="*/ 0 h 153949"/>
                  <a:gd name="connsiteX10" fmla="*/ 125731 w 127252"/>
                  <a:gd name="connsiteY10" fmla="*/ 0 h 153949"/>
                  <a:gd name="connsiteX11" fmla="*/ 125731 w 127252"/>
                  <a:gd name="connsiteY11" fmla="*/ 123029 h 153949"/>
                  <a:gd name="connsiteX12" fmla="*/ 127252 w 127252"/>
                  <a:gd name="connsiteY12" fmla="*/ 150038 h 153949"/>
                  <a:gd name="connsiteX13" fmla="*/ 99957 w 127252"/>
                  <a:gd name="connsiteY13" fmla="*/ 150038 h 153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7252" h="153949">
                    <a:moveTo>
                      <a:pt x="99957" y="150038"/>
                    </a:moveTo>
                    <a:lnTo>
                      <a:pt x="97199" y="132622"/>
                    </a:lnTo>
                    <a:cubicBezTo>
                      <a:pt x="86452" y="146126"/>
                      <a:pt x="71425" y="153949"/>
                      <a:pt x="53069" y="153949"/>
                    </a:cubicBezTo>
                    <a:cubicBezTo>
                      <a:pt x="15027" y="153949"/>
                      <a:pt x="0" y="131784"/>
                      <a:pt x="0" y="95462"/>
                    </a:cubicBezTo>
                    <a:lnTo>
                      <a:pt x="0" y="0"/>
                    </a:lnTo>
                    <a:lnTo>
                      <a:pt x="34048" y="0"/>
                    </a:lnTo>
                    <a:lnTo>
                      <a:pt x="34048" y="90619"/>
                    </a:lnTo>
                    <a:cubicBezTo>
                      <a:pt x="34048" y="117069"/>
                      <a:pt x="39850" y="127220"/>
                      <a:pt x="60107" y="127220"/>
                    </a:cubicBezTo>
                    <a:cubicBezTo>
                      <a:pt x="76085" y="127220"/>
                      <a:pt x="86452" y="115485"/>
                      <a:pt x="91682" y="108035"/>
                    </a:cubicBezTo>
                    <a:lnTo>
                      <a:pt x="91682" y="0"/>
                    </a:lnTo>
                    <a:lnTo>
                      <a:pt x="125731" y="0"/>
                    </a:lnTo>
                    <a:lnTo>
                      <a:pt x="125731" y="123029"/>
                    </a:lnTo>
                    <a:cubicBezTo>
                      <a:pt x="125731" y="128151"/>
                      <a:pt x="126967" y="144915"/>
                      <a:pt x="127252" y="150038"/>
                    </a:cubicBezTo>
                    <a:lnTo>
                      <a:pt x="99957" y="150038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7C85FD81-7439-B818-D939-C95E421A237C}"/>
                  </a:ext>
                </a:extLst>
              </p:cNvPr>
              <p:cNvSpPr/>
              <p:nvPr/>
            </p:nvSpPr>
            <p:spPr>
              <a:xfrm>
                <a:off x="6980013" y="3351140"/>
                <a:ext cx="93204" cy="154228"/>
              </a:xfrm>
              <a:custGeom>
                <a:avLst/>
                <a:gdLst>
                  <a:gd name="connsiteX0" fmla="*/ 83123 w 93204"/>
                  <a:gd name="connsiteY0" fmla="*/ 37160 h 154228"/>
                  <a:gd name="connsiteX1" fmla="*/ 68381 w 93204"/>
                  <a:gd name="connsiteY1" fmla="*/ 32690 h 154228"/>
                  <a:gd name="connsiteX2" fmla="*/ 35570 w 93204"/>
                  <a:gd name="connsiteY2" fmla="*/ 56066 h 154228"/>
                  <a:gd name="connsiteX3" fmla="*/ 35570 w 93204"/>
                  <a:gd name="connsiteY3" fmla="*/ 154229 h 154228"/>
                  <a:gd name="connsiteX4" fmla="*/ 1521 w 93204"/>
                  <a:gd name="connsiteY4" fmla="*/ 154229 h 154228"/>
                  <a:gd name="connsiteX5" fmla="*/ 1521 w 93204"/>
                  <a:gd name="connsiteY5" fmla="*/ 32410 h 154228"/>
                  <a:gd name="connsiteX6" fmla="*/ 0 w 93204"/>
                  <a:gd name="connsiteY6" fmla="*/ 4191 h 154228"/>
                  <a:gd name="connsiteX7" fmla="*/ 26059 w 93204"/>
                  <a:gd name="connsiteY7" fmla="*/ 4191 h 154228"/>
                  <a:gd name="connsiteX8" fmla="*/ 28817 w 93204"/>
                  <a:gd name="connsiteY8" fmla="*/ 29710 h 154228"/>
                  <a:gd name="connsiteX9" fmla="*/ 77892 w 93204"/>
                  <a:gd name="connsiteY9" fmla="*/ 0 h 154228"/>
                  <a:gd name="connsiteX10" fmla="*/ 93204 w 93204"/>
                  <a:gd name="connsiteY10" fmla="*/ 2421 h 154228"/>
                  <a:gd name="connsiteX11" fmla="*/ 83123 w 93204"/>
                  <a:gd name="connsiteY11" fmla="*/ 37253 h 1542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93204" h="154228">
                    <a:moveTo>
                      <a:pt x="83123" y="37160"/>
                    </a:moveTo>
                    <a:cubicBezTo>
                      <a:pt x="78177" y="34180"/>
                      <a:pt x="73898" y="32690"/>
                      <a:pt x="68381" y="32690"/>
                    </a:cubicBezTo>
                    <a:cubicBezTo>
                      <a:pt x="53640" y="32690"/>
                      <a:pt x="44129" y="42934"/>
                      <a:pt x="35570" y="56066"/>
                    </a:cubicBezTo>
                    <a:lnTo>
                      <a:pt x="35570" y="154229"/>
                    </a:lnTo>
                    <a:lnTo>
                      <a:pt x="1521" y="154229"/>
                    </a:lnTo>
                    <a:lnTo>
                      <a:pt x="1521" y="32410"/>
                    </a:lnTo>
                    <a:cubicBezTo>
                      <a:pt x="1521" y="27288"/>
                      <a:pt x="285" y="9313"/>
                      <a:pt x="0" y="4191"/>
                    </a:cubicBezTo>
                    <a:lnTo>
                      <a:pt x="26059" y="4191"/>
                    </a:lnTo>
                    <a:lnTo>
                      <a:pt x="28817" y="29710"/>
                    </a:lnTo>
                    <a:cubicBezTo>
                      <a:pt x="37091" y="14063"/>
                      <a:pt x="51452" y="0"/>
                      <a:pt x="77892" y="0"/>
                    </a:cubicBezTo>
                    <a:cubicBezTo>
                      <a:pt x="83123" y="0"/>
                      <a:pt x="88924" y="931"/>
                      <a:pt x="93204" y="2421"/>
                    </a:cubicBezTo>
                    <a:lnTo>
                      <a:pt x="83123" y="37253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91A25841-1EE5-C581-50FD-95AA9E184D37}"/>
                  </a:ext>
                </a:extLst>
              </p:cNvPr>
              <p:cNvSpPr/>
              <p:nvPr/>
            </p:nvSpPr>
            <p:spPr>
              <a:xfrm>
                <a:off x="7192956" y="3351140"/>
                <a:ext cx="218744" cy="154321"/>
              </a:xfrm>
              <a:custGeom>
                <a:avLst/>
                <a:gdLst>
                  <a:gd name="connsiteX0" fmla="*/ 184982 w 218744"/>
                  <a:gd name="connsiteY0" fmla="*/ 154229 h 154321"/>
                  <a:gd name="connsiteX1" fmla="*/ 184982 w 218744"/>
                  <a:gd name="connsiteY1" fmla="*/ 67242 h 154321"/>
                  <a:gd name="connsiteX2" fmla="*/ 157972 w 218744"/>
                  <a:gd name="connsiteY2" fmla="*/ 27288 h 154321"/>
                  <a:gd name="connsiteX3" fmla="*/ 126682 w 218744"/>
                  <a:gd name="connsiteY3" fmla="*/ 47405 h 154321"/>
                  <a:gd name="connsiteX4" fmla="*/ 127252 w 218744"/>
                  <a:gd name="connsiteY4" fmla="*/ 57277 h 154321"/>
                  <a:gd name="connsiteX5" fmla="*/ 127252 w 218744"/>
                  <a:gd name="connsiteY5" fmla="*/ 154229 h 154321"/>
                  <a:gd name="connsiteX6" fmla="*/ 93204 w 218744"/>
                  <a:gd name="connsiteY6" fmla="*/ 154229 h 154321"/>
                  <a:gd name="connsiteX7" fmla="*/ 93204 w 218744"/>
                  <a:gd name="connsiteY7" fmla="*/ 67522 h 154321"/>
                  <a:gd name="connsiteX8" fmla="*/ 66194 w 218744"/>
                  <a:gd name="connsiteY8" fmla="*/ 27288 h 154321"/>
                  <a:gd name="connsiteX9" fmla="*/ 35570 w 218744"/>
                  <a:gd name="connsiteY9" fmla="*/ 47405 h 154321"/>
                  <a:gd name="connsiteX10" fmla="*/ 35570 w 218744"/>
                  <a:gd name="connsiteY10" fmla="*/ 154229 h 154321"/>
                  <a:gd name="connsiteX11" fmla="*/ 1522 w 218744"/>
                  <a:gd name="connsiteY11" fmla="*/ 154229 h 154321"/>
                  <a:gd name="connsiteX12" fmla="*/ 1522 w 218744"/>
                  <a:gd name="connsiteY12" fmla="*/ 31200 h 154321"/>
                  <a:gd name="connsiteX13" fmla="*/ 0 w 218744"/>
                  <a:gd name="connsiteY13" fmla="*/ 4191 h 154321"/>
                  <a:gd name="connsiteX14" fmla="*/ 26630 w 218744"/>
                  <a:gd name="connsiteY14" fmla="*/ 4191 h 154321"/>
                  <a:gd name="connsiteX15" fmla="*/ 29958 w 218744"/>
                  <a:gd name="connsiteY15" fmla="*/ 22818 h 154321"/>
                  <a:gd name="connsiteX16" fmla="*/ 72281 w 218744"/>
                  <a:gd name="connsiteY16" fmla="*/ 0 h 154321"/>
                  <a:gd name="connsiteX17" fmla="*/ 118217 w 218744"/>
                  <a:gd name="connsiteY17" fmla="*/ 24028 h 154321"/>
                  <a:gd name="connsiteX18" fmla="*/ 164154 w 218744"/>
                  <a:gd name="connsiteY18" fmla="*/ 0 h 154321"/>
                  <a:gd name="connsiteX19" fmla="*/ 218745 w 218744"/>
                  <a:gd name="connsiteY19" fmla="*/ 68453 h 154321"/>
                  <a:gd name="connsiteX20" fmla="*/ 218745 w 218744"/>
                  <a:gd name="connsiteY20" fmla="*/ 154322 h 154321"/>
                  <a:gd name="connsiteX21" fmla="*/ 184697 w 218744"/>
                  <a:gd name="connsiteY21" fmla="*/ 154322 h 1543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18744" h="154321">
                    <a:moveTo>
                      <a:pt x="184982" y="154229"/>
                    </a:moveTo>
                    <a:lnTo>
                      <a:pt x="184982" y="67242"/>
                    </a:lnTo>
                    <a:cubicBezTo>
                      <a:pt x="184982" y="42655"/>
                      <a:pt x="179180" y="27288"/>
                      <a:pt x="157972" y="27288"/>
                    </a:cubicBezTo>
                    <a:cubicBezTo>
                      <a:pt x="144181" y="27288"/>
                      <a:pt x="133719" y="37160"/>
                      <a:pt x="126682" y="47405"/>
                    </a:cubicBezTo>
                    <a:cubicBezTo>
                      <a:pt x="126967" y="50106"/>
                      <a:pt x="127252" y="54297"/>
                      <a:pt x="127252" y="57277"/>
                    </a:cubicBezTo>
                    <a:lnTo>
                      <a:pt x="127252" y="154229"/>
                    </a:lnTo>
                    <a:lnTo>
                      <a:pt x="93204" y="154229"/>
                    </a:lnTo>
                    <a:lnTo>
                      <a:pt x="93204" y="67522"/>
                    </a:lnTo>
                    <a:cubicBezTo>
                      <a:pt x="93204" y="41724"/>
                      <a:pt x="88639" y="27288"/>
                      <a:pt x="66194" y="27288"/>
                    </a:cubicBezTo>
                    <a:cubicBezTo>
                      <a:pt x="53355" y="27288"/>
                      <a:pt x="42322" y="38092"/>
                      <a:pt x="35570" y="47405"/>
                    </a:cubicBezTo>
                    <a:lnTo>
                      <a:pt x="35570" y="154229"/>
                    </a:lnTo>
                    <a:lnTo>
                      <a:pt x="1522" y="154229"/>
                    </a:lnTo>
                    <a:lnTo>
                      <a:pt x="1522" y="31200"/>
                    </a:lnTo>
                    <a:cubicBezTo>
                      <a:pt x="1522" y="26077"/>
                      <a:pt x="285" y="9313"/>
                      <a:pt x="0" y="4191"/>
                    </a:cubicBezTo>
                    <a:lnTo>
                      <a:pt x="26630" y="4191"/>
                    </a:lnTo>
                    <a:lnTo>
                      <a:pt x="29958" y="22818"/>
                    </a:lnTo>
                    <a:cubicBezTo>
                      <a:pt x="40991" y="9872"/>
                      <a:pt x="55067" y="0"/>
                      <a:pt x="72281" y="0"/>
                    </a:cubicBezTo>
                    <a:cubicBezTo>
                      <a:pt x="96153" y="0"/>
                      <a:pt x="109087" y="9034"/>
                      <a:pt x="118217" y="24028"/>
                    </a:cubicBezTo>
                    <a:cubicBezTo>
                      <a:pt x="128013" y="11083"/>
                      <a:pt x="142755" y="0"/>
                      <a:pt x="164154" y="0"/>
                    </a:cubicBezTo>
                    <a:cubicBezTo>
                      <a:pt x="202481" y="0"/>
                      <a:pt x="218745" y="20676"/>
                      <a:pt x="218745" y="68453"/>
                    </a:cubicBezTo>
                    <a:lnTo>
                      <a:pt x="218745" y="154322"/>
                    </a:lnTo>
                    <a:lnTo>
                      <a:pt x="184697" y="15432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DAF38C2C-F6DC-FA51-E15F-BF8F58BC825B}"/>
                  </a:ext>
                </a:extLst>
              </p:cNvPr>
              <p:cNvSpPr/>
              <p:nvPr/>
            </p:nvSpPr>
            <p:spPr>
              <a:xfrm>
                <a:off x="7454879" y="3289300"/>
                <a:ext cx="36425" cy="216069"/>
              </a:xfrm>
              <a:custGeom>
                <a:avLst/>
                <a:gdLst>
                  <a:gd name="connsiteX0" fmla="*/ 0 w 36425"/>
                  <a:gd name="connsiteY0" fmla="*/ 32969 h 216069"/>
                  <a:gd name="connsiteX1" fmla="*/ 0 w 36425"/>
                  <a:gd name="connsiteY1" fmla="*/ 0 h 216069"/>
                  <a:gd name="connsiteX2" fmla="*/ 36426 w 36425"/>
                  <a:gd name="connsiteY2" fmla="*/ 0 h 216069"/>
                  <a:gd name="connsiteX3" fmla="*/ 36426 w 36425"/>
                  <a:gd name="connsiteY3" fmla="*/ 32969 h 216069"/>
                  <a:gd name="connsiteX4" fmla="*/ 0 w 36425"/>
                  <a:gd name="connsiteY4" fmla="*/ 32969 h 216069"/>
                  <a:gd name="connsiteX5" fmla="*/ 1236 w 36425"/>
                  <a:gd name="connsiteY5" fmla="*/ 216069 h 216069"/>
                  <a:gd name="connsiteX6" fmla="*/ 1236 w 36425"/>
                  <a:gd name="connsiteY6" fmla="*/ 66032 h 216069"/>
                  <a:gd name="connsiteX7" fmla="*/ 35284 w 36425"/>
                  <a:gd name="connsiteY7" fmla="*/ 66032 h 216069"/>
                  <a:gd name="connsiteX8" fmla="*/ 35284 w 36425"/>
                  <a:gd name="connsiteY8" fmla="*/ 216069 h 216069"/>
                  <a:gd name="connsiteX9" fmla="*/ 1236 w 36425"/>
                  <a:gd name="connsiteY9" fmla="*/ 216069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6425" h="216069">
                    <a:moveTo>
                      <a:pt x="0" y="32969"/>
                    </a:moveTo>
                    <a:lnTo>
                      <a:pt x="0" y="0"/>
                    </a:lnTo>
                    <a:lnTo>
                      <a:pt x="36426" y="0"/>
                    </a:lnTo>
                    <a:lnTo>
                      <a:pt x="36426" y="32969"/>
                    </a:lnTo>
                    <a:lnTo>
                      <a:pt x="0" y="32969"/>
                    </a:lnTo>
                    <a:close/>
                    <a:moveTo>
                      <a:pt x="1236" y="216069"/>
                    </a:moveTo>
                    <a:lnTo>
                      <a:pt x="1236" y="66032"/>
                    </a:lnTo>
                    <a:lnTo>
                      <a:pt x="35284" y="66032"/>
                    </a:lnTo>
                    <a:lnTo>
                      <a:pt x="35284" y="216069"/>
                    </a:lnTo>
                    <a:lnTo>
                      <a:pt x="1236" y="21606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C1535F5D-8941-4401-ADFA-1A29BCFDADD3}"/>
                  </a:ext>
                </a:extLst>
              </p:cNvPr>
              <p:cNvSpPr/>
              <p:nvPr/>
            </p:nvSpPr>
            <p:spPr>
              <a:xfrm>
                <a:off x="7520502" y="3351326"/>
                <a:ext cx="120689" cy="157954"/>
              </a:xfrm>
              <a:custGeom>
                <a:avLst/>
                <a:gdLst>
                  <a:gd name="connsiteX0" fmla="*/ 61914 w 120689"/>
                  <a:gd name="connsiteY0" fmla="*/ 157954 h 157954"/>
                  <a:gd name="connsiteX1" fmla="*/ 0 w 120689"/>
                  <a:gd name="connsiteY1" fmla="*/ 139048 h 157954"/>
                  <a:gd name="connsiteX2" fmla="*/ 15598 w 120689"/>
                  <a:gd name="connsiteY2" fmla="*/ 115299 h 157954"/>
                  <a:gd name="connsiteX3" fmla="*/ 60678 w 120689"/>
                  <a:gd name="connsiteY3" fmla="*/ 131784 h 157954"/>
                  <a:gd name="connsiteX4" fmla="*/ 85786 w 120689"/>
                  <a:gd name="connsiteY4" fmla="*/ 115020 h 157954"/>
                  <a:gd name="connsiteX5" fmla="*/ 55732 w 120689"/>
                  <a:gd name="connsiteY5" fmla="*/ 91271 h 157954"/>
                  <a:gd name="connsiteX6" fmla="*/ 6372 w 120689"/>
                  <a:gd name="connsiteY6" fmla="*/ 44145 h 157954"/>
                  <a:gd name="connsiteX7" fmla="*/ 64577 w 120689"/>
                  <a:gd name="connsiteY7" fmla="*/ 0 h 157954"/>
                  <a:gd name="connsiteX8" fmla="*/ 118788 w 120689"/>
                  <a:gd name="connsiteY8" fmla="*/ 16205 h 157954"/>
                  <a:gd name="connsiteX9" fmla="*/ 104427 w 120689"/>
                  <a:gd name="connsiteY9" fmla="*/ 39302 h 157954"/>
                  <a:gd name="connsiteX10" fmla="*/ 65528 w 120689"/>
                  <a:gd name="connsiteY10" fmla="*/ 26077 h 157954"/>
                  <a:gd name="connsiteX11" fmla="*/ 41276 w 120689"/>
                  <a:gd name="connsiteY11" fmla="*/ 41724 h 157954"/>
                  <a:gd name="connsiteX12" fmla="*/ 75895 w 120689"/>
                  <a:gd name="connsiteY12" fmla="*/ 64821 h 157954"/>
                  <a:gd name="connsiteX13" fmla="*/ 120690 w 120689"/>
                  <a:gd name="connsiteY13" fmla="*/ 113716 h 157954"/>
                  <a:gd name="connsiteX14" fmla="*/ 61819 w 120689"/>
                  <a:gd name="connsiteY14" fmla="*/ 157861 h 157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0689" h="157954">
                    <a:moveTo>
                      <a:pt x="61914" y="157954"/>
                    </a:moveTo>
                    <a:cubicBezTo>
                      <a:pt x="33097" y="157954"/>
                      <a:pt x="16263" y="149572"/>
                      <a:pt x="0" y="139048"/>
                    </a:cubicBezTo>
                    <a:lnTo>
                      <a:pt x="15598" y="115299"/>
                    </a:lnTo>
                    <a:cubicBezTo>
                      <a:pt x="28817" y="124612"/>
                      <a:pt x="44129" y="131784"/>
                      <a:pt x="60678" y="131784"/>
                    </a:cubicBezTo>
                    <a:cubicBezTo>
                      <a:pt x="77226" y="131784"/>
                      <a:pt x="85786" y="124612"/>
                      <a:pt x="85786" y="115020"/>
                    </a:cubicBezTo>
                    <a:cubicBezTo>
                      <a:pt x="85786" y="101795"/>
                      <a:pt x="76941" y="96672"/>
                      <a:pt x="55732" y="91271"/>
                    </a:cubicBezTo>
                    <a:cubicBezTo>
                      <a:pt x="32146" y="85310"/>
                      <a:pt x="6372" y="73855"/>
                      <a:pt x="6372" y="44145"/>
                    </a:cubicBezTo>
                    <a:cubicBezTo>
                      <a:pt x="6372" y="16578"/>
                      <a:pt x="30244" y="0"/>
                      <a:pt x="64577" y="0"/>
                    </a:cubicBezTo>
                    <a:cubicBezTo>
                      <a:pt x="86356" y="0"/>
                      <a:pt x="101669" y="4191"/>
                      <a:pt x="118788" y="16205"/>
                    </a:cubicBezTo>
                    <a:lnTo>
                      <a:pt x="104427" y="39302"/>
                    </a:lnTo>
                    <a:cubicBezTo>
                      <a:pt x="91207" y="29430"/>
                      <a:pt x="74659" y="26077"/>
                      <a:pt x="65528" y="26077"/>
                    </a:cubicBezTo>
                    <a:cubicBezTo>
                      <a:pt x="48029" y="26077"/>
                      <a:pt x="41276" y="32410"/>
                      <a:pt x="41276" y="41724"/>
                    </a:cubicBezTo>
                    <a:cubicBezTo>
                      <a:pt x="41276" y="54669"/>
                      <a:pt x="52594" y="58488"/>
                      <a:pt x="75895" y="64821"/>
                    </a:cubicBezTo>
                    <a:cubicBezTo>
                      <a:pt x="95487" y="69943"/>
                      <a:pt x="120690" y="80095"/>
                      <a:pt x="120690" y="113716"/>
                    </a:cubicBezTo>
                    <a:cubicBezTo>
                      <a:pt x="120690" y="144915"/>
                      <a:pt x="90922" y="157861"/>
                      <a:pt x="61819" y="157861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E8BC516D-C469-BE34-F4D7-29DA3B9741D4}"/>
                  </a:ext>
                </a:extLst>
              </p:cNvPr>
              <p:cNvSpPr/>
              <p:nvPr/>
            </p:nvSpPr>
            <p:spPr>
              <a:xfrm>
                <a:off x="7658502" y="3351326"/>
                <a:ext cx="120689" cy="157954"/>
              </a:xfrm>
              <a:custGeom>
                <a:avLst/>
                <a:gdLst>
                  <a:gd name="connsiteX0" fmla="*/ 61914 w 120689"/>
                  <a:gd name="connsiteY0" fmla="*/ 157954 h 157954"/>
                  <a:gd name="connsiteX1" fmla="*/ 0 w 120689"/>
                  <a:gd name="connsiteY1" fmla="*/ 139048 h 157954"/>
                  <a:gd name="connsiteX2" fmla="*/ 15597 w 120689"/>
                  <a:gd name="connsiteY2" fmla="*/ 115299 h 157954"/>
                  <a:gd name="connsiteX3" fmla="*/ 60678 w 120689"/>
                  <a:gd name="connsiteY3" fmla="*/ 131784 h 157954"/>
                  <a:gd name="connsiteX4" fmla="*/ 85786 w 120689"/>
                  <a:gd name="connsiteY4" fmla="*/ 115020 h 157954"/>
                  <a:gd name="connsiteX5" fmla="*/ 55732 w 120689"/>
                  <a:gd name="connsiteY5" fmla="*/ 91271 h 157954"/>
                  <a:gd name="connsiteX6" fmla="*/ 6372 w 120689"/>
                  <a:gd name="connsiteY6" fmla="*/ 44145 h 157954"/>
                  <a:gd name="connsiteX7" fmla="*/ 64577 w 120689"/>
                  <a:gd name="connsiteY7" fmla="*/ 0 h 157954"/>
                  <a:gd name="connsiteX8" fmla="*/ 118788 w 120689"/>
                  <a:gd name="connsiteY8" fmla="*/ 16205 h 157954"/>
                  <a:gd name="connsiteX9" fmla="*/ 104427 w 120689"/>
                  <a:gd name="connsiteY9" fmla="*/ 39302 h 157954"/>
                  <a:gd name="connsiteX10" fmla="*/ 65528 w 120689"/>
                  <a:gd name="connsiteY10" fmla="*/ 26077 h 157954"/>
                  <a:gd name="connsiteX11" fmla="*/ 41276 w 120689"/>
                  <a:gd name="connsiteY11" fmla="*/ 41724 h 157954"/>
                  <a:gd name="connsiteX12" fmla="*/ 75895 w 120689"/>
                  <a:gd name="connsiteY12" fmla="*/ 64821 h 157954"/>
                  <a:gd name="connsiteX13" fmla="*/ 120690 w 120689"/>
                  <a:gd name="connsiteY13" fmla="*/ 113716 h 157954"/>
                  <a:gd name="connsiteX14" fmla="*/ 61819 w 120689"/>
                  <a:gd name="connsiteY14" fmla="*/ 157861 h 157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0689" h="157954">
                    <a:moveTo>
                      <a:pt x="61914" y="157954"/>
                    </a:moveTo>
                    <a:cubicBezTo>
                      <a:pt x="33097" y="157954"/>
                      <a:pt x="16263" y="149572"/>
                      <a:pt x="0" y="139048"/>
                    </a:cubicBezTo>
                    <a:lnTo>
                      <a:pt x="15597" y="115299"/>
                    </a:lnTo>
                    <a:cubicBezTo>
                      <a:pt x="28817" y="124612"/>
                      <a:pt x="44129" y="131784"/>
                      <a:pt x="60678" y="131784"/>
                    </a:cubicBezTo>
                    <a:cubicBezTo>
                      <a:pt x="77226" y="131784"/>
                      <a:pt x="85786" y="124612"/>
                      <a:pt x="85786" y="115020"/>
                    </a:cubicBezTo>
                    <a:cubicBezTo>
                      <a:pt x="85786" y="101795"/>
                      <a:pt x="76941" y="96672"/>
                      <a:pt x="55732" y="91271"/>
                    </a:cubicBezTo>
                    <a:cubicBezTo>
                      <a:pt x="32146" y="85310"/>
                      <a:pt x="6372" y="73855"/>
                      <a:pt x="6372" y="44145"/>
                    </a:cubicBezTo>
                    <a:cubicBezTo>
                      <a:pt x="6372" y="16578"/>
                      <a:pt x="30244" y="0"/>
                      <a:pt x="64577" y="0"/>
                    </a:cubicBezTo>
                    <a:cubicBezTo>
                      <a:pt x="86356" y="0"/>
                      <a:pt x="101669" y="4191"/>
                      <a:pt x="118788" y="16205"/>
                    </a:cubicBezTo>
                    <a:lnTo>
                      <a:pt x="104427" y="39302"/>
                    </a:lnTo>
                    <a:cubicBezTo>
                      <a:pt x="91207" y="29430"/>
                      <a:pt x="74659" y="26077"/>
                      <a:pt x="65528" y="26077"/>
                    </a:cubicBezTo>
                    <a:cubicBezTo>
                      <a:pt x="48029" y="26077"/>
                      <a:pt x="41276" y="32410"/>
                      <a:pt x="41276" y="41724"/>
                    </a:cubicBezTo>
                    <a:cubicBezTo>
                      <a:pt x="41276" y="54669"/>
                      <a:pt x="52594" y="58488"/>
                      <a:pt x="75895" y="64821"/>
                    </a:cubicBezTo>
                    <a:cubicBezTo>
                      <a:pt x="95487" y="69943"/>
                      <a:pt x="120690" y="80095"/>
                      <a:pt x="120690" y="113716"/>
                    </a:cubicBezTo>
                    <a:cubicBezTo>
                      <a:pt x="120690" y="144915"/>
                      <a:pt x="90922" y="157861"/>
                      <a:pt x="61819" y="157861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66854FBF-917C-F6E0-7A02-39E8F953B331}"/>
                  </a:ext>
                </a:extLst>
              </p:cNvPr>
              <p:cNvSpPr/>
              <p:nvPr/>
            </p:nvSpPr>
            <p:spPr>
              <a:xfrm>
                <a:off x="7812954" y="3289300"/>
                <a:ext cx="36425" cy="216069"/>
              </a:xfrm>
              <a:custGeom>
                <a:avLst/>
                <a:gdLst>
                  <a:gd name="connsiteX0" fmla="*/ 0 w 36425"/>
                  <a:gd name="connsiteY0" fmla="*/ 32969 h 216069"/>
                  <a:gd name="connsiteX1" fmla="*/ 0 w 36425"/>
                  <a:gd name="connsiteY1" fmla="*/ 0 h 216069"/>
                  <a:gd name="connsiteX2" fmla="*/ 36426 w 36425"/>
                  <a:gd name="connsiteY2" fmla="*/ 0 h 216069"/>
                  <a:gd name="connsiteX3" fmla="*/ 36426 w 36425"/>
                  <a:gd name="connsiteY3" fmla="*/ 32969 h 216069"/>
                  <a:gd name="connsiteX4" fmla="*/ 0 w 36425"/>
                  <a:gd name="connsiteY4" fmla="*/ 32969 h 216069"/>
                  <a:gd name="connsiteX5" fmla="*/ 1236 w 36425"/>
                  <a:gd name="connsiteY5" fmla="*/ 216069 h 216069"/>
                  <a:gd name="connsiteX6" fmla="*/ 1236 w 36425"/>
                  <a:gd name="connsiteY6" fmla="*/ 66032 h 216069"/>
                  <a:gd name="connsiteX7" fmla="*/ 35284 w 36425"/>
                  <a:gd name="connsiteY7" fmla="*/ 66032 h 216069"/>
                  <a:gd name="connsiteX8" fmla="*/ 35284 w 36425"/>
                  <a:gd name="connsiteY8" fmla="*/ 216069 h 216069"/>
                  <a:gd name="connsiteX9" fmla="*/ 1236 w 36425"/>
                  <a:gd name="connsiteY9" fmla="*/ 216069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6425" h="216069">
                    <a:moveTo>
                      <a:pt x="0" y="32969"/>
                    </a:moveTo>
                    <a:lnTo>
                      <a:pt x="0" y="0"/>
                    </a:lnTo>
                    <a:lnTo>
                      <a:pt x="36426" y="0"/>
                    </a:lnTo>
                    <a:lnTo>
                      <a:pt x="36426" y="32969"/>
                    </a:lnTo>
                    <a:lnTo>
                      <a:pt x="0" y="32969"/>
                    </a:lnTo>
                    <a:close/>
                    <a:moveTo>
                      <a:pt x="1236" y="216069"/>
                    </a:moveTo>
                    <a:lnTo>
                      <a:pt x="1236" y="66032"/>
                    </a:lnTo>
                    <a:lnTo>
                      <a:pt x="35284" y="66032"/>
                    </a:lnTo>
                    <a:lnTo>
                      <a:pt x="35284" y="216069"/>
                    </a:lnTo>
                    <a:lnTo>
                      <a:pt x="1236" y="21606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E7AAE016-47D0-67A1-AD9E-22BEF88DDCA3}"/>
                  </a:ext>
                </a:extLst>
              </p:cNvPr>
              <p:cNvSpPr/>
              <p:nvPr/>
            </p:nvSpPr>
            <p:spPr>
              <a:xfrm>
                <a:off x="7884664" y="3351140"/>
                <a:ext cx="147795" cy="158419"/>
              </a:xfrm>
              <a:custGeom>
                <a:avLst/>
                <a:gdLst>
                  <a:gd name="connsiteX0" fmla="*/ 73898 w 147795"/>
                  <a:gd name="connsiteY0" fmla="*/ 158420 h 158419"/>
                  <a:gd name="connsiteX1" fmla="*/ 0 w 147795"/>
                  <a:gd name="connsiteY1" fmla="*/ 78605 h 158419"/>
                  <a:gd name="connsiteX2" fmla="*/ 73898 w 147795"/>
                  <a:gd name="connsiteY2" fmla="*/ 0 h 158419"/>
                  <a:gd name="connsiteX3" fmla="*/ 147795 w 147795"/>
                  <a:gd name="connsiteY3" fmla="*/ 78605 h 158419"/>
                  <a:gd name="connsiteX4" fmla="*/ 73898 w 147795"/>
                  <a:gd name="connsiteY4" fmla="*/ 158420 h 158419"/>
                  <a:gd name="connsiteX5" fmla="*/ 73898 w 147795"/>
                  <a:gd name="connsiteY5" fmla="*/ 26357 h 158419"/>
                  <a:gd name="connsiteX6" fmla="*/ 34714 w 147795"/>
                  <a:gd name="connsiteY6" fmla="*/ 78605 h 158419"/>
                  <a:gd name="connsiteX7" fmla="*/ 73898 w 147795"/>
                  <a:gd name="connsiteY7" fmla="*/ 132063 h 158419"/>
                  <a:gd name="connsiteX8" fmla="*/ 113081 w 147795"/>
                  <a:gd name="connsiteY8" fmla="*/ 78605 h 158419"/>
                  <a:gd name="connsiteX9" fmla="*/ 73898 w 147795"/>
                  <a:gd name="connsiteY9" fmla="*/ 26357 h 158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7795" h="158419">
                    <a:moveTo>
                      <a:pt x="73898" y="158420"/>
                    </a:moveTo>
                    <a:cubicBezTo>
                      <a:pt x="26725" y="158420"/>
                      <a:pt x="0" y="124799"/>
                      <a:pt x="0" y="78605"/>
                    </a:cubicBezTo>
                    <a:cubicBezTo>
                      <a:pt x="0" y="32410"/>
                      <a:pt x="27581" y="0"/>
                      <a:pt x="73898" y="0"/>
                    </a:cubicBezTo>
                    <a:cubicBezTo>
                      <a:pt x="120214" y="0"/>
                      <a:pt x="147795" y="32410"/>
                      <a:pt x="147795" y="78605"/>
                    </a:cubicBezTo>
                    <a:cubicBezTo>
                      <a:pt x="147795" y="124799"/>
                      <a:pt x="120214" y="158420"/>
                      <a:pt x="73898" y="158420"/>
                    </a:cubicBezTo>
                    <a:close/>
                    <a:moveTo>
                      <a:pt x="73898" y="26357"/>
                    </a:moveTo>
                    <a:cubicBezTo>
                      <a:pt x="47838" y="26357"/>
                      <a:pt x="34714" y="47405"/>
                      <a:pt x="34714" y="78605"/>
                    </a:cubicBezTo>
                    <a:cubicBezTo>
                      <a:pt x="34714" y="109804"/>
                      <a:pt x="48504" y="132063"/>
                      <a:pt x="73898" y="132063"/>
                    </a:cubicBezTo>
                    <a:cubicBezTo>
                      <a:pt x="99291" y="132063"/>
                      <a:pt x="113081" y="109897"/>
                      <a:pt x="113081" y="78605"/>
                    </a:cubicBezTo>
                    <a:cubicBezTo>
                      <a:pt x="113081" y="47312"/>
                      <a:pt x="99006" y="26357"/>
                      <a:pt x="73898" y="26357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B40E914A-A24D-9215-27F7-24EEB53C6D92}"/>
                  </a:ext>
                </a:extLst>
              </p:cNvPr>
              <p:cNvSpPr/>
              <p:nvPr/>
            </p:nvSpPr>
            <p:spPr>
              <a:xfrm>
                <a:off x="8066222" y="3351140"/>
                <a:ext cx="130105" cy="154228"/>
              </a:xfrm>
              <a:custGeom>
                <a:avLst/>
                <a:gdLst>
                  <a:gd name="connsiteX0" fmla="*/ 96248 w 130105"/>
                  <a:gd name="connsiteY0" fmla="*/ 154229 h 154228"/>
                  <a:gd name="connsiteX1" fmla="*/ 96248 w 130105"/>
                  <a:gd name="connsiteY1" fmla="*/ 67242 h 154228"/>
                  <a:gd name="connsiteX2" fmla="*/ 67716 w 130105"/>
                  <a:gd name="connsiteY2" fmla="*/ 27288 h 154228"/>
                  <a:gd name="connsiteX3" fmla="*/ 35570 w 130105"/>
                  <a:gd name="connsiteY3" fmla="*/ 47684 h 154228"/>
                  <a:gd name="connsiteX4" fmla="*/ 35570 w 130105"/>
                  <a:gd name="connsiteY4" fmla="*/ 154229 h 154228"/>
                  <a:gd name="connsiteX5" fmla="*/ 1522 w 130105"/>
                  <a:gd name="connsiteY5" fmla="*/ 154229 h 154228"/>
                  <a:gd name="connsiteX6" fmla="*/ 1522 w 130105"/>
                  <a:gd name="connsiteY6" fmla="*/ 31200 h 154228"/>
                  <a:gd name="connsiteX7" fmla="*/ 0 w 130105"/>
                  <a:gd name="connsiteY7" fmla="*/ 4191 h 154228"/>
                  <a:gd name="connsiteX8" fmla="*/ 26630 w 130105"/>
                  <a:gd name="connsiteY8" fmla="*/ 4191 h 154228"/>
                  <a:gd name="connsiteX9" fmla="*/ 29958 w 130105"/>
                  <a:gd name="connsiteY9" fmla="*/ 23376 h 154228"/>
                  <a:gd name="connsiteX10" fmla="*/ 75895 w 130105"/>
                  <a:gd name="connsiteY10" fmla="*/ 0 h 154228"/>
                  <a:gd name="connsiteX11" fmla="*/ 130105 w 130105"/>
                  <a:gd name="connsiteY11" fmla="*/ 69291 h 154228"/>
                  <a:gd name="connsiteX12" fmla="*/ 130105 w 130105"/>
                  <a:gd name="connsiteY12" fmla="*/ 154229 h 154228"/>
                  <a:gd name="connsiteX13" fmla="*/ 96057 w 130105"/>
                  <a:gd name="connsiteY13" fmla="*/ 154229 h 1542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30105" h="154228">
                    <a:moveTo>
                      <a:pt x="96248" y="154229"/>
                    </a:moveTo>
                    <a:lnTo>
                      <a:pt x="96248" y="67242"/>
                    </a:lnTo>
                    <a:cubicBezTo>
                      <a:pt x="96248" y="42934"/>
                      <a:pt x="91017" y="27288"/>
                      <a:pt x="67716" y="27288"/>
                    </a:cubicBezTo>
                    <a:cubicBezTo>
                      <a:pt x="53925" y="27288"/>
                      <a:pt x="43178" y="37533"/>
                      <a:pt x="35570" y="47684"/>
                    </a:cubicBezTo>
                    <a:lnTo>
                      <a:pt x="35570" y="154229"/>
                    </a:lnTo>
                    <a:lnTo>
                      <a:pt x="1522" y="154229"/>
                    </a:lnTo>
                    <a:lnTo>
                      <a:pt x="1522" y="31200"/>
                    </a:lnTo>
                    <a:cubicBezTo>
                      <a:pt x="1522" y="26077"/>
                      <a:pt x="285" y="9313"/>
                      <a:pt x="0" y="4191"/>
                    </a:cubicBezTo>
                    <a:lnTo>
                      <a:pt x="26630" y="4191"/>
                    </a:lnTo>
                    <a:lnTo>
                      <a:pt x="29958" y="23376"/>
                    </a:lnTo>
                    <a:cubicBezTo>
                      <a:pt x="39184" y="10803"/>
                      <a:pt x="54781" y="0"/>
                      <a:pt x="75895" y="0"/>
                    </a:cubicBezTo>
                    <a:cubicBezTo>
                      <a:pt x="115459" y="0"/>
                      <a:pt x="130105" y="21048"/>
                      <a:pt x="130105" y="69291"/>
                    </a:cubicBezTo>
                    <a:lnTo>
                      <a:pt x="130105" y="154229"/>
                    </a:lnTo>
                    <a:lnTo>
                      <a:pt x="96057" y="15422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29871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7000" advClick="0" advTm="8000"/>
    </mc:Choice>
    <mc:Fallback xmlns="">
      <p:transition spd="slow" advClick="0" advTm="8000"/>
    </mc:Fallback>
  </mc:AlternateContent>
  <p:extLst>
    <p:ext uri="{DCECCB84-F9BA-43D5-87BE-67443E8EF086}">
      <p15:sldGuideLst xmlns:p15="http://schemas.microsoft.com/office/powerpoint/2012/main">
        <p15:guide id="1" pos="4135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684B312-63A1-3A01-F5CC-20FADD10C353}"/>
              </a:ext>
            </a:extLst>
          </p:cNvPr>
          <p:cNvSpPr/>
          <p:nvPr userDrawn="1"/>
        </p:nvSpPr>
        <p:spPr>
          <a:xfrm>
            <a:off x="0" y="0"/>
            <a:ext cx="4079875" cy="6858000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tx2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K"/>
          </a:p>
        </p:txBody>
      </p:sp>
      <p:sp>
        <p:nvSpPr>
          <p:cNvPr id="48" name="Picture Placeholder 47">
            <a:extLst>
              <a:ext uri="{FF2B5EF4-FFF2-40B4-BE49-F238E27FC236}">
                <a16:creationId xmlns:a16="http://schemas.microsoft.com/office/drawing/2014/main" id="{A0999248-014E-E330-C744-67B67419C1D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79875" y="-1"/>
            <a:ext cx="8112125" cy="6857999"/>
          </a:xfrm>
          <a:noFill/>
        </p:spPr>
        <p:txBody>
          <a:bodyPr/>
          <a:lstStyle/>
          <a:p>
            <a:endParaRPr lang="en-D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641DD1-7679-677C-E5F7-106CA2181E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2914" y="2734866"/>
            <a:ext cx="3205162" cy="1846659"/>
          </a:xfrm>
        </p:spPr>
        <p:txBody>
          <a:bodyPr anchor="b">
            <a:sp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F341B7-46C6-C8A5-E8C6-CBE351D0DA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-3338689" y="3338691"/>
            <a:ext cx="6857999" cy="180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7632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9DEFA19-EF80-09C6-71C3-50FAB05C1233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tx2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641DD1-7679-677C-E5F7-106CA2181E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2913" y="3350419"/>
            <a:ext cx="5653087" cy="1231106"/>
          </a:xfrm>
        </p:spPr>
        <p:txBody>
          <a:bodyPr anchor="b">
            <a:sp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E91B44-BCF3-6F14-3AED-DE3BFDF50E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-3338689" y="3338691"/>
            <a:ext cx="6857999" cy="180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6377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no sla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D3F7E3C0-7229-A0C8-B308-597A6B55C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18295"/>
            <a:ext cx="10801348" cy="889755"/>
          </a:xfrm>
        </p:spPr>
        <p:txBody>
          <a:bodyPr anchor="b" anchorCtr="0">
            <a:noAutofit/>
          </a:bodyPr>
          <a:lstStyle>
            <a:lvl1pPr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72408F-9F57-F0EA-40F4-FC69D1459B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8292" y="6334138"/>
            <a:ext cx="4114800" cy="32067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GB"/>
              <a:t>© 2023 Johnson Controls. All rights reserved.</a:t>
            </a:r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22277-E9E0-A612-FC14-D4B12374CB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8292" y="6334138"/>
            <a:ext cx="360000" cy="32067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4D2DCB6-719E-0F43-A160-E508323EF71D}" type="slidenum">
              <a:rPr lang="en-DK" smtClean="0"/>
              <a:pPr/>
              <a:t>‹#›</a:t>
            </a:fld>
            <a:endParaRPr lang="en-DK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19E80BD-420B-41C9-755A-9DE12A551DA5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75"/>
          <a:stretch/>
        </p:blipFill>
        <p:spPr>
          <a:xfrm>
            <a:off x="0" y="6750000"/>
            <a:ext cx="12192000" cy="108000"/>
          </a:xfrm>
          <a:prstGeom prst="rect">
            <a:avLst/>
          </a:prstGeom>
        </p:spPr>
      </p:pic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33C1480F-717F-B4B9-4DAF-B9DB92F78A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8965" y="6213268"/>
            <a:ext cx="972000" cy="425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3376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lumn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D3F7E3C0-7229-A0C8-B308-597A6B55C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18295"/>
            <a:ext cx="10801348" cy="889755"/>
          </a:xfrm>
        </p:spPr>
        <p:txBody>
          <a:bodyPr anchor="b" anchorCtr="0">
            <a:noAutofit/>
          </a:bodyPr>
          <a:lstStyle>
            <a:lvl1pPr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FCD63F0-20B4-4503-19AD-0E2CBC331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3" y="1268413"/>
            <a:ext cx="4892400" cy="1908215"/>
          </a:xfrm>
        </p:spPr>
        <p:txBody>
          <a:bodyPr>
            <a:spAutoFit/>
          </a:bodyPr>
          <a:lstStyle>
            <a:lvl1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72408F-9F57-F0EA-40F4-FC69D1459B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8292" y="6334138"/>
            <a:ext cx="4114800" cy="32067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GB"/>
              <a:t>© 2023 Johnson Controls. All rights reserved.</a:t>
            </a:r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22277-E9E0-A612-FC14-D4B12374CB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8292" y="6334138"/>
            <a:ext cx="360000" cy="32067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4D2DCB6-719E-0F43-A160-E508323EF71D}" type="slidenum">
              <a:rPr lang="en-DK" smtClean="0"/>
              <a:pPr/>
              <a:t>‹#›</a:t>
            </a:fld>
            <a:endParaRPr lang="en-DK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2EBDF4B-E05A-04FD-7628-934404C137EB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2913" y="1053025"/>
            <a:ext cx="540000" cy="36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19E80BD-420B-41C9-755A-9DE12A551DA5}"/>
              </a:ext>
            </a:extLst>
          </p:cNvPr>
          <p:cNvPicPr>
            <a:picLocks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75"/>
          <a:stretch/>
        </p:blipFill>
        <p:spPr>
          <a:xfrm>
            <a:off x="0" y="6750000"/>
            <a:ext cx="12192000" cy="108000"/>
          </a:xfrm>
          <a:prstGeom prst="rect">
            <a:avLst/>
          </a:prstGeom>
        </p:spPr>
      </p:pic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33C1480F-717F-B4B9-4DAF-B9DB92F78AF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8965" y="6213268"/>
            <a:ext cx="972000" cy="425670"/>
          </a:xfrm>
          <a:prstGeom prst="rect">
            <a:avLst/>
          </a:prstGeom>
        </p:spPr>
      </p:pic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7F2681EC-1F9A-713B-DA10-49F6F15367A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1268413"/>
            <a:ext cx="5653088" cy="3902075"/>
          </a:xfrm>
        </p:spPr>
        <p:txBody>
          <a:bodyPr/>
          <a:lstStyle/>
          <a:p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23635809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D3F7E3C0-7229-A0C8-B308-597A6B55C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18295"/>
            <a:ext cx="10801348" cy="889755"/>
          </a:xfrm>
        </p:spPr>
        <p:txBody>
          <a:bodyPr anchor="b" anchorCtr="0">
            <a:noAutofit/>
          </a:bodyPr>
          <a:lstStyle>
            <a:lvl1pPr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FCD63F0-20B4-4503-19AD-0E2CBC331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3" y="1268413"/>
            <a:ext cx="4896000" cy="1908215"/>
          </a:xfrm>
        </p:spPr>
        <p:txBody>
          <a:bodyPr>
            <a:spAutoFit/>
          </a:bodyPr>
          <a:lstStyle>
            <a:lvl1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72408F-9F57-F0EA-40F4-FC69D1459B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8292" y="6334138"/>
            <a:ext cx="4114800" cy="32067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GB"/>
              <a:t>© 2023 Johnson Controls. All rights reserved.</a:t>
            </a:r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22277-E9E0-A612-FC14-D4B12374CB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8292" y="6334138"/>
            <a:ext cx="360000" cy="32067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4D2DCB6-719E-0F43-A160-E508323EF71D}" type="slidenum">
              <a:rPr lang="en-DK" smtClean="0"/>
              <a:pPr/>
              <a:t>‹#›</a:t>
            </a:fld>
            <a:endParaRPr lang="en-DK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2EBDF4B-E05A-04FD-7628-934404C137EB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2913" y="1053025"/>
            <a:ext cx="540000" cy="36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19E80BD-420B-41C9-755A-9DE12A551DA5}"/>
              </a:ext>
            </a:extLst>
          </p:cNvPr>
          <p:cNvPicPr>
            <a:picLocks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75"/>
          <a:stretch/>
        </p:blipFill>
        <p:spPr>
          <a:xfrm>
            <a:off x="0" y="6750000"/>
            <a:ext cx="12192000" cy="108000"/>
          </a:xfrm>
          <a:prstGeom prst="rect">
            <a:avLst/>
          </a:prstGeom>
        </p:spPr>
      </p:pic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33C1480F-717F-B4B9-4DAF-B9DB92F78AF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8965" y="6213268"/>
            <a:ext cx="972000" cy="42567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1C4CE89-9402-1BF0-A9EE-FE765B4AA7B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096000" y="1268413"/>
            <a:ext cx="4896000" cy="1908215"/>
          </a:xfrm>
        </p:spPr>
        <p:txBody>
          <a:bodyPr>
            <a:spAutoFit/>
          </a:bodyPr>
          <a:lstStyle>
            <a:lvl1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80802500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Grey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D3F7E3C0-7229-A0C8-B308-597A6B55C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18295"/>
            <a:ext cx="10801348" cy="889755"/>
          </a:xfrm>
        </p:spPr>
        <p:txBody>
          <a:bodyPr anchor="b" anchorCtr="0">
            <a:noAutofit/>
          </a:bodyPr>
          <a:lstStyle>
            <a:lvl1pPr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FCD63F0-20B4-4503-19AD-0E2CBC331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3" y="1268413"/>
            <a:ext cx="5220000" cy="2489840"/>
          </a:xfrm>
          <a:solidFill>
            <a:schemeClr val="bg1">
              <a:lumMod val="95000"/>
            </a:schemeClr>
          </a:solidFill>
        </p:spPr>
        <p:txBody>
          <a:bodyPr lIns="288000" tIns="288000" rIns="288000" bIns="288000">
            <a:spAutoFit/>
          </a:bodyPr>
          <a:lstStyle>
            <a:lvl1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72408F-9F57-F0EA-40F4-FC69D1459B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8292" y="6334138"/>
            <a:ext cx="4114800" cy="32067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GB"/>
              <a:t>© 2023 Johnson Controls. All rights reserved.</a:t>
            </a:r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22277-E9E0-A612-FC14-D4B12374CB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8292" y="6334138"/>
            <a:ext cx="360000" cy="32067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4D2DCB6-719E-0F43-A160-E508323EF71D}" type="slidenum">
              <a:rPr lang="en-DK" smtClean="0"/>
              <a:pPr/>
              <a:t>‹#›</a:t>
            </a:fld>
            <a:endParaRPr lang="en-DK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2EBDF4B-E05A-04FD-7628-934404C137EB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2913" y="1053025"/>
            <a:ext cx="540000" cy="36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19E80BD-420B-41C9-755A-9DE12A551DA5}"/>
              </a:ext>
            </a:extLst>
          </p:cNvPr>
          <p:cNvPicPr>
            <a:picLocks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75"/>
          <a:stretch/>
        </p:blipFill>
        <p:spPr>
          <a:xfrm>
            <a:off x="0" y="6750000"/>
            <a:ext cx="12192000" cy="108000"/>
          </a:xfrm>
          <a:prstGeom prst="rect">
            <a:avLst/>
          </a:prstGeom>
        </p:spPr>
      </p:pic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33C1480F-717F-B4B9-4DAF-B9DB92F78AF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8965" y="6213268"/>
            <a:ext cx="972000" cy="42567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1C4CE89-9402-1BF0-A9EE-FE765B4AA7B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095999" y="1268413"/>
            <a:ext cx="5220000" cy="2489840"/>
          </a:xfrm>
          <a:solidFill>
            <a:schemeClr val="bg1">
              <a:lumMod val="95000"/>
            </a:schemeClr>
          </a:solidFill>
        </p:spPr>
        <p:txBody>
          <a:bodyPr wrap="square" lIns="288000" tIns="288000" rIns="288000" bIns="288000">
            <a:spAutoFit/>
          </a:bodyPr>
          <a:lstStyle>
            <a:lvl1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87846705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eft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D364F-3FE9-18C1-56D4-52A88C82D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8188" y="0"/>
            <a:ext cx="6932192" cy="908050"/>
          </a:xfrm>
        </p:spPr>
        <p:txBody>
          <a:bodyPr anchor="b" anchorCtr="0">
            <a:noAutofit/>
          </a:bodyPr>
          <a:lstStyle>
            <a:lvl1pPr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C2ED8-295B-3A5C-24C6-BE6C838B05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8188" y="1268413"/>
            <a:ext cx="6193818" cy="1908215"/>
          </a:xfrm>
        </p:spPr>
        <p:txBody>
          <a:bodyPr>
            <a:spAutoFit/>
          </a:bodyPr>
          <a:lstStyle>
            <a:lvl1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E9113E3-0C37-B5C8-5AE8-0668E1939C0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4079874" cy="6750000"/>
          </a:xfrm>
        </p:spPr>
        <p:txBody>
          <a:bodyPr/>
          <a:lstStyle/>
          <a:p>
            <a:endParaRPr lang="en-DK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02D53A-6D9C-B20A-ABE0-E3B2FB875E23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75"/>
          <a:stretch/>
        </p:blipFill>
        <p:spPr>
          <a:xfrm>
            <a:off x="0" y="6750000"/>
            <a:ext cx="12192000" cy="108000"/>
          </a:xfrm>
          <a:prstGeom prst="rect">
            <a:avLst/>
          </a:prstGeom>
        </p:spPr>
      </p:pic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8919749C-C00C-EFFF-62C7-6E3D31B895D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8965" y="6213268"/>
            <a:ext cx="972000" cy="42567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A4C1D2C9-2534-624C-76D6-07237F7B3A92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48188" y="1053025"/>
            <a:ext cx="540000" cy="3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8769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eft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D364F-3FE9-18C1-56D4-52A88C82D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8188" y="0"/>
            <a:ext cx="6932192" cy="908050"/>
          </a:xfrm>
        </p:spPr>
        <p:txBody>
          <a:bodyPr anchor="b" anchorCtr="0">
            <a:noAutofit/>
          </a:bodyPr>
          <a:lstStyle>
            <a:lvl1pPr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C2ED8-295B-3A5C-24C6-BE6C838B05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05400" y="2009238"/>
            <a:ext cx="4636605" cy="246221"/>
          </a:xfrm>
        </p:spPr>
        <p:txBody>
          <a:bodyPr anchor="ctr">
            <a:spAutoFit/>
          </a:bodyPr>
          <a:lstStyle>
            <a:lvl1pPr marL="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E9113E3-0C37-B5C8-5AE8-0668E1939C0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4079874" cy="6750000"/>
          </a:xfrm>
        </p:spPr>
        <p:txBody>
          <a:bodyPr/>
          <a:lstStyle/>
          <a:p>
            <a:endParaRPr lang="en-DK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02D53A-6D9C-B20A-ABE0-E3B2FB875E23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75"/>
          <a:stretch/>
        </p:blipFill>
        <p:spPr>
          <a:xfrm>
            <a:off x="0" y="6750000"/>
            <a:ext cx="12192000" cy="108000"/>
          </a:xfrm>
          <a:prstGeom prst="rect">
            <a:avLst/>
          </a:prstGeom>
        </p:spPr>
      </p:pic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8919749C-C00C-EFFF-62C7-6E3D31B895D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8965" y="6213268"/>
            <a:ext cx="972000" cy="42567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A4C1D2C9-2534-624C-76D6-07237F7B3A92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48188" y="1053025"/>
            <a:ext cx="540000" cy="36000"/>
          </a:xfrm>
          <a:prstGeom prst="rect">
            <a:avLst/>
          </a:prstGeom>
        </p:spPr>
      </p:pic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16A327B8-AFBD-F1DF-7DFC-FB03E0CBC483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6105400" y="3151603"/>
            <a:ext cx="4636605" cy="246221"/>
          </a:xfrm>
        </p:spPr>
        <p:txBody>
          <a:bodyPr anchor="ctr">
            <a:spAutoFit/>
          </a:bodyPr>
          <a:lstStyle>
            <a:lvl1pPr marL="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8" name="Content Placeholder 2">
            <a:extLst>
              <a:ext uri="{FF2B5EF4-FFF2-40B4-BE49-F238E27FC236}">
                <a16:creationId xmlns:a16="http://schemas.microsoft.com/office/drawing/2014/main" id="{84920924-4D7D-AFA8-DA00-3C53D28D9263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6105400" y="4293968"/>
            <a:ext cx="4636605" cy="246221"/>
          </a:xfrm>
        </p:spPr>
        <p:txBody>
          <a:bodyPr anchor="ctr">
            <a:spAutoFit/>
          </a:bodyPr>
          <a:lstStyle>
            <a:lvl1pPr marL="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9" name="Content Placeholder 2">
            <a:extLst>
              <a:ext uri="{FF2B5EF4-FFF2-40B4-BE49-F238E27FC236}">
                <a16:creationId xmlns:a16="http://schemas.microsoft.com/office/drawing/2014/main" id="{2C6CA0A4-7A3E-BB08-2AD3-FE4BAE03FE66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6105400" y="5436334"/>
            <a:ext cx="4636605" cy="246221"/>
          </a:xfrm>
        </p:spPr>
        <p:txBody>
          <a:bodyPr anchor="ctr">
            <a:spAutoFit/>
          </a:bodyPr>
          <a:lstStyle>
            <a:lvl1pPr marL="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884064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E9113E3-0C37-B5C8-5AE8-0668E1939C0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4079874" cy="6750000"/>
          </a:xfrm>
        </p:spPr>
        <p:txBody>
          <a:bodyPr/>
          <a:lstStyle/>
          <a:p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C2ED8-295B-3A5C-24C6-BE6C838B05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8188" y="2359337"/>
            <a:ext cx="6157198" cy="2031325"/>
          </a:xfrm>
        </p:spPr>
        <p:txBody>
          <a:bodyPr anchor="ctr">
            <a:spAutoFit/>
          </a:bodyPr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DD364F-3FE9-18C1-56D4-52A88C82D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1566076"/>
            <a:ext cx="3148013" cy="3725848"/>
          </a:xfrm>
        </p:spPr>
        <p:txBody>
          <a:bodyPr lIns="0" tIns="0" rIns="0" bIns="0" anchor="ctr" anchorCtr="0">
            <a:noAutofit/>
          </a:bodyPr>
          <a:lstStyle>
            <a:lvl1pPr algn="l">
              <a:defRPr sz="2800" b="1">
                <a:solidFill>
                  <a:schemeClr val="bg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3A6C96-FEB0-8910-4086-6A6541454535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75"/>
          <a:stretch/>
        </p:blipFill>
        <p:spPr>
          <a:xfrm>
            <a:off x="0" y="6750000"/>
            <a:ext cx="12192000" cy="108000"/>
          </a:xfrm>
          <a:prstGeom prst="rect">
            <a:avLst/>
          </a:prstGeom>
        </p:spPr>
      </p:pic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6C5870CF-589C-3520-DE7C-2214E60DFC6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8965" y="6213268"/>
            <a:ext cx="972000" cy="42567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69F9053A-81B7-E386-1F44-4D65403D17F4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3452" y="4035938"/>
            <a:ext cx="540000" cy="3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71030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E9113E3-0C37-B5C8-5AE8-0668E1939C0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6749999"/>
          </a:xfrm>
        </p:spPr>
        <p:txBody>
          <a:bodyPr/>
          <a:lstStyle/>
          <a:p>
            <a:endParaRPr lang="en-DK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C17468-27E3-884D-3986-521FAA9C105B}"/>
              </a:ext>
            </a:extLst>
          </p:cNvPr>
          <p:cNvSpPr/>
          <p:nvPr userDrawn="1"/>
        </p:nvSpPr>
        <p:spPr>
          <a:xfrm>
            <a:off x="0" y="1"/>
            <a:ext cx="12191999" cy="6749999"/>
          </a:xfrm>
          <a:prstGeom prst="rect">
            <a:avLst/>
          </a:prstGeom>
          <a:solidFill>
            <a:schemeClr val="tx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DD364F-3FE9-18C1-56D4-52A88C82D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7238" y="1566075"/>
            <a:ext cx="8137525" cy="3725848"/>
          </a:xfrm>
        </p:spPr>
        <p:txBody>
          <a:bodyPr lIns="0" tIns="0" rIns="0" bIns="0" anchor="ctr">
            <a:noAutofit/>
          </a:bodyPr>
          <a:lstStyle>
            <a:lvl1pPr algn="l">
              <a:defRPr sz="2800" b="1">
                <a:solidFill>
                  <a:schemeClr val="bg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B252A7-2781-D817-897F-61CCF2332A6A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75"/>
          <a:stretch/>
        </p:blipFill>
        <p:spPr>
          <a:xfrm>
            <a:off x="0" y="6750000"/>
            <a:ext cx="12192000" cy="1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9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641F92A-4B5C-DCF6-04EC-A56B5F784E8E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tx2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K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4C4177-C8DA-E455-ADE2-E92471A0CC50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75"/>
          <a:stretch/>
        </p:blipFill>
        <p:spPr>
          <a:xfrm>
            <a:off x="0" y="6750000"/>
            <a:ext cx="12192000" cy="1080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154DE951-0B4A-3C8B-A930-3788A9E84285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2913" y="1053025"/>
            <a:ext cx="540000" cy="36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90864DA6-271C-AA20-867C-30DEF22E9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18295"/>
            <a:ext cx="10801348" cy="889755"/>
          </a:xfrm>
        </p:spPr>
        <p:txBody>
          <a:bodyPr anchor="b" anchorCtr="0">
            <a:noAutofit/>
          </a:bodyPr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A6FEFD5-A3CC-C21E-4E92-204D7DBC5C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3" y="1268413"/>
            <a:ext cx="9721850" cy="1908215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1A6C8ECD-AA31-91FA-5752-A75C0CD800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8292" y="6334138"/>
            <a:ext cx="4114800" cy="32067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© 2022 Johnson Controls. All rights reserved.</a:t>
            </a:r>
            <a:endParaRPr lang="en-DK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0E54DF6-45E7-90E5-F499-F43ED5234C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8292" y="6334138"/>
            <a:ext cx="360000" cy="32067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fld id="{64D2DCB6-719E-0F43-A160-E508323EF71D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31673108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808BAE5-2369-E8AD-35CB-7DB05BF27AB9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tx2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K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3F7E3C0-7229-A0C8-B308-597A6B55C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18295"/>
            <a:ext cx="10801348" cy="889755"/>
          </a:xfrm>
        </p:spPr>
        <p:txBody>
          <a:bodyPr anchor="b" anchorCtr="0">
            <a:noAutofit/>
          </a:bodyPr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FCD63F0-20B4-4503-19AD-0E2CBC331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3" y="1268413"/>
            <a:ext cx="4896000" cy="1908215"/>
          </a:xfrm>
        </p:spPr>
        <p:txBody>
          <a:bodyPr>
            <a:sp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72408F-9F57-F0EA-40F4-FC69D1459B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8292" y="6334138"/>
            <a:ext cx="4114800" cy="32067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© 2022 Johnson Controls. All rights reserved.</a:t>
            </a:r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22277-E9E0-A612-FC14-D4B12374CB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8292" y="6334138"/>
            <a:ext cx="360000" cy="32067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fld id="{64D2DCB6-719E-0F43-A160-E508323EF71D}" type="slidenum">
              <a:rPr lang="en-DK" smtClean="0"/>
              <a:pPr/>
              <a:t>‹#›</a:t>
            </a:fld>
            <a:endParaRPr lang="en-DK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2EBDF4B-E05A-04FD-7628-934404C137EB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2913" y="1053025"/>
            <a:ext cx="540000" cy="36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19E80BD-420B-41C9-755A-9DE12A551DA5}"/>
              </a:ext>
            </a:extLst>
          </p:cNvPr>
          <p:cNvPicPr>
            <a:picLocks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75"/>
          <a:stretch/>
        </p:blipFill>
        <p:spPr>
          <a:xfrm>
            <a:off x="0" y="6750000"/>
            <a:ext cx="12192000" cy="10800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1C4CE89-9402-1BF0-A9EE-FE765B4AA7B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096000" y="1268413"/>
            <a:ext cx="4896000" cy="1908215"/>
          </a:xfrm>
        </p:spPr>
        <p:txBody>
          <a:bodyPr>
            <a:sp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77289937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Column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5F269FD-D751-0C2A-F22C-F63549078B31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tx2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C2ED8-295B-3A5C-24C6-BE6C838B05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4000" y="2413337"/>
            <a:ext cx="4662000" cy="2031325"/>
          </a:xfrm>
        </p:spPr>
        <p:txBody>
          <a:bodyPr anchor="ctr">
            <a:spAutoFit/>
          </a:bodyPr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3CB1784-FF14-B6F9-CBFD-B44B7A4673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8292" y="6334138"/>
            <a:ext cx="4114800" cy="32067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© 2022 Johnson Controls. All rights reserved.</a:t>
            </a:r>
            <a:endParaRPr lang="en-DK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9F24513-2FA0-04E7-F4E5-EB20FCF901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8292" y="6334138"/>
            <a:ext cx="360000" cy="32067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fld id="{64D2DCB6-719E-0F43-A160-E508323EF71D}" type="slidenum">
              <a:rPr lang="en-DK" smtClean="0"/>
              <a:pPr/>
              <a:t>‹#›</a:t>
            </a:fld>
            <a:endParaRPr lang="en-DK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FA0B75-FFB2-B68B-E539-2EE2112E2DBA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75"/>
          <a:stretch/>
        </p:blipFill>
        <p:spPr>
          <a:xfrm>
            <a:off x="0" y="6750000"/>
            <a:ext cx="12192000" cy="108000"/>
          </a:xfrm>
          <a:prstGeom prst="rect">
            <a:avLst/>
          </a:pr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4BC0EA4-BB8E-3317-0F3B-2A37C7BE073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83421" y="1282263"/>
            <a:ext cx="4662487" cy="4293474"/>
          </a:xfrm>
        </p:spPr>
        <p:txBody>
          <a:bodyPr/>
          <a:lstStyle/>
          <a:p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23965730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641F92A-4B5C-DCF6-04EC-A56B5F784E8E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tx2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K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4C4177-C8DA-E455-ADE2-E92471A0CC50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75"/>
          <a:stretch/>
        </p:blipFill>
        <p:spPr>
          <a:xfrm>
            <a:off x="0" y="6750000"/>
            <a:ext cx="12192000" cy="1080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154DE951-0B4A-3C8B-A930-3788A9E84285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2913" y="1053025"/>
            <a:ext cx="540000" cy="36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90864DA6-271C-AA20-867C-30DEF22E9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4" y="18295"/>
            <a:ext cx="4892400" cy="889755"/>
          </a:xfrm>
        </p:spPr>
        <p:txBody>
          <a:bodyPr anchor="b" anchorCtr="0">
            <a:noAutofit/>
          </a:bodyPr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A6FEFD5-A3CC-C21E-4E92-204D7DBC5C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3" y="1268413"/>
            <a:ext cx="4892400" cy="1908215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1A6C8ECD-AA31-91FA-5752-A75C0CD800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8292" y="6334138"/>
            <a:ext cx="4114800" cy="32067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© 2022 Johnson Controls. All rights reserved.</a:t>
            </a:r>
            <a:endParaRPr lang="en-DK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0E54DF6-45E7-90E5-F499-F43ED5234C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8292" y="6334138"/>
            <a:ext cx="360000" cy="32067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fld id="{64D2DCB6-719E-0F43-A160-E508323EF71D}" type="slidenum">
              <a:rPr lang="en-DK" smtClean="0"/>
              <a:pPr/>
              <a:t>‹#›</a:t>
            </a:fld>
            <a:endParaRPr lang="en-DK"/>
          </a:p>
        </p:txBody>
      </p: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6228B924-EB30-A541-DBDB-06100B90A1B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750000"/>
          </a:xfrm>
        </p:spPr>
        <p:txBody>
          <a:bodyPr/>
          <a:lstStyle/>
          <a:p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37231996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05BDA8F-A7FD-42FC-9616-73C01AB65504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tx2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C2ED8-295B-3A5C-24C6-BE6C838B05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7238" y="1268413"/>
            <a:ext cx="8137525" cy="3509883"/>
          </a:xfr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chemeClr val="bg2"/>
                </a:solidFill>
              </a:defRPr>
            </a:lvl1pPr>
            <a:lvl2pPr>
              <a:defRPr sz="2000">
                <a:solidFill>
                  <a:schemeClr val="bg2"/>
                </a:solidFill>
              </a:defRPr>
            </a:lvl2pPr>
            <a:lvl3pPr>
              <a:defRPr sz="1800">
                <a:solidFill>
                  <a:schemeClr val="bg2"/>
                </a:solidFill>
              </a:defRPr>
            </a:lvl3pPr>
            <a:lvl4pPr>
              <a:defRPr sz="1600">
                <a:solidFill>
                  <a:schemeClr val="bg2"/>
                </a:solidFill>
              </a:defRPr>
            </a:lvl4pPr>
            <a:lvl5pPr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1561EBE-5C5B-5478-448B-FC14238C7596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2027238" y="4877634"/>
            <a:ext cx="8137525" cy="1440000"/>
          </a:xfrm>
        </p:spPr>
        <p:txBody>
          <a:bodyPr>
            <a:normAutofit/>
          </a:bodyPr>
          <a:lstStyle>
            <a:lvl1pPr marL="0" indent="0">
              <a:spcAft>
                <a:spcPts val="600"/>
              </a:spcAft>
              <a:buNone/>
              <a:defRPr sz="1600" b="1">
                <a:solidFill>
                  <a:schemeClr val="bg2"/>
                </a:solidFill>
              </a:defRPr>
            </a:lvl1pPr>
            <a:lvl2pPr>
              <a:defRPr sz="2000">
                <a:solidFill>
                  <a:schemeClr val="bg2"/>
                </a:solidFill>
              </a:defRPr>
            </a:lvl2pPr>
            <a:lvl3pPr>
              <a:defRPr sz="1800">
                <a:solidFill>
                  <a:schemeClr val="bg2"/>
                </a:solidFill>
              </a:defRPr>
            </a:lvl3pPr>
            <a:lvl4pPr>
              <a:defRPr sz="1600">
                <a:solidFill>
                  <a:schemeClr val="bg2"/>
                </a:solidFill>
              </a:defRPr>
            </a:lvl4pPr>
            <a:lvl5pPr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D5DB04-585A-D45D-1E68-C6ACDD1EFCD0}"/>
              </a:ext>
            </a:extLst>
          </p:cNvPr>
          <p:cNvSpPr txBox="1"/>
          <p:nvPr userDrawn="1"/>
        </p:nvSpPr>
        <p:spPr>
          <a:xfrm>
            <a:off x="728279" y="766733"/>
            <a:ext cx="1991075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sz="16700" b="1">
                <a:solidFill>
                  <a:schemeClr val="bg2"/>
                </a:solidFill>
              </a:rPr>
              <a:t>“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2932C2-178A-BD50-AA57-67D5CA004D2A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75"/>
          <a:stretch/>
        </p:blipFill>
        <p:spPr>
          <a:xfrm>
            <a:off x="0" y="6750000"/>
            <a:ext cx="12192000" cy="1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59402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C2ED8-295B-3A5C-24C6-BE6C838B05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7238" y="1268413"/>
            <a:ext cx="8137525" cy="3509883"/>
          </a:xfrm>
        </p:spPr>
        <p:txBody>
          <a:bodyPr>
            <a:normAutofit/>
          </a:bodyPr>
          <a:lstStyle>
            <a:lvl1pPr marL="0" indent="0">
              <a:buNone/>
              <a:defRPr sz="3800" b="1">
                <a:gradFill>
                  <a:gsLst>
                    <a:gs pos="0">
                      <a:schemeClr val="tx2"/>
                    </a:gs>
                    <a:gs pos="20000">
                      <a:schemeClr val="accent1"/>
                    </a:gs>
                    <a:gs pos="62000">
                      <a:schemeClr val="accent3"/>
                    </a:gs>
                    <a:gs pos="100000">
                      <a:schemeClr val="accent4"/>
                    </a:gs>
                  </a:gsLst>
                  <a:lin ang="0" scaled="1"/>
                </a:gradFill>
              </a:defRPr>
            </a:lvl1pPr>
            <a:lvl2pPr>
              <a:defRPr sz="2000">
                <a:solidFill>
                  <a:schemeClr val="bg2"/>
                </a:solidFill>
              </a:defRPr>
            </a:lvl2pPr>
            <a:lvl3pPr>
              <a:defRPr sz="1800">
                <a:solidFill>
                  <a:schemeClr val="bg2"/>
                </a:solidFill>
              </a:defRPr>
            </a:lvl3pPr>
            <a:lvl4pPr>
              <a:defRPr sz="1600">
                <a:solidFill>
                  <a:schemeClr val="bg2"/>
                </a:solidFill>
              </a:defRPr>
            </a:lvl4pPr>
            <a:lvl5pPr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1561EBE-5C5B-5478-448B-FC14238C7596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2027238" y="4877634"/>
            <a:ext cx="8137525" cy="1440000"/>
          </a:xfrm>
        </p:spPr>
        <p:txBody>
          <a:bodyPr>
            <a:normAutofit/>
          </a:bodyPr>
          <a:lstStyle>
            <a:lvl1pPr marL="0" indent="0">
              <a:spcAft>
                <a:spcPts val="600"/>
              </a:spcAft>
              <a:buNone/>
              <a:defRPr sz="1600" b="1">
                <a:solidFill>
                  <a:schemeClr val="tx2"/>
                </a:solidFill>
              </a:defRPr>
            </a:lvl1pPr>
            <a:lvl2pPr>
              <a:defRPr sz="2000">
                <a:solidFill>
                  <a:schemeClr val="bg2"/>
                </a:solidFill>
              </a:defRPr>
            </a:lvl2pPr>
            <a:lvl3pPr>
              <a:defRPr sz="1800">
                <a:solidFill>
                  <a:schemeClr val="bg2"/>
                </a:solidFill>
              </a:defRPr>
            </a:lvl3pPr>
            <a:lvl4pPr>
              <a:defRPr sz="1600">
                <a:solidFill>
                  <a:schemeClr val="bg2"/>
                </a:solidFill>
              </a:defRPr>
            </a:lvl4pPr>
            <a:lvl5pPr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180461D-2FFD-F649-E98A-58D56D8F9F05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75"/>
          <a:stretch/>
        </p:blipFill>
        <p:spPr>
          <a:xfrm>
            <a:off x="0" y="6750000"/>
            <a:ext cx="12192000" cy="10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5B29FE5-89B3-2954-5FA2-E731DF9A50FA}"/>
              </a:ext>
            </a:extLst>
          </p:cNvPr>
          <p:cNvSpPr txBox="1"/>
          <p:nvPr userDrawn="1"/>
        </p:nvSpPr>
        <p:spPr>
          <a:xfrm>
            <a:off x="728279" y="766733"/>
            <a:ext cx="1991075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sz="16700" b="1">
                <a:solidFill>
                  <a:schemeClr val="tx2"/>
                </a:solidFill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92394359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0887E24-7787-07C0-59E3-D103E28CBB69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tx2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K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7975BE2D-A6A1-AE41-F95A-CEDFCAF459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27238" y="703873"/>
            <a:ext cx="9324975" cy="1070387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2400" b="1" kern="120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1" kern="1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1" kern="1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1" kern="1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DK" sz="36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DK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DA1095CC-F251-A129-D65D-D123E59865E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027238" y="1771840"/>
            <a:ext cx="9324975" cy="1070387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2400" b="1" kern="120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1" kern="1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1" kern="1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1" kern="1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DK" sz="36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DK"/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08245438-AC2F-019D-77A9-F74CA60D465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027238" y="2839807"/>
            <a:ext cx="9324975" cy="1070387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2400" b="1" kern="120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1" kern="1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1" kern="1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1" kern="1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DK" sz="36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DK"/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AA7D232E-ADE2-233E-3F84-7358DB333C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27238" y="3907774"/>
            <a:ext cx="9324975" cy="1070387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2400" b="1" kern="120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1" kern="1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1" kern="1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1" kern="1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DK" sz="36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DK"/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B11296D6-324D-5A95-E8A4-A64D4FBA029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027238" y="4975741"/>
            <a:ext cx="9324975" cy="1070387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2400" b="1" kern="120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1" kern="1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1" kern="1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1" kern="1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DK" sz="36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DK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20B14D-4781-FE66-22AD-85C48362354D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75"/>
          <a:stretch/>
        </p:blipFill>
        <p:spPr>
          <a:xfrm>
            <a:off x="0" y="6750000"/>
            <a:ext cx="12192000" cy="1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64106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B221E3E-4765-3F60-E686-7B9F3CB3C1EA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75"/>
          <a:stretch/>
        </p:blipFill>
        <p:spPr>
          <a:xfrm>
            <a:off x="0" y="6750000"/>
            <a:ext cx="12192000" cy="108000"/>
          </a:xfrm>
          <a:prstGeom prst="rect">
            <a:avLst/>
          </a:prstGeom>
        </p:spPr>
      </p:pic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AFB3DC99-628E-C7D4-B5FA-6F353C9CBC1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8965" y="6213268"/>
            <a:ext cx="972000" cy="425670"/>
          </a:xfrm>
          <a:prstGeom prst="rect">
            <a:avLst/>
          </a:prstGeom>
        </p:spPr>
      </p:pic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55633E9F-1E8D-2F0F-0F8F-3711767028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27238" y="703873"/>
            <a:ext cx="9324975" cy="1070387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2400" b="1" kern="12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1" kern="1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1" kern="1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1" kern="1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DK" sz="36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DK"/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97254926-FAC0-39B5-22A1-F04DE7EA76A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027238" y="1771840"/>
            <a:ext cx="9324975" cy="1070387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2400" b="1" kern="12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1" kern="1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1" kern="1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1" kern="1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DK" sz="36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DK"/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09E37B7D-166F-B03C-A5D9-6B95F86A3A0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027238" y="2839807"/>
            <a:ext cx="9324975" cy="1070387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2400" b="1" kern="12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1" kern="1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1" kern="1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1" kern="1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DK" sz="36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DK"/>
          </a:p>
        </p:txBody>
      </p:sp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4B9CBE0B-5E84-10EC-F459-3BB91D3C32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27238" y="3907774"/>
            <a:ext cx="9324975" cy="1070387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2400" b="1" kern="12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1" kern="1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1" kern="1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1" kern="1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DK" sz="36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DK"/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0CF6DD01-6002-142D-1ECD-677CBF2CA7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027238" y="4975741"/>
            <a:ext cx="9324975" cy="1070387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2400" b="1" kern="12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1" kern="1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1" kern="1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1" kern="1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DK" sz="36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77673246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69AF311-D561-34CA-A063-FEFC77EA487A}"/>
              </a:ext>
            </a:extLst>
          </p:cNvPr>
          <p:cNvSpPr/>
          <p:nvPr userDrawn="1"/>
        </p:nvSpPr>
        <p:spPr>
          <a:xfrm>
            <a:off x="8131200" y="0"/>
            <a:ext cx="4060800" cy="6857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07DA62-A42B-EDEB-05BF-458C2C228B3F}"/>
              </a:ext>
            </a:extLst>
          </p:cNvPr>
          <p:cNvSpPr/>
          <p:nvPr userDrawn="1"/>
        </p:nvSpPr>
        <p:spPr>
          <a:xfrm>
            <a:off x="0" y="0"/>
            <a:ext cx="4060800" cy="685799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54B296-B69E-861A-425B-C066740E7221}"/>
              </a:ext>
            </a:extLst>
          </p:cNvPr>
          <p:cNvSpPr/>
          <p:nvPr userDrawn="1"/>
        </p:nvSpPr>
        <p:spPr>
          <a:xfrm>
            <a:off x="4065600" y="0"/>
            <a:ext cx="40608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C2ED8-295B-3A5C-24C6-BE6C838B05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400" y="2293795"/>
            <a:ext cx="3168000" cy="3545419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2"/>
                </a:solidFill>
              </a:defRPr>
            </a:lvl1pPr>
            <a:lvl2pPr>
              <a:defRPr sz="1400">
                <a:solidFill>
                  <a:schemeClr val="bg2"/>
                </a:solidFill>
              </a:defRPr>
            </a:lvl2pPr>
            <a:lvl3pPr>
              <a:defRPr sz="1200">
                <a:solidFill>
                  <a:schemeClr val="bg2"/>
                </a:solidFill>
              </a:defRPr>
            </a:lvl3pPr>
            <a:lvl4pPr>
              <a:defRPr sz="1100">
                <a:solidFill>
                  <a:schemeClr val="bg2"/>
                </a:solidFill>
              </a:defRPr>
            </a:lvl4pPr>
            <a:lvl5pPr>
              <a:defRPr sz="1100">
                <a:solidFill>
                  <a:schemeClr val="bg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53ADEF9-350F-34A2-A8A5-42D7BB2EF09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511675" y="2293795"/>
            <a:ext cx="3168650" cy="3545419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2"/>
                </a:solidFill>
              </a:defRPr>
            </a:lvl1pPr>
            <a:lvl2pPr>
              <a:defRPr sz="1400">
                <a:solidFill>
                  <a:schemeClr val="bg2"/>
                </a:solidFill>
              </a:defRPr>
            </a:lvl2pPr>
            <a:lvl3pPr>
              <a:defRPr sz="1200">
                <a:solidFill>
                  <a:schemeClr val="bg2"/>
                </a:solidFill>
              </a:defRPr>
            </a:lvl3pPr>
            <a:lvl4pPr>
              <a:defRPr sz="1100">
                <a:solidFill>
                  <a:schemeClr val="bg2"/>
                </a:solidFill>
              </a:defRPr>
            </a:lvl4pPr>
            <a:lvl5pPr>
              <a:defRPr sz="1100">
                <a:solidFill>
                  <a:schemeClr val="bg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DB7801E-469E-0D42-F825-318C43BB30D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577600" y="2293795"/>
            <a:ext cx="3168000" cy="3545419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2"/>
                </a:solidFill>
              </a:defRPr>
            </a:lvl1pPr>
            <a:lvl2pPr>
              <a:defRPr sz="1400">
                <a:solidFill>
                  <a:schemeClr val="bg2"/>
                </a:solidFill>
              </a:defRPr>
            </a:lvl2pPr>
            <a:lvl3pPr>
              <a:defRPr sz="1200">
                <a:solidFill>
                  <a:schemeClr val="bg2"/>
                </a:solidFill>
              </a:defRPr>
            </a:lvl3pPr>
            <a:lvl4pPr>
              <a:defRPr sz="1100">
                <a:solidFill>
                  <a:schemeClr val="bg2"/>
                </a:solidFill>
              </a:defRPr>
            </a:lvl4pPr>
            <a:lvl5pPr>
              <a:defRPr sz="1100">
                <a:solidFill>
                  <a:schemeClr val="bg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A914EE-8FF6-3608-5AC2-5908D496FFE9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75"/>
          <a:stretch/>
        </p:blipFill>
        <p:spPr>
          <a:xfrm>
            <a:off x="0" y="6750000"/>
            <a:ext cx="12192000" cy="108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FF3BB3E0-BC6D-05A6-83DF-07E6797C19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8292" y="6334138"/>
            <a:ext cx="4114800" cy="32067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© 2023 Johnson Controls. All rights reserved.</a:t>
            </a:r>
            <a:endParaRPr lang="en-DK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AD89280-8CBB-D33B-F4BD-37EC1547A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8292" y="6334138"/>
            <a:ext cx="360000" cy="32067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fld id="{64D2DCB6-719E-0F43-A160-E508323EF71D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24483761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C2ED8-295B-3A5C-24C6-BE6C838B05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075" y="2724359"/>
            <a:ext cx="2952000" cy="3543711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53ADEF9-350F-34A2-A8A5-42D7BB2EF09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620000" y="2724359"/>
            <a:ext cx="2952000" cy="3543711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DB7801E-469E-0D42-F825-318C43BB30D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543925" y="2724359"/>
            <a:ext cx="2952000" cy="3543711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0899FA25-EE88-F9B5-957A-B02D5A0A1A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8292" y="6334138"/>
            <a:ext cx="4114800" cy="32067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GB"/>
              <a:t>© 2023 Johnson Controls. All rights reserved.</a:t>
            </a:r>
            <a:endParaRPr lang="en-DK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8F08A82-D063-4B9F-A529-900CE050E9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8292" y="6334138"/>
            <a:ext cx="360000" cy="32067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4D2DCB6-719E-0F43-A160-E508323EF71D}" type="slidenum">
              <a:rPr lang="en-DK" smtClean="0"/>
              <a:pPr/>
              <a:t>‹#›</a:t>
            </a:fld>
            <a:endParaRPr lang="en-D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6E06F4-5CC1-38B0-C996-6F3595C7B112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75"/>
          <a:stretch/>
        </p:blipFill>
        <p:spPr>
          <a:xfrm>
            <a:off x="0" y="6750000"/>
            <a:ext cx="12192000" cy="108000"/>
          </a:xfrm>
          <a:prstGeom prst="rect">
            <a:avLst/>
          </a:prstGeom>
        </p:spPr>
      </p:pic>
      <p:pic>
        <p:nvPicPr>
          <p:cNvPr id="6" name="Picture 5" descr="A picture containing drawing&#10;&#10;Description automatically generated">
            <a:extLst>
              <a:ext uri="{FF2B5EF4-FFF2-40B4-BE49-F238E27FC236}">
                <a16:creationId xmlns:a16="http://schemas.microsoft.com/office/drawing/2014/main" id="{CB55E4C1-0493-C28B-555A-15C37F868D9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8965" y="6213268"/>
            <a:ext cx="972000" cy="42567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3BE207F-B455-41E9-9347-0925024B5092}"/>
              </a:ext>
            </a:extLst>
          </p:cNvPr>
          <p:cNvCxnSpPr>
            <a:cxnSpLocks/>
          </p:cNvCxnSpPr>
          <p:nvPr userDrawn="1"/>
        </p:nvCxnSpPr>
        <p:spPr>
          <a:xfrm>
            <a:off x="4084858" y="2276475"/>
            <a:ext cx="0" cy="2921167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DFC6A22-4543-87A8-9BB5-9C85FA20FB0D}"/>
              </a:ext>
            </a:extLst>
          </p:cNvPr>
          <p:cNvCxnSpPr>
            <a:cxnSpLocks/>
          </p:cNvCxnSpPr>
          <p:nvPr userDrawn="1"/>
        </p:nvCxnSpPr>
        <p:spPr>
          <a:xfrm>
            <a:off x="8110318" y="2276475"/>
            <a:ext cx="0" cy="2921167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ABB154A4-3C1E-7886-5762-5F30CC641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18295"/>
            <a:ext cx="10801348" cy="889755"/>
          </a:xfrm>
        </p:spPr>
        <p:txBody>
          <a:bodyPr anchor="b" anchorCtr="0">
            <a:noAutofit/>
          </a:bodyPr>
          <a:lstStyle>
            <a:lvl1pPr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4F9E36C9-F952-1ECF-AAD8-C7C14FB6C6F3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2913" y="1053025"/>
            <a:ext cx="540000" cy="3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96012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D3F7E3C0-7229-A0C8-B308-597A6B55C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18295"/>
            <a:ext cx="10801348" cy="889755"/>
          </a:xfrm>
        </p:spPr>
        <p:txBody>
          <a:bodyPr anchor="b" anchorCtr="0">
            <a:noAutofit/>
          </a:bodyPr>
          <a:lstStyle>
            <a:lvl1pPr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72408F-9F57-F0EA-40F4-FC69D1459B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8292" y="6334138"/>
            <a:ext cx="4114800" cy="32067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GB"/>
              <a:t>© 2023 Johnson Controls. All rights reserved.</a:t>
            </a:r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22277-E9E0-A612-FC14-D4B12374CB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8292" y="6334138"/>
            <a:ext cx="360000" cy="32067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4D2DCB6-719E-0F43-A160-E508323EF71D}" type="slidenum">
              <a:rPr lang="en-DK" smtClean="0"/>
              <a:pPr/>
              <a:t>‹#›</a:t>
            </a:fld>
            <a:endParaRPr lang="en-DK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2EBDF4B-E05A-04FD-7628-934404C137EB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2913" y="1053025"/>
            <a:ext cx="540000" cy="36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19E80BD-420B-41C9-755A-9DE12A551DA5}"/>
              </a:ext>
            </a:extLst>
          </p:cNvPr>
          <p:cNvPicPr>
            <a:picLocks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75"/>
          <a:stretch/>
        </p:blipFill>
        <p:spPr>
          <a:xfrm>
            <a:off x="0" y="6750000"/>
            <a:ext cx="12192000" cy="108000"/>
          </a:xfrm>
          <a:prstGeom prst="rect">
            <a:avLst/>
          </a:prstGeom>
        </p:spPr>
      </p:pic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33C1480F-717F-B4B9-4DAF-B9DB92F78AF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8965" y="6213268"/>
            <a:ext cx="972000" cy="425670"/>
          </a:xfrm>
          <a:prstGeom prst="rect">
            <a:avLst/>
          </a:pr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15D40AE-DC36-ED0E-2121-8767D8062F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2913" y="1268413"/>
            <a:ext cx="3528000" cy="1620000"/>
          </a:xfrm>
        </p:spPr>
        <p:txBody>
          <a:bodyPr/>
          <a:lstStyle/>
          <a:p>
            <a:endParaRPr lang="en-DK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AB27D519-34F0-B9F8-C4A2-BF1B79EE184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32000" y="1268413"/>
            <a:ext cx="3528000" cy="1620000"/>
          </a:xfrm>
        </p:spPr>
        <p:txBody>
          <a:bodyPr/>
          <a:lstStyle/>
          <a:p>
            <a:endParaRPr lang="en-DK"/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2B79F1DC-325C-B57B-7607-17205EF2050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21089" y="1268413"/>
            <a:ext cx="3528000" cy="1620000"/>
          </a:xfrm>
        </p:spPr>
        <p:txBody>
          <a:bodyPr/>
          <a:lstStyle/>
          <a:p>
            <a:endParaRPr lang="en-DK"/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5BFF5F76-538B-1FCC-3505-372495B7F24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42913" y="3767320"/>
            <a:ext cx="3528000" cy="1620000"/>
          </a:xfrm>
        </p:spPr>
        <p:txBody>
          <a:bodyPr/>
          <a:lstStyle/>
          <a:p>
            <a:endParaRPr lang="en-DK"/>
          </a:p>
        </p:txBody>
      </p:sp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25295BD2-B481-CDDE-D590-8A2F9CAFA23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332000" y="3767320"/>
            <a:ext cx="3528000" cy="1620000"/>
          </a:xfrm>
        </p:spPr>
        <p:txBody>
          <a:bodyPr/>
          <a:lstStyle/>
          <a:p>
            <a:endParaRPr lang="en-DK"/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36536F96-8E88-16C5-F564-E33CBC1565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221089" y="3767320"/>
            <a:ext cx="3528000" cy="1620000"/>
          </a:xfrm>
        </p:spPr>
        <p:txBody>
          <a:bodyPr/>
          <a:lstStyle/>
          <a:p>
            <a:endParaRPr lang="en-DK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EDCD53A-F8B2-9435-3663-00EBFCCE564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2913" y="2883073"/>
            <a:ext cx="3528000" cy="537034"/>
          </a:xfrm>
          <a:solidFill>
            <a:schemeClr val="accent1"/>
          </a:solidFill>
        </p:spPr>
        <p:txBody>
          <a:bodyPr lIns="144000" tIns="144000" rIns="144000" bIns="144000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DK"/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4350FA8E-F072-C4E3-5AB6-AB8553BFA5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32000" y="2883073"/>
            <a:ext cx="3528000" cy="537034"/>
          </a:xfrm>
          <a:solidFill>
            <a:schemeClr val="accent1"/>
          </a:solidFill>
        </p:spPr>
        <p:txBody>
          <a:bodyPr lIns="144000" tIns="144000" rIns="144000" bIns="144000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DK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C787A05E-7A29-06A0-2CC8-14EABA4B612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21089" y="2883073"/>
            <a:ext cx="3528000" cy="537034"/>
          </a:xfrm>
          <a:solidFill>
            <a:schemeClr val="accent1"/>
          </a:solidFill>
        </p:spPr>
        <p:txBody>
          <a:bodyPr lIns="144000" tIns="144000" rIns="144000" bIns="144000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DK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A3268353-E759-E669-1ECD-D8549F9C410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2913" y="5377577"/>
            <a:ext cx="3528000" cy="537034"/>
          </a:xfrm>
          <a:solidFill>
            <a:schemeClr val="accent1"/>
          </a:solidFill>
        </p:spPr>
        <p:txBody>
          <a:bodyPr lIns="144000" tIns="144000" rIns="144000" bIns="144000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DK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4A946D09-490F-934A-6F13-D49C32E75D0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332000" y="5377577"/>
            <a:ext cx="3528000" cy="537034"/>
          </a:xfrm>
          <a:solidFill>
            <a:schemeClr val="accent1"/>
          </a:solidFill>
        </p:spPr>
        <p:txBody>
          <a:bodyPr lIns="144000" tIns="144000" rIns="144000" bIns="144000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DK"/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2401C564-B48E-25CA-2395-9D3746E5FBE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221089" y="5377577"/>
            <a:ext cx="3528000" cy="537034"/>
          </a:xfrm>
          <a:solidFill>
            <a:schemeClr val="accent1"/>
          </a:solidFill>
        </p:spPr>
        <p:txBody>
          <a:bodyPr lIns="144000" tIns="144000" rIns="144000" bIns="144000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076171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685022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3E22572-88DF-E03D-14AE-497AF0183DF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tx2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K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38FEFEB-41E9-9E45-0A06-AB96018EAD2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2913" y="2830478"/>
            <a:ext cx="10801350" cy="680206"/>
          </a:xfrm>
        </p:spPr>
        <p:txBody>
          <a:bodyPr anchor="ctr" anchorCtr="0">
            <a:noAutofit/>
          </a:bodyPr>
          <a:lstStyle>
            <a:lvl1pPr algn="l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Thank you</a:t>
            </a:r>
            <a:endParaRPr lang="en-DK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EDFA1A4-5E26-CDD0-2B99-EBC2D4ADC493}"/>
              </a:ext>
            </a:extLst>
          </p:cNvPr>
          <p:cNvSpPr txBox="1">
            <a:spLocks/>
          </p:cNvSpPr>
          <p:nvPr userDrawn="1"/>
        </p:nvSpPr>
        <p:spPr>
          <a:xfrm>
            <a:off x="456662" y="6223169"/>
            <a:ext cx="3421063" cy="320675"/>
          </a:xfrm>
          <a:prstGeom prst="rect">
            <a:avLst/>
          </a:prstGeom>
        </p:spPr>
        <p:txBody>
          <a:bodyPr vert="horz" lIns="0" tIns="45720" rIns="0" bIns="45720" rtlCol="0" anchor="ctr" anchorCtr="0"/>
          <a:lstStyle>
            <a:defPPr>
              <a:defRPr lang="en-DK"/>
            </a:defPPr>
            <a:lvl1pPr marL="0" algn="l" defTabSz="914400" rtl="0" eaLnBrk="1" latinLnBrk="0" hangingPunct="1">
              <a:defRPr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© 2023 Johnson Controls. All rights reserved.</a:t>
            </a:r>
            <a:endParaRPr lang="en-DK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8A223F-EF83-8E43-5B9F-626DB5A8CA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550223"/>
            <a:ext cx="12192000" cy="307777"/>
          </a:xfrm>
          <a:prstGeom prst="rect">
            <a:avLst/>
          </a:prstGeom>
        </p:spPr>
      </p:pic>
      <p:grpSp>
        <p:nvGrpSpPr>
          <p:cNvPr id="6" name="Graphic 3">
            <a:extLst>
              <a:ext uri="{FF2B5EF4-FFF2-40B4-BE49-F238E27FC236}">
                <a16:creationId xmlns:a16="http://schemas.microsoft.com/office/drawing/2014/main" id="{3066C639-00CC-AA56-3EB1-F353BCCDE6EE}"/>
              </a:ext>
            </a:extLst>
          </p:cNvPr>
          <p:cNvGrpSpPr/>
          <p:nvPr userDrawn="1"/>
        </p:nvGrpSpPr>
        <p:grpSpPr>
          <a:xfrm>
            <a:off x="5812299" y="431633"/>
            <a:ext cx="5720311" cy="5674199"/>
            <a:chOff x="3250256" y="583610"/>
            <a:chExt cx="3683878" cy="3693751"/>
          </a:xfrm>
          <a:solidFill>
            <a:schemeClr val="bg1">
              <a:alpha val="15000"/>
            </a:schemeClr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325BF02B-D97F-F5CD-EC7B-3C60EA1E6D43}"/>
                </a:ext>
              </a:extLst>
            </p:cNvPr>
            <p:cNvSpPr/>
            <p:nvPr/>
          </p:nvSpPr>
          <p:spPr>
            <a:xfrm>
              <a:off x="6551331" y="2007805"/>
              <a:ext cx="382803" cy="1355537"/>
            </a:xfrm>
            <a:custGeom>
              <a:avLst/>
              <a:gdLst>
                <a:gd name="connsiteX0" fmla="*/ 333447 w 382803"/>
                <a:gd name="connsiteY0" fmla="*/ 0 h 1355537"/>
                <a:gd name="connsiteX1" fmla="*/ 132995 w 382803"/>
                <a:gd name="connsiteY1" fmla="*/ 1355537 h 1355537"/>
                <a:gd name="connsiteX2" fmla="*/ 382804 w 382803"/>
                <a:gd name="connsiteY2" fmla="*/ 424302 h 1355537"/>
                <a:gd name="connsiteX3" fmla="*/ 333447 w 382803"/>
                <a:gd name="connsiteY3" fmla="*/ 0 h 1355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2803" h="1355537">
                  <a:moveTo>
                    <a:pt x="333447" y="0"/>
                  </a:moveTo>
                  <a:cubicBezTo>
                    <a:pt x="4464" y="284150"/>
                    <a:pt x="-116411" y="957970"/>
                    <a:pt x="132995" y="1355537"/>
                  </a:cubicBezTo>
                  <a:cubicBezTo>
                    <a:pt x="291543" y="1081716"/>
                    <a:pt x="382804" y="763945"/>
                    <a:pt x="382804" y="424302"/>
                  </a:cubicBezTo>
                  <a:cubicBezTo>
                    <a:pt x="382602" y="278277"/>
                    <a:pt x="365277" y="136506"/>
                    <a:pt x="333447" y="0"/>
                  </a:cubicBezTo>
                  <a:close/>
                </a:path>
              </a:pathLst>
            </a:custGeom>
            <a:grpFill/>
            <a:ln w="201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FF2AC3F6-7548-B81D-4A8E-61802212C99D}"/>
                </a:ext>
              </a:extLst>
            </p:cNvPr>
            <p:cNvSpPr/>
            <p:nvPr/>
          </p:nvSpPr>
          <p:spPr>
            <a:xfrm>
              <a:off x="3250256" y="1097835"/>
              <a:ext cx="559451" cy="1205462"/>
            </a:xfrm>
            <a:custGeom>
              <a:avLst/>
              <a:gdLst>
                <a:gd name="connsiteX0" fmla="*/ 559452 w 559451"/>
                <a:gd name="connsiteY0" fmla="*/ 0 h 1205462"/>
                <a:gd name="connsiteX1" fmla="*/ 0 w 559451"/>
                <a:gd name="connsiteY1" fmla="*/ 1205462 h 1205462"/>
                <a:gd name="connsiteX2" fmla="*/ 559452 w 559451"/>
                <a:gd name="connsiteY2" fmla="*/ 0 h 1205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59451" h="1205462">
                  <a:moveTo>
                    <a:pt x="559452" y="0"/>
                  </a:moveTo>
                  <a:cubicBezTo>
                    <a:pt x="240542" y="309264"/>
                    <a:pt x="32435" y="732958"/>
                    <a:pt x="0" y="1205462"/>
                  </a:cubicBezTo>
                  <a:cubicBezTo>
                    <a:pt x="307225" y="909565"/>
                    <a:pt x="499014" y="435441"/>
                    <a:pt x="559452" y="0"/>
                  </a:cubicBezTo>
                  <a:close/>
                </a:path>
              </a:pathLst>
            </a:custGeom>
            <a:grpFill/>
            <a:ln w="201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BB51E70E-4443-2760-A92E-329494E28703}"/>
                </a:ext>
              </a:extLst>
            </p:cNvPr>
            <p:cNvSpPr/>
            <p:nvPr/>
          </p:nvSpPr>
          <p:spPr>
            <a:xfrm>
              <a:off x="3262948" y="823608"/>
              <a:ext cx="922096" cy="2136697"/>
            </a:xfrm>
            <a:custGeom>
              <a:avLst/>
              <a:gdLst>
                <a:gd name="connsiteX0" fmla="*/ 910192 w 922096"/>
                <a:gd name="connsiteY0" fmla="*/ 0 h 2136697"/>
                <a:gd name="connsiteX1" fmla="*/ 825982 w 922096"/>
                <a:gd name="connsiteY1" fmla="*/ 51645 h 2136697"/>
                <a:gd name="connsiteX2" fmla="*/ 0 w 922096"/>
                <a:gd name="connsiteY2" fmla="*/ 1862876 h 2136697"/>
                <a:gd name="connsiteX3" fmla="*/ 58826 w 922096"/>
                <a:gd name="connsiteY3" fmla="*/ 2136698 h 2136697"/>
                <a:gd name="connsiteX4" fmla="*/ 910192 w 922096"/>
                <a:gd name="connsiteY4" fmla="*/ 0 h 2136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2096" h="2136697">
                  <a:moveTo>
                    <a:pt x="910192" y="0"/>
                  </a:moveTo>
                  <a:cubicBezTo>
                    <a:pt x="881585" y="16405"/>
                    <a:pt x="853582" y="33823"/>
                    <a:pt x="825982" y="51645"/>
                  </a:cubicBezTo>
                  <a:cubicBezTo>
                    <a:pt x="637013" y="947033"/>
                    <a:pt x="398889" y="1392600"/>
                    <a:pt x="0" y="1862876"/>
                  </a:cubicBezTo>
                  <a:cubicBezTo>
                    <a:pt x="12893" y="1956446"/>
                    <a:pt x="32435" y="2047989"/>
                    <a:pt x="58826" y="2136698"/>
                  </a:cubicBezTo>
                  <a:cubicBezTo>
                    <a:pt x="812283" y="1670877"/>
                    <a:pt x="971435" y="631895"/>
                    <a:pt x="910192" y="0"/>
                  </a:cubicBezTo>
                  <a:close/>
                </a:path>
              </a:pathLst>
            </a:custGeom>
            <a:grpFill/>
            <a:ln w="201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E12016B5-30E8-A979-06E0-FF477701022F}"/>
                </a:ext>
              </a:extLst>
            </p:cNvPr>
            <p:cNvSpPr/>
            <p:nvPr/>
          </p:nvSpPr>
          <p:spPr>
            <a:xfrm>
              <a:off x="4443498" y="586242"/>
              <a:ext cx="1233608" cy="3691119"/>
            </a:xfrm>
            <a:custGeom>
              <a:avLst/>
              <a:gdLst>
                <a:gd name="connsiteX0" fmla="*/ 1229303 w 1233608"/>
                <a:gd name="connsiteY0" fmla="*/ 1474625 h 3691119"/>
                <a:gd name="connsiteX1" fmla="*/ 920063 w 1233608"/>
                <a:gd name="connsiteY1" fmla="*/ 12354 h 3691119"/>
                <a:gd name="connsiteX2" fmla="*/ 813290 w 1233608"/>
                <a:gd name="connsiteY2" fmla="*/ 0 h 3691119"/>
                <a:gd name="connsiteX3" fmla="*/ 0 w 1233608"/>
                <a:gd name="connsiteY3" fmla="*/ 3582766 h 3691119"/>
                <a:gd name="connsiteX4" fmla="*/ 463960 w 1233608"/>
                <a:gd name="connsiteY4" fmla="*/ 3691120 h 3691119"/>
                <a:gd name="connsiteX5" fmla="*/ 1229303 w 1233608"/>
                <a:gd name="connsiteY5" fmla="*/ 1474625 h 3691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33608" h="3691119">
                  <a:moveTo>
                    <a:pt x="1229303" y="1474625"/>
                  </a:moveTo>
                  <a:cubicBezTo>
                    <a:pt x="1206538" y="943793"/>
                    <a:pt x="1095736" y="447390"/>
                    <a:pt x="920063" y="12354"/>
                  </a:cubicBezTo>
                  <a:cubicBezTo>
                    <a:pt x="884808" y="7291"/>
                    <a:pt x="849150" y="3038"/>
                    <a:pt x="813290" y="0"/>
                  </a:cubicBezTo>
                  <a:cubicBezTo>
                    <a:pt x="982314" y="1439992"/>
                    <a:pt x="851769" y="2726062"/>
                    <a:pt x="0" y="3582766"/>
                  </a:cubicBezTo>
                  <a:cubicBezTo>
                    <a:pt x="146662" y="3638057"/>
                    <a:pt x="302189" y="3675120"/>
                    <a:pt x="463960" y="3691120"/>
                  </a:cubicBezTo>
                  <a:cubicBezTo>
                    <a:pt x="967003" y="3246970"/>
                    <a:pt x="1274027" y="2509557"/>
                    <a:pt x="1229303" y="1474625"/>
                  </a:cubicBezTo>
                  <a:close/>
                </a:path>
              </a:pathLst>
            </a:custGeom>
            <a:grpFill/>
            <a:ln w="201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A25C171A-26D6-1558-8FA1-16EFE3DB6DA2}"/>
                </a:ext>
              </a:extLst>
            </p:cNvPr>
            <p:cNvSpPr/>
            <p:nvPr/>
          </p:nvSpPr>
          <p:spPr>
            <a:xfrm>
              <a:off x="3830458" y="583610"/>
              <a:ext cx="1297623" cy="3413653"/>
            </a:xfrm>
            <a:custGeom>
              <a:avLst/>
              <a:gdLst>
                <a:gd name="connsiteX0" fmla="*/ 1124141 w 1297623"/>
                <a:gd name="connsiteY0" fmla="*/ 0 h 3413653"/>
                <a:gd name="connsiteX1" fmla="*/ 1019383 w 1297623"/>
                <a:gd name="connsiteY1" fmla="*/ 10532 h 3413653"/>
                <a:gd name="connsiteX2" fmla="*/ 0 w 1297623"/>
                <a:gd name="connsiteY2" fmla="*/ 3202819 h 3413653"/>
                <a:gd name="connsiteX3" fmla="*/ 270559 w 1297623"/>
                <a:gd name="connsiteY3" fmla="*/ 3413653 h 3413653"/>
                <a:gd name="connsiteX4" fmla="*/ 1124141 w 1297623"/>
                <a:gd name="connsiteY4" fmla="*/ 0 h 341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97623" h="3413653">
                  <a:moveTo>
                    <a:pt x="1124141" y="0"/>
                  </a:moveTo>
                  <a:cubicBezTo>
                    <a:pt x="1088886" y="2430"/>
                    <a:pt x="1054034" y="6076"/>
                    <a:pt x="1019383" y="10532"/>
                  </a:cubicBezTo>
                  <a:cubicBezTo>
                    <a:pt x="1053631" y="961413"/>
                    <a:pt x="934971" y="2413152"/>
                    <a:pt x="0" y="3202819"/>
                  </a:cubicBezTo>
                  <a:cubicBezTo>
                    <a:pt x="83404" y="3281198"/>
                    <a:pt x="174061" y="3351881"/>
                    <a:pt x="270559" y="3413653"/>
                  </a:cubicBezTo>
                  <a:cubicBezTo>
                    <a:pt x="1435395" y="2617708"/>
                    <a:pt x="1429755" y="1060855"/>
                    <a:pt x="1124141" y="0"/>
                  </a:cubicBezTo>
                  <a:close/>
                </a:path>
              </a:pathLst>
            </a:custGeom>
            <a:grpFill/>
            <a:ln w="201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84A7439-F1B4-6D39-5539-9888E4CB89AF}"/>
                </a:ext>
              </a:extLst>
            </p:cNvPr>
            <p:cNvSpPr/>
            <p:nvPr/>
          </p:nvSpPr>
          <p:spPr>
            <a:xfrm>
              <a:off x="3447686" y="659964"/>
              <a:ext cx="1174586" cy="2873301"/>
            </a:xfrm>
            <a:custGeom>
              <a:avLst/>
              <a:gdLst>
                <a:gd name="connsiteX0" fmla="*/ 1099160 w 1174586"/>
                <a:gd name="connsiteY0" fmla="*/ 0 h 2873301"/>
                <a:gd name="connsiteX1" fmla="*/ 1007698 w 1174586"/>
                <a:gd name="connsiteY1" fmla="*/ 30582 h 2873301"/>
                <a:gd name="connsiteX2" fmla="*/ 0 w 1174586"/>
                <a:gd name="connsiteY2" fmla="*/ 2615885 h 2873301"/>
                <a:gd name="connsiteX3" fmla="*/ 158750 w 1174586"/>
                <a:gd name="connsiteY3" fmla="*/ 2873302 h 2873301"/>
                <a:gd name="connsiteX4" fmla="*/ 1099160 w 1174586"/>
                <a:gd name="connsiteY4" fmla="*/ 0 h 28733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586" h="2873301">
                  <a:moveTo>
                    <a:pt x="1099160" y="0"/>
                  </a:moveTo>
                  <a:cubicBezTo>
                    <a:pt x="1068136" y="9519"/>
                    <a:pt x="1037715" y="19645"/>
                    <a:pt x="1007698" y="30582"/>
                  </a:cubicBezTo>
                  <a:cubicBezTo>
                    <a:pt x="951894" y="1024197"/>
                    <a:pt x="737541" y="1943079"/>
                    <a:pt x="0" y="2615885"/>
                  </a:cubicBezTo>
                  <a:cubicBezTo>
                    <a:pt x="45933" y="2706214"/>
                    <a:pt x="99118" y="2792289"/>
                    <a:pt x="158750" y="2873302"/>
                  </a:cubicBezTo>
                  <a:cubicBezTo>
                    <a:pt x="1112457" y="2294469"/>
                    <a:pt x="1307469" y="922729"/>
                    <a:pt x="1099160" y="0"/>
                  </a:cubicBezTo>
                  <a:close/>
                </a:path>
              </a:pathLst>
            </a:custGeom>
            <a:grpFill/>
            <a:ln w="201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F5390393-F184-49E1-7DF4-2D16145DEF83}"/>
                </a:ext>
              </a:extLst>
            </p:cNvPr>
            <p:cNvSpPr/>
            <p:nvPr/>
          </p:nvSpPr>
          <p:spPr>
            <a:xfrm>
              <a:off x="5756809" y="1076164"/>
              <a:ext cx="674686" cy="1017108"/>
            </a:xfrm>
            <a:custGeom>
              <a:avLst/>
              <a:gdLst>
                <a:gd name="connsiteX0" fmla="*/ 76957 w 674686"/>
                <a:gd name="connsiteY0" fmla="*/ 1017109 h 1017108"/>
                <a:gd name="connsiteX1" fmla="*/ 674686 w 674686"/>
                <a:gd name="connsiteY1" fmla="*/ 84455 h 1017108"/>
                <a:gd name="connsiteX2" fmla="*/ 590275 w 674686"/>
                <a:gd name="connsiteY2" fmla="*/ 0 h 1017108"/>
                <a:gd name="connsiteX3" fmla="*/ 0 w 674686"/>
                <a:gd name="connsiteY3" fmla="*/ 406479 h 1017108"/>
                <a:gd name="connsiteX4" fmla="*/ 76957 w 674686"/>
                <a:gd name="connsiteY4" fmla="*/ 1017109 h 1017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4686" h="1017108">
                  <a:moveTo>
                    <a:pt x="76957" y="1017109"/>
                  </a:moveTo>
                  <a:cubicBezTo>
                    <a:pt x="188767" y="647288"/>
                    <a:pt x="415811" y="290631"/>
                    <a:pt x="674686" y="84455"/>
                  </a:cubicBezTo>
                  <a:cubicBezTo>
                    <a:pt x="647489" y="55493"/>
                    <a:pt x="619285" y="27342"/>
                    <a:pt x="590275" y="0"/>
                  </a:cubicBezTo>
                  <a:cubicBezTo>
                    <a:pt x="359201" y="113822"/>
                    <a:pt x="161167" y="249518"/>
                    <a:pt x="0" y="406479"/>
                  </a:cubicBezTo>
                  <a:cubicBezTo>
                    <a:pt x="40292" y="605769"/>
                    <a:pt x="67690" y="810730"/>
                    <a:pt x="76957" y="1017109"/>
                  </a:cubicBezTo>
                  <a:close/>
                </a:path>
              </a:pathLst>
            </a:custGeom>
            <a:grpFill/>
            <a:ln w="201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0A7A07C7-B466-E530-DAB8-DD4108FEB0ED}"/>
                </a:ext>
              </a:extLst>
            </p:cNvPr>
            <p:cNvSpPr/>
            <p:nvPr/>
          </p:nvSpPr>
          <p:spPr>
            <a:xfrm>
              <a:off x="5567639" y="3009723"/>
              <a:ext cx="599139" cy="1039791"/>
            </a:xfrm>
            <a:custGeom>
              <a:avLst/>
              <a:gdLst>
                <a:gd name="connsiteX0" fmla="*/ 0 w 599139"/>
                <a:gd name="connsiteY0" fmla="*/ 612250 h 1039791"/>
                <a:gd name="connsiteX1" fmla="*/ 425481 w 599139"/>
                <a:gd name="connsiteY1" fmla="*/ 1039792 h 1039791"/>
                <a:gd name="connsiteX2" fmla="*/ 599139 w 599139"/>
                <a:gd name="connsiteY2" fmla="*/ 928198 h 1039791"/>
                <a:gd name="connsiteX3" fmla="*/ 202869 w 599139"/>
                <a:gd name="connsiteY3" fmla="*/ 0 h 1039791"/>
                <a:gd name="connsiteX4" fmla="*/ 0 w 599139"/>
                <a:gd name="connsiteY4" fmla="*/ 612250 h 1039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9139" h="1039791">
                  <a:moveTo>
                    <a:pt x="0" y="612250"/>
                  </a:moveTo>
                  <a:cubicBezTo>
                    <a:pt x="111205" y="771034"/>
                    <a:pt x="254241" y="915236"/>
                    <a:pt x="425481" y="1039792"/>
                  </a:cubicBezTo>
                  <a:cubicBezTo>
                    <a:pt x="485516" y="1005767"/>
                    <a:pt x="543536" y="968501"/>
                    <a:pt x="599139" y="928198"/>
                  </a:cubicBezTo>
                  <a:cubicBezTo>
                    <a:pt x="396068" y="649313"/>
                    <a:pt x="260688" y="346125"/>
                    <a:pt x="202869" y="0"/>
                  </a:cubicBezTo>
                  <a:cubicBezTo>
                    <a:pt x="156735" y="226632"/>
                    <a:pt x="88037" y="430175"/>
                    <a:pt x="0" y="612250"/>
                  </a:cubicBezTo>
                  <a:close/>
                </a:path>
              </a:pathLst>
            </a:custGeom>
            <a:grpFill/>
            <a:ln w="201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A8ABFA6-91A3-C94E-80CD-4CB7BB3CB937}"/>
                </a:ext>
              </a:extLst>
            </p:cNvPr>
            <p:cNvSpPr/>
            <p:nvPr/>
          </p:nvSpPr>
          <p:spPr>
            <a:xfrm>
              <a:off x="5606319" y="767710"/>
              <a:ext cx="397680" cy="407491"/>
            </a:xfrm>
            <a:custGeom>
              <a:avLst/>
              <a:gdLst>
                <a:gd name="connsiteX0" fmla="*/ 77763 w 397680"/>
                <a:gd name="connsiteY0" fmla="*/ 407492 h 407491"/>
                <a:gd name="connsiteX1" fmla="*/ 397680 w 397680"/>
                <a:gd name="connsiteY1" fmla="*/ 54481 h 407491"/>
                <a:gd name="connsiteX2" fmla="*/ 296346 w 397680"/>
                <a:gd name="connsiteY2" fmla="*/ 0 h 407491"/>
                <a:gd name="connsiteX3" fmla="*/ 0 w 397680"/>
                <a:gd name="connsiteY3" fmla="*/ 149063 h 407491"/>
                <a:gd name="connsiteX4" fmla="*/ 77763 w 397680"/>
                <a:gd name="connsiteY4" fmla="*/ 407492 h 40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7680" h="407491">
                  <a:moveTo>
                    <a:pt x="77763" y="407492"/>
                  </a:moveTo>
                  <a:cubicBezTo>
                    <a:pt x="181313" y="284353"/>
                    <a:pt x="289295" y="153923"/>
                    <a:pt x="397680" y="54481"/>
                  </a:cubicBezTo>
                  <a:cubicBezTo>
                    <a:pt x="364439" y="35443"/>
                    <a:pt x="330594" y="17013"/>
                    <a:pt x="296346" y="0"/>
                  </a:cubicBezTo>
                  <a:cubicBezTo>
                    <a:pt x="198840" y="41519"/>
                    <a:pt x="93477" y="93569"/>
                    <a:pt x="0" y="149063"/>
                  </a:cubicBezTo>
                  <a:cubicBezTo>
                    <a:pt x="27801" y="233113"/>
                    <a:pt x="53790" y="319391"/>
                    <a:pt x="77763" y="407492"/>
                  </a:cubicBezTo>
                  <a:close/>
                </a:path>
              </a:pathLst>
            </a:custGeom>
            <a:grpFill/>
            <a:ln w="201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9AF9F945-106D-756C-A475-5B5DF1B77EEF}"/>
                </a:ext>
              </a:extLst>
            </p:cNvPr>
            <p:cNvSpPr/>
            <p:nvPr/>
          </p:nvSpPr>
          <p:spPr>
            <a:xfrm>
              <a:off x="5919010" y="1480415"/>
              <a:ext cx="812859" cy="2281102"/>
            </a:xfrm>
            <a:custGeom>
              <a:avLst/>
              <a:gdLst>
                <a:gd name="connsiteX0" fmla="*/ 812860 w 812859"/>
                <a:gd name="connsiteY0" fmla="*/ 107139 h 2281102"/>
                <a:gd name="connsiteX1" fmla="*/ 754034 w 812859"/>
                <a:gd name="connsiteY1" fmla="*/ 0 h 2281102"/>
                <a:gd name="connsiteX2" fmla="*/ 5211 w 812859"/>
                <a:gd name="connsiteY2" fmla="*/ 1120197 h 2281102"/>
                <a:gd name="connsiteX3" fmla="*/ 457486 w 812859"/>
                <a:gd name="connsiteY3" fmla="*/ 2281102 h 2281102"/>
                <a:gd name="connsiteX4" fmla="*/ 598105 w 812859"/>
                <a:gd name="connsiteY4" fmla="*/ 2127584 h 2281102"/>
                <a:gd name="connsiteX5" fmla="*/ 812860 w 812859"/>
                <a:gd name="connsiteY5" fmla="*/ 107139 h 2281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12859" h="2281102">
                  <a:moveTo>
                    <a:pt x="812860" y="107139"/>
                  </a:moveTo>
                  <a:cubicBezTo>
                    <a:pt x="794326" y="70683"/>
                    <a:pt x="774784" y="34835"/>
                    <a:pt x="754034" y="0"/>
                  </a:cubicBezTo>
                  <a:cubicBezTo>
                    <a:pt x="328149" y="239594"/>
                    <a:pt x="47920" y="639187"/>
                    <a:pt x="5211" y="1120197"/>
                  </a:cubicBezTo>
                  <a:cubicBezTo>
                    <a:pt x="-32462" y="1544903"/>
                    <a:pt x="135756" y="1975483"/>
                    <a:pt x="457486" y="2281102"/>
                  </a:cubicBezTo>
                  <a:cubicBezTo>
                    <a:pt x="507045" y="2232495"/>
                    <a:pt x="554186" y="2181457"/>
                    <a:pt x="598105" y="2127584"/>
                  </a:cubicBezTo>
                  <a:cubicBezTo>
                    <a:pt x="227823" y="1400702"/>
                    <a:pt x="343461" y="675642"/>
                    <a:pt x="812860" y="107139"/>
                  </a:cubicBezTo>
                  <a:close/>
                </a:path>
              </a:pathLst>
            </a:custGeom>
            <a:grpFill/>
            <a:ln w="201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DEBD5531-57D8-8F66-17BE-4ED89586A77E}"/>
                </a:ext>
              </a:extLst>
            </p:cNvPr>
            <p:cNvSpPr/>
            <p:nvPr/>
          </p:nvSpPr>
          <p:spPr>
            <a:xfrm>
              <a:off x="5275322" y="3839289"/>
              <a:ext cx="434345" cy="404656"/>
            </a:xfrm>
            <a:custGeom>
              <a:avLst/>
              <a:gdLst>
                <a:gd name="connsiteX0" fmla="*/ 207100 w 434345"/>
                <a:gd name="connsiteY0" fmla="*/ 404656 h 404656"/>
                <a:gd name="connsiteX1" fmla="*/ 434346 w 434345"/>
                <a:gd name="connsiteY1" fmla="*/ 344099 h 404656"/>
                <a:gd name="connsiteX2" fmla="*/ 171643 w 434345"/>
                <a:gd name="connsiteY2" fmla="*/ 0 h 404656"/>
                <a:gd name="connsiteX3" fmla="*/ 0 w 434345"/>
                <a:gd name="connsiteY3" fmla="*/ 235948 h 404656"/>
                <a:gd name="connsiteX4" fmla="*/ 207100 w 434345"/>
                <a:gd name="connsiteY4" fmla="*/ 404656 h 404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4345" h="404656">
                  <a:moveTo>
                    <a:pt x="207100" y="404656"/>
                  </a:moveTo>
                  <a:cubicBezTo>
                    <a:pt x="284863" y="389264"/>
                    <a:pt x="360612" y="368808"/>
                    <a:pt x="434346" y="344099"/>
                  </a:cubicBezTo>
                  <a:cubicBezTo>
                    <a:pt x="343689" y="243239"/>
                    <a:pt x="254644" y="122126"/>
                    <a:pt x="171643" y="0"/>
                  </a:cubicBezTo>
                  <a:cubicBezTo>
                    <a:pt x="118861" y="84050"/>
                    <a:pt x="61646" y="162834"/>
                    <a:pt x="0" y="235948"/>
                  </a:cubicBezTo>
                  <a:cubicBezTo>
                    <a:pt x="65474" y="294682"/>
                    <a:pt x="133567" y="351593"/>
                    <a:pt x="207100" y="404656"/>
                  </a:cubicBezTo>
                  <a:close/>
                </a:path>
              </a:pathLst>
            </a:custGeom>
            <a:grpFill/>
            <a:ln w="201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3521399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F926F-30BF-3647-BFEC-71649F3AF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F92293-7F9C-7949-AA0D-5CCC04EBE1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888" y="1262063"/>
            <a:ext cx="10958512" cy="4703937"/>
          </a:xfrm>
          <a:prstGeom prst="rect">
            <a:avLst/>
          </a:prstGeom>
        </p:spPr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05850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7404">
          <p15:clr>
            <a:srgbClr val="FBAE40"/>
          </p15:clr>
        </p15:guide>
        <p15:guide id="2" pos="2808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D3F7E3C0-7229-A0C8-B308-597A6B55C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18295"/>
            <a:ext cx="10801348" cy="889755"/>
          </a:xfrm>
        </p:spPr>
        <p:txBody>
          <a:bodyPr anchor="b" anchorCtr="0">
            <a:noAutofit/>
          </a:bodyPr>
          <a:lstStyle>
            <a:lvl1pPr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FCD63F0-20B4-4503-19AD-0E2CBC331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3" y="1268413"/>
            <a:ext cx="9721850" cy="1908215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22277-E9E0-A612-FC14-D4B12374CB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8292" y="6334138"/>
            <a:ext cx="360000" cy="32067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4D2DCB6-719E-0F43-A160-E508323EF71D}" type="slidenum">
              <a:rPr lang="en-DK" smtClean="0"/>
              <a:pPr/>
              <a:t>‹#›</a:t>
            </a:fld>
            <a:endParaRPr lang="en-DK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2EBDF4B-E05A-04FD-7628-934404C137EB}"/>
              </a:ext>
            </a:extLst>
          </p:cNvPr>
          <p:cNvPicPr>
            <a:picLocks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2913" y="1053025"/>
            <a:ext cx="540000" cy="36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19E80BD-420B-41C9-755A-9DE12A551DA5}"/>
              </a:ext>
            </a:extLst>
          </p:cNvPr>
          <p:cNvPicPr>
            <a:picLocks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75"/>
          <a:stretch/>
        </p:blipFill>
        <p:spPr>
          <a:xfrm>
            <a:off x="0" y="6750000"/>
            <a:ext cx="12192000" cy="10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7F33971-0E92-274F-A060-6BCC2DECBA8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5337" y="6214902"/>
            <a:ext cx="972000" cy="425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19578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Column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D3F7E3C0-7229-A0C8-B308-597A6B55C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18295"/>
            <a:ext cx="10801348" cy="889755"/>
          </a:xfrm>
        </p:spPr>
        <p:txBody>
          <a:bodyPr anchor="b" anchorCtr="0">
            <a:noAutofit/>
          </a:bodyPr>
          <a:lstStyle>
            <a:lvl1pPr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FCD63F0-20B4-4503-19AD-0E2CBC331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3" y="1268413"/>
            <a:ext cx="4892400" cy="1908215"/>
          </a:xfrm>
        </p:spPr>
        <p:txBody>
          <a:bodyPr>
            <a:spAutoFit/>
          </a:bodyPr>
          <a:lstStyle>
            <a:lvl1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22277-E9E0-A612-FC14-D4B12374CB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8292" y="6334138"/>
            <a:ext cx="360000" cy="32067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4D2DCB6-719E-0F43-A160-E508323EF71D}" type="slidenum">
              <a:rPr lang="en-DK" smtClean="0"/>
              <a:pPr/>
              <a:t>‹#›</a:t>
            </a:fld>
            <a:endParaRPr lang="en-DK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2EBDF4B-E05A-04FD-7628-934404C137EB}"/>
              </a:ext>
            </a:extLst>
          </p:cNvPr>
          <p:cNvPicPr>
            <a:picLocks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2913" y="1053025"/>
            <a:ext cx="540000" cy="36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19E80BD-420B-41C9-755A-9DE12A551DA5}"/>
              </a:ext>
            </a:extLst>
          </p:cNvPr>
          <p:cNvPicPr>
            <a:picLocks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75"/>
          <a:stretch/>
        </p:blipFill>
        <p:spPr>
          <a:xfrm>
            <a:off x="0" y="6750000"/>
            <a:ext cx="12192000" cy="108000"/>
          </a:xfrm>
          <a:prstGeom prst="rect">
            <a:avLst/>
          </a:prstGeom>
        </p:spPr>
      </p:pic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7F2681EC-1F9A-713B-DA10-49F6F15367A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1268413"/>
            <a:ext cx="5653088" cy="3902075"/>
          </a:xfrm>
        </p:spPr>
        <p:txBody>
          <a:bodyPr/>
          <a:lstStyle/>
          <a:p>
            <a:endParaRPr lang="en-DK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574FEBD-C64D-BB80-4208-D1CC9F3923E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5337" y="6214902"/>
            <a:ext cx="972000" cy="425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52333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D3F7E3C0-7229-A0C8-B308-597A6B55C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18295"/>
            <a:ext cx="10801348" cy="889755"/>
          </a:xfrm>
        </p:spPr>
        <p:txBody>
          <a:bodyPr anchor="b" anchorCtr="0">
            <a:noAutofit/>
          </a:bodyPr>
          <a:lstStyle>
            <a:lvl1pPr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FCD63F0-20B4-4503-19AD-0E2CBC331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3" y="1268413"/>
            <a:ext cx="4896000" cy="1908215"/>
          </a:xfrm>
        </p:spPr>
        <p:txBody>
          <a:bodyPr>
            <a:spAutoFit/>
          </a:bodyPr>
          <a:lstStyle>
            <a:lvl1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22277-E9E0-A612-FC14-D4B12374CB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8292" y="6334138"/>
            <a:ext cx="360000" cy="32067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4D2DCB6-719E-0F43-A160-E508323EF71D}" type="slidenum">
              <a:rPr lang="en-DK" smtClean="0"/>
              <a:pPr/>
              <a:t>‹#›</a:t>
            </a:fld>
            <a:endParaRPr lang="en-DK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2EBDF4B-E05A-04FD-7628-934404C137EB}"/>
              </a:ext>
            </a:extLst>
          </p:cNvPr>
          <p:cNvPicPr>
            <a:picLocks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2913" y="1053025"/>
            <a:ext cx="540000" cy="36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19E80BD-420B-41C9-755A-9DE12A551DA5}"/>
              </a:ext>
            </a:extLst>
          </p:cNvPr>
          <p:cNvPicPr>
            <a:picLocks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75"/>
          <a:stretch/>
        </p:blipFill>
        <p:spPr>
          <a:xfrm>
            <a:off x="0" y="6750000"/>
            <a:ext cx="12192000" cy="10800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1C4CE89-9402-1BF0-A9EE-FE765B4AA7B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096000" y="1268413"/>
            <a:ext cx="4896000" cy="1908215"/>
          </a:xfrm>
        </p:spPr>
        <p:txBody>
          <a:bodyPr>
            <a:spAutoFit/>
          </a:bodyPr>
          <a:lstStyle>
            <a:lvl1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A8F6376-4701-03F1-1C01-21FA85A20E3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5337" y="6214902"/>
            <a:ext cx="972000" cy="425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63425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Grey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D3F7E3C0-7229-A0C8-B308-597A6B55C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18295"/>
            <a:ext cx="10801348" cy="889755"/>
          </a:xfrm>
        </p:spPr>
        <p:txBody>
          <a:bodyPr anchor="b" anchorCtr="0">
            <a:noAutofit/>
          </a:bodyPr>
          <a:lstStyle>
            <a:lvl1pPr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FCD63F0-20B4-4503-19AD-0E2CBC331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3" y="1268413"/>
            <a:ext cx="5220000" cy="2489840"/>
          </a:xfrm>
          <a:solidFill>
            <a:schemeClr val="bg1">
              <a:lumMod val="95000"/>
            </a:schemeClr>
          </a:solidFill>
        </p:spPr>
        <p:txBody>
          <a:bodyPr lIns="288000" tIns="288000" rIns="288000" bIns="288000">
            <a:spAutoFit/>
          </a:bodyPr>
          <a:lstStyle>
            <a:lvl1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22277-E9E0-A612-FC14-D4B12374CB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8292" y="6334138"/>
            <a:ext cx="360000" cy="32067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4D2DCB6-719E-0F43-A160-E508323EF71D}" type="slidenum">
              <a:rPr lang="en-DK" smtClean="0"/>
              <a:pPr/>
              <a:t>‹#›</a:t>
            </a:fld>
            <a:endParaRPr lang="en-DK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2EBDF4B-E05A-04FD-7628-934404C137EB}"/>
              </a:ext>
            </a:extLst>
          </p:cNvPr>
          <p:cNvPicPr>
            <a:picLocks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2913" y="1053025"/>
            <a:ext cx="540000" cy="36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19E80BD-420B-41C9-755A-9DE12A551DA5}"/>
              </a:ext>
            </a:extLst>
          </p:cNvPr>
          <p:cNvPicPr>
            <a:picLocks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75"/>
          <a:stretch/>
        </p:blipFill>
        <p:spPr>
          <a:xfrm>
            <a:off x="0" y="6750000"/>
            <a:ext cx="12192000" cy="10800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1C4CE89-9402-1BF0-A9EE-FE765B4AA7B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095999" y="1268413"/>
            <a:ext cx="5220000" cy="2489840"/>
          </a:xfrm>
          <a:solidFill>
            <a:schemeClr val="bg1">
              <a:lumMod val="95000"/>
            </a:schemeClr>
          </a:solidFill>
        </p:spPr>
        <p:txBody>
          <a:bodyPr wrap="square" lIns="288000" tIns="288000" rIns="288000" bIns="288000">
            <a:spAutoFit/>
          </a:bodyPr>
          <a:lstStyle>
            <a:lvl1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2BA3670-44D4-F214-76B5-3C676FDC049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5337" y="6214902"/>
            <a:ext cx="972000" cy="425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59685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Left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D364F-3FE9-18C1-56D4-52A88C82D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8188" y="0"/>
            <a:ext cx="6932192" cy="908050"/>
          </a:xfrm>
        </p:spPr>
        <p:txBody>
          <a:bodyPr anchor="b" anchorCtr="0">
            <a:noAutofit/>
          </a:bodyPr>
          <a:lstStyle>
            <a:lvl1pPr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C2ED8-295B-3A5C-24C6-BE6C838B05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8188" y="1268413"/>
            <a:ext cx="6193818" cy="1908215"/>
          </a:xfrm>
        </p:spPr>
        <p:txBody>
          <a:bodyPr>
            <a:spAutoFit/>
          </a:bodyPr>
          <a:lstStyle>
            <a:lvl1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E9113E3-0C37-B5C8-5AE8-0668E1939C0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4079874" cy="6750000"/>
          </a:xfrm>
        </p:spPr>
        <p:txBody>
          <a:bodyPr/>
          <a:lstStyle/>
          <a:p>
            <a:endParaRPr lang="en-DK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02D53A-6D9C-B20A-ABE0-E3B2FB875E23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75"/>
          <a:stretch/>
        </p:blipFill>
        <p:spPr>
          <a:xfrm>
            <a:off x="0" y="6750000"/>
            <a:ext cx="12192000" cy="10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A4C1D2C9-2534-624C-76D6-07237F7B3A92}"/>
              </a:ext>
            </a:extLst>
          </p:cNvPr>
          <p:cNvPicPr>
            <a:picLocks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48188" y="1053025"/>
            <a:ext cx="540000" cy="36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DC190F4-9412-F652-9F4F-64C7851DEAA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5337" y="6214902"/>
            <a:ext cx="972000" cy="425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99126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Left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D364F-3FE9-18C1-56D4-52A88C82D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8188" y="0"/>
            <a:ext cx="6932192" cy="908050"/>
          </a:xfrm>
        </p:spPr>
        <p:txBody>
          <a:bodyPr anchor="b" anchorCtr="0">
            <a:noAutofit/>
          </a:bodyPr>
          <a:lstStyle>
            <a:lvl1pPr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C2ED8-295B-3A5C-24C6-BE6C838B05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05400" y="2009238"/>
            <a:ext cx="4636605" cy="246221"/>
          </a:xfrm>
        </p:spPr>
        <p:txBody>
          <a:bodyPr anchor="ctr">
            <a:spAutoFit/>
          </a:bodyPr>
          <a:lstStyle>
            <a:lvl1pPr marL="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E9113E3-0C37-B5C8-5AE8-0668E1939C0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4079874" cy="6750000"/>
          </a:xfrm>
        </p:spPr>
        <p:txBody>
          <a:bodyPr/>
          <a:lstStyle/>
          <a:p>
            <a:endParaRPr lang="en-DK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02D53A-6D9C-B20A-ABE0-E3B2FB875E23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75"/>
          <a:stretch/>
        </p:blipFill>
        <p:spPr>
          <a:xfrm>
            <a:off x="0" y="6750000"/>
            <a:ext cx="12192000" cy="10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A4C1D2C9-2534-624C-76D6-07237F7B3A92}"/>
              </a:ext>
            </a:extLst>
          </p:cNvPr>
          <p:cNvPicPr>
            <a:picLocks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48188" y="1053025"/>
            <a:ext cx="540000" cy="36000"/>
          </a:xfrm>
          <a:prstGeom prst="rect">
            <a:avLst/>
          </a:prstGeom>
        </p:spPr>
      </p:pic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16A327B8-AFBD-F1DF-7DFC-FB03E0CBC483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6105400" y="3151603"/>
            <a:ext cx="4636605" cy="246221"/>
          </a:xfrm>
        </p:spPr>
        <p:txBody>
          <a:bodyPr anchor="ctr">
            <a:spAutoFit/>
          </a:bodyPr>
          <a:lstStyle>
            <a:lvl1pPr marL="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8" name="Content Placeholder 2">
            <a:extLst>
              <a:ext uri="{FF2B5EF4-FFF2-40B4-BE49-F238E27FC236}">
                <a16:creationId xmlns:a16="http://schemas.microsoft.com/office/drawing/2014/main" id="{84920924-4D7D-AFA8-DA00-3C53D28D9263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6105400" y="4293968"/>
            <a:ext cx="4636605" cy="246221"/>
          </a:xfrm>
        </p:spPr>
        <p:txBody>
          <a:bodyPr anchor="ctr">
            <a:spAutoFit/>
          </a:bodyPr>
          <a:lstStyle>
            <a:lvl1pPr marL="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9" name="Content Placeholder 2">
            <a:extLst>
              <a:ext uri="{FF2B5EF4-FFF2-40B4-BE49-F238E27FC236}">
                <a16:creationId xmlns:a16="http://schemas.microsoft.com/office/drawing/2014/main" id="{2C6CA0A4-7A3E-BB08-2AD3-FE4BAE03FE66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6105400" y="5436334"/>
            <a:ext cx="4636605" cy="246221"/>
          </a:xfrm>
        </p:spPr>
        <p:txBody>
          <a:bodyPr anchor="ctr">
            <a:spAutoFit/>
          </a:bodyPr>
          <a:lstStyle>
            <a:lvl1pPr marL="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2849B5-7E2A-B53A-CF95-071CC1FE5B8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5337" y="6214902"/>
            <a:ext cx="972000" cy="425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42947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E9113E3-0C37-B5C8-5AE8-0668E1939C0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4079874" cy="6750000"/>
          </a:xfrm>
        </p:spPr>
        <p:txBody>
          <a:bodyPr/>
          <a:lstStyle/>
          <a:p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C2ED8-295B-3A5C-24C6-BE6C838B05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8188" y="2359337"/>
            <a:ext cx="6157198" cy="2031325"/>
          </a:xfrm>
        </p:spPr>
        <p:txBody>
          <a:bodyPr anchor="ctr">
            <a:spAutoFit/>
          </a:bodyPr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DD364F-3FE9-18C1-56D4-52A88C82D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1566076"/>
            <a:ext cx="3148013" cy="3725848"/>
          </a:xfrm>
        </p:spPr>
        <p:txBody>
          <a:bodyPr lIns="0" tIns="0" rIns="0" bIns="0" anchor="ctr" anchorCtr="0">
            <a:noAutofit/>
          </a:bodyPr>
          <a:lstStyle>
            <a:lvl1pPr algn="l">
              <a:defRPr sz="2800" b="1">
                <a:solidFill>
                  <a:schemeClr val="bg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3A6C96-FEB0-8910-4086-6A6541454535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75"/>
          <a:stretch/>
        </p:blipFill>
        <p:spPr>
          <a:xfrm>
            <a:off x="0" y="6750000"/>
            <a:ext cx="12192000" cy="10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69F9053A-81B7-E386-1F44-4D65403D17F4}"/>
              </a:ext>
            </a:extLst>
          </p:cNvPr>
          <p:cNvPicPr>
            <a:picLocks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3452" y="4035938"/>
            <a:ext cx="540000" cy="36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DAABE6-38F7-63BD-2E39-62A902756B3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5337" y="6214902"/>
            <a:ext cx="972000" cy="425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47345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tem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E9113E3-0C37-B5C8-5AE8-0668E1939C0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6749999"/>
          </a:xfrm>
        </p:spPr>
        <p:txBody>
          <a:bodyPr/>
          <a:lstStyle/>
          <a:p>
            <a:endParaRPr lang="en-DK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C17468-27E3-884D-3986-521FAA9C105B}"/>
              </a:ext>
            </a:extLst>
          </p:cNvPr>
          <p:cNvSpPr/>
          <p:nvPr userDrawn="1"/>
        </p:nvSpPr>
        <p:spPr>
          <a:xfrm>
            <a:off x="0" y="1"/>
            <a:ext cx="12191999" cy="6749999"/>
          </a:xfrm>
          <a:prstGeom prst="rect">
            <a:avLst/>
          </a:prstGeom>
          <a:solidFill>
            <a:schemeClr val="tx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DD364F-3FE9-18C1-56D4-52A88C82D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7238" y="1566075"/>
            <a:ext cx="8137525" cy="3725848"/>
          </a:xfrm>
        </p:spPr>
        <p:txBody>
          <a:bodyPr lIns="0" tIns="0" rIns="0" bIns="0" anchor="ctr">
            <a:noAutofit/>
          </a:bodyPr>
          <a:lstStyle>
            <a:lvl1pPr algn="l">
              <a:defRPr sz="2800" b="1">
                <a:solidFill>
                  <a:schemeClr val="bg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B252A7-2781-D817-897F-61CCF2332A6A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75"/>
          <a:stretch/>
        </p:blipFill>
        <p:spPr>
          <a:xfrm>
            <a:off x="0" y="6750000"/>
            <a:ext cx="12192000" cy="1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84181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ue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641F92A-4B5C-DCF6-04EC-A56B5F784E8E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tx2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K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4C4177-C8DA-E455-ADE2-E92471A0CC50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75"/>
          <a:stretch/>
        </p:blipFill>
        <p:spPr>
          <a:xfrm>
            <a:off x="0" y="6750000"/>
            <a:ext cx="12192000" cy="1080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154DE951-0B4A-3C8B-A930-3788A9E84285}"/>
              </a:ext>
            </a:extLst>
          </p:cNvPr>
          <p:cNvPicPr>
            <a:picLocks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2913" y="1053025"/>
            <a:ext cx="540000" cy="36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90864DA6-271C-AA20-867C-30DEF22E9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18295"/>
            <a:ext cx="10801348" cy="889755"/>
          </a:xfrm>
        </p:spPr>
        <p:txBody>
          <a:bodyPr anchor="b" anchorCtr="0">
            <a:noAutofit/>
          </a:bodyPr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A6FEFD5-A3CC-C21E-4E92-204D7DBC5C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3" y="1268413"/>
            <a:ext cx="9721850" cy="1908215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0E54DF6-45E7-90E5-F499-F43ED5234C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8292" y="6334138"/>
            <a:ext cx="360000" cy="32067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fld id="{64D2DCB6-719E-0F43-A160-E508323EF71D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47595749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ue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808BAE5-2369-E8AD-35CB-7DB05BF27AB9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tx2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K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3F7E3C0-7229-A0C8-B308-597A6B55C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18295"/>
            <a:ext cx="10801348" cy="889755"/>
          </a:xfrm>
        </p:spPr>
        <p:txBody>
          <a:bodyPr anchor="b" anchorCtr="0">
            <a:noAutofit/>
          </a:bodyPr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FCD63F0-20B4-4503-19AD-0E2CBC331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3" y="1268413"/>
            <a:ext cx="4896000" cy="1908215"/>
          </a:xfrm>
        </p:spPr>
        <p:txBody>
          <a:bodyPr>
            <a:sp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22277-E9E0-A612-FC14-D4B12374CB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8292" y="6334138"/>
            <a:ext cx="360000" cy="32067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fld id="{64D2DCB6-719E-0F43-A160-E508323EF71D}" type="slidenum">
              <a:rPr lang="en-DK" smtClean="0"/>
              <a:pPr/>
              <a:t>‹#›</a:t>
            </a:fld>
            <a:endParaRPr lang="en-DK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2EBDF4B-E05A-04FD-7628-934404C137EB}"/>
              </a:ext>
            </a:extLst>
          </p:cNvPr>
          <p:cNvPicPr>
            <a:picLocks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2913" y="1053025"/>
            <a:ext cx="540000" cy="36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19E80BD-420B-41C9-755A-9DE12A551DA5}"/>
              </a:ext>
            </a:extLst>
          </p:cNvPr>
          <p:cNvPicPr>
            <a:picLocks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75"/>
          <a:stretch/>
        </p:blipFill>
        <p:spPr>
          <a:xfrm>
            <a:off x="0" y="6750000"/>
            <a:ext cx="12192000" cy="10800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1C4CE89-9402-1BF0-A9EE-FE765B4AA7B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096000" y="1268413"/>
            <a:ext cx="4896000" cy="1908215"/>
          </a:xfrm>
        </p:spPr>
        <p:txBody>
          <a:bodyPr>
            <a:sp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94601924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ue Column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5F269FD-D751-0C2A-F22C-F63549078B31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tx2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C2ED8-295B-3A5C-24C6-BE6C838B05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4000" y="2413337"/>
            <a:ext cx="4662000" cy="2031325"/>
          </a:xfrm>
        </p:spPr>
        <p:txBody>
          <a:bodyPr anchor="ctr">
            <a:spAutoFit/>
          </a:bodyPr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9F24513-2FA0-04E7-F4E5-EB20FCF901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8292" y="6334138"/>
            <a:ext cx="360000" cy="32067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fld id="{64D2DCB6-719E-0F43-A160-E508323EF71D}" type="slidenum">
              <a:rPr lang="en-DK" smtClean="0"/>
              <a:pPr/>
              <a:t>‹#›</a:t>
            </a:fld>
            <a:endParaRPr lang="en-DK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FA0B75-FFB2-B68B-E539-2EE2112E2DBA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75"/>
          <a:stretch/>
        </p:blipFill>
        <p:spPr>
          <a:xfrm>
            <a:off x="0" y="6750000"/>
            <a:ext cx="12192000" cy="108000"/>
          </a:xfrm>
          <a:prstGeom prst="rect">
            <a:avLst/>
          </a:pr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4BC0EA4-BB8E-3317-0F3B-2A37C7BE073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83421" y="1282263"/>
            <a:ext cx="4662487" cy="4293474"/>
          </a:xfrm>
        </p:spPr>
        <p:txBody>
          <a:bodyPr/>
          <a:lstStyle/>
          <a:p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60862885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ue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641F92A-4B5C-DCF6-04EC-A56B5F784E8E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tx2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K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4C4177-C8DA-E455-ADE2-E92471A0CC50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75"/>
          <a:stretch/>
        </p:blipFill>
        <p:spPr>
          <a:xfrm>
            <a:off x="0" y="6750000"/>
            <a:ext cx="12192000" cy="1080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154DE951-0B4A-3C8B-A930-3788A9E84285}"/>
              </a:ext>
            </a:extLst>
          </p:cNvPr>
          <p:cNvPicPr>
            <a:picLocks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2913" y="1053025"/>
            <a:ext cx="540000" cy="36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90864DA6-271C-AA20-867C-30DEF22E9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4" y="18295"/>
            <a:ext cx="4892400" cy="889755"/>
          </a:xfrm>
        </p:spPr>
        <p:txBody>
          <a:bodyPr anchor="b" anchorCtr="0">
            <a:noAutofit/>
          </a:bodyPr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A6FEFD5-A3CC-C21E-4E92-204D7DBC5C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3" y="1268413"/>
            <a:ext cx="4892400" cy="1908215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0E54DF6-45E7-90E5-F499-F43ED5234C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8292" y="6334138"/>
            <a:ext cx="360000" cy="32067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fld id="{64D2DCB6-719E-0F43-A160-E508323EF71D}" type="slidenum">
              <a:rPr lang="en-DK" smtClean="0"/>
              <a:pPr/>
              <a:t>‹#›</a:t>
            </a:fld>
            <a:endParaRPr lang="en-DK"/>
          </a:p>
        </p:txBody>
      </p: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6228B924-EB30-A541-DBDB-06100B90A1B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750000"/>
          </a:xfrm>
        </p:spPr>
        <p:txBody>
          <a:bodyPr/>
          <a:lstStyle/>
          <a:p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740318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ue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05BDA8F-A7FD-42FC-9616-73C01AB65504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tx2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C2ED8-295B-3A5C-24C6-BE6C838B05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7238" y="1268413"/>
            <a:ext cx="8137525" cy="3509883"/>
          </a:xfr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chemeClr val="bg2"/>
                </a:solidFill>
              </a:defRPr>
            </a:lvl1pPr>
            <a:lvl2pPr>
              <a:defRPr sz="2000">
                <a:solidFill>
                  <a:schemeClr val="bg2"/>
                </a:solidFill>
              </a:defRPr>
            </a:lvl2pPr>
            <a:lvl3pPr>
              <a:defRPr sz="1800">
                <a:solidFill>
                  <a:schemeClr val="bg2"/>
                </a:solidFill>
              </a:defRPr>
            </a:lvl3pPr>
            <a:lvl4pPr>
              <a:defRPr sz="1600">
                <a:solidFill>
                  <a:schemeClr val="bg2"/>
                </a:solidFill>
              </a:defRPr>
            </a:lvl4pPr>
            <a:lvl5pPr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1561EBE-5C5B-5478-448B-FC14238C7596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2027238" y="4877634"/>
            <a:ext cx="8137525" cy="1440000"/>
          </a:xfrm>
        </p:spPr>
        <p:txBody>
          <a:bodyPr>
            <a:normAutofit/>
          </a:bodyPr>
          <a:lstStyle>
            <a:lvl1pPr marL="0" indent="0">
              <a:spcAft>
                <a:spcPts val="600"/>
              </a:spcAft>
              <a:buNone/>
              <a:defRPr sz="1600" b="1">
                <a:solidFill>
                  <a:schemeClr val="bg2"/>
                </a:solidFill>
              </a:defRPr>
            </a:lvl1pPr>
            <a:lvl2pPr>
              <a:defRPr sz="2000">
                <a:solidFill>
                  <a:schemeClr val="bg2"/>
                </a:solidFill>
              </a:defRPr>
            </a:lvl2pPr>
            <a:lvl3pPr>
              <a:defRPr sz="1800">
                <a:solidFill>
                  <a:schemeClr val="bg2"/>
                </a:solidFill>
              </a:defRPr>
            </a:lvl3pPr>
            <a:lvl4pPr>
              <a:defRPr sz="1600">
                <a:solidFill>
                  <a:schemeClr val="bg2"/>
                </a:solidFill>
              </a:defRPr>
            </a:lvl4pPr>
            <a:lvl5pPr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D5DB04-585A-D45D-1E68-C6ACDD1EFCD0}"/>
              </a:ext>
            </a:extLst>
          </p:cNvPr>
          <p:cNvSpPr txBox="1"/>
          <p:nvPr userDrawn="1"/>
        </p:nvSpPr>
        <p:spPr>
          <a:xfrm>
            <a:off x="728279" y="766733"/>
            <a:ext cx="1991075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sz="16700" b="1">
                <a:solidFill>
                  <a:schemeClr val="bg2"/>
                </a:solidFill>
              </a:rPr>
              <a:t>“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2932C2-178A-BD50-AA57-67D5CA004D2A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75"/>
          <a:stretch/>
        </p:blipFill>
        <p:spPr>
          <a:xfrm>
            <a:off x="0" y="6750000"/>
            <a:ext cx="12192000" cy="1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59464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hite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C2ED8-295B-3A5C-24C6-BE6C838B05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7238" y="1268413"/>
            <a:ext cx="8137525" cy="3509883"/>
          </a:xfrm>
        </p:spPr>
        <p:txBody>
          <a:bodyPr>
            <a:normAutofit/>
          </a:bodyPr>
          <a:lstStyle>
            <a:lvl1pPr marL="0" indent="0">
              <a:buNone/>
              <a:defRPr sz="3800" b="1">
                <a:gradFill>
                  <a:gsLst>
                    <a:gs pos="0">
                      <a:schemeClr val="tx2"/>
                    </a:gs>
                    <a:gs pos="20000">
                      <a:schemeClr val="accent1"/>
                    </a:gs>
                    <a:gs pos="62000">
                      <a:schemeClr val="accent3"/>
                    </a:gs>
                    <a:gs pos="100000">
                      <a:schemeClr val="accent4"/>
                    </a:gs>
                  </a:gsLst>
                  <a:lin ang="0" scaled="1"/>
                </a:gradFill>
              </a:defRPr>
            </a:lvl1pPr>
            <a:lvl2pPr>
              <a:defRPr sz="2000">
                <a:solidFill>
                  <a:schemeClr val="bg2"/>
                </a:solidFill>
              </a:defRPr>
            </a:lvl2pPr>
            <a:lvl3pPr>
              <a:defRPr sz="1800">
                <a:solidFill>
                  <a:schemeClr val="bg2"/>
                </a:solidFill>
              </a:defRPr>
            </a:lvl3pPr>
            <a:lvl4pPr>
              <a:defRPr sz="1600">
                <a:solidFill>
                  <a:schemeClr val="bg2"/>
                </a:solidFill>
              </a:defRPr>
            </a:lvl4pPr>
            <a:lvl5pPr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1561EBE-5C5B-5478-448B-FC14238C7596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2027238" y="4877634"/>
            <a:ext cx="8137525" cy="1440000"/>
          </a:xfrm>
        </p:spPr>
        <p:txBody>
          <a:bodyPr>
            <a:normAutofit/>
          </a:bodyPr>
          <a:lstStyle>
            <a:lvl1pPr marL="0" indent="0">
              <a:spcAft>
                <a:spcPts val="600"/>
              </a:spcAft>
              <a:buNone/>
              <a:defRPr sz="1600" b="1">
                <a:solidFill>
                  <a:schemeClr val="tx2"/>
                </a:solidFill>
              </a:defRPr>
            </a:lvl1pPr>
            <a:lvl2pPr>
              <a:defRPr sz="2000">
                <a:solidFill>
                  <a:schemeClr val="bg2"/>
                </a:solidFill>
              </a:defRPr>
            </a:lvl2pPr>
            <a:lvl3pPr>
              <a:defRPr sz="1800">
                <a:solidFill>
                  <a:schemeClr val="bg2"/>
                </a:solidFill>
              </a:defRPr>
            </a:lvl3pPr>
            <a:lvl4pPr>
              <a:defRPr sz="1600">
                <a:solidFill>
                  <a:schemeClr val="bg2"/>
                </a:solidFill>
              </a:defRPr>
            </a:lvl4pPr>
            <a:lvl5pPr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180461D-2FFD-F649-E98A-58D56D8F9F05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75"/>
          <a:stretch/>
        </p:blipFill>
        <p:spPr>
          <a:xfrm>
            <a:off x="0" y="6750000"/>
            <a:ext cx="12192000" cy="10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5B29FE5-89B3-2954-5FA2-E731DF9A50FA}"/>
              </a:ext>
            </a:extLst>
          </p:cNvPr>
          <p:cNvSpPr txBox="1"/>
          <p:nvPr userDrawn="1"/>
        </p:nvSpPr>
        <p:spPr>
          <a:xfrm>
            <a:off x="728279" y="766733"/>
            <a:ext cx="1991075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sz="16700" b="1">
                <a:solidFill>
                  <a:schemeClr val="tx2"/>
                </a:solidFill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76712861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ue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0887E24-7787-07C0-59E3-D103E28CBB69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tx2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K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7975BE2D-A6A1-AE41-F95A-CEDFCAF459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27238" y="703873"/>
            <a:ext cx="9324975" cy="1070387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2400" b="1" kern="120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1" kern="1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1" kern="1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1" kern="1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DK" sz="36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DK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DA1095CC-F251-A129-D65D-D123E59865E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027238" y="1771840"/>
            <a:ext cx="9324975" cy="1070387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2400" b="1" kern="120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1" kern="1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1" kern="1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1" kern="1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DK" sz="36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DK"/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08245438-AC2F-019D-77A9-F74CA60D465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027238" y="2839807"/>
            <a:ext cx="9324975" cy="1070387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2400" b="1" kern="120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1" kern="1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1" kern="1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1" kern="1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DK" sz="36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DK"/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AA7D232E-ADE2-233E-3F84-7358DB333C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27238" y="3907774"/>
            <a:ext cx="9324975" cy="1070387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2400" b="1" kern="120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1" kern="1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1" kern="1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1" kern="1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DK" sz="36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DK"/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B11296D6-324D-5A95-E8A4-A64D4FBA029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027238" y="4975741"/>
            <a:ext cx="9324975" cy="1070387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2400" b="1" kern="120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1" kern="1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1" kern="1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1" kern="1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DK" sz="36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DK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20B14D-4781-FE66-22AD-85C48362354D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75"/>
          <a:stretch/>
        </p:blipFill>
        <p:spPr>
          <a:xfrm>
            <a:off x="0" y="6750000"/>
            <a:ext cx="12192000" cy="1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24432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hite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B221E3E-4765-3F60-E686-7B9F3CB3C1EA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75"/>
          <a:stretch/>
        </p:blipFill>
        <p:spPr>
          <a:xfrm>
            <a:off x="0" y="6750000"/>
            <a:ext cx="12192000" cy="108000"/>
          </a:xfrm>
          <a:prstGeom prst="rect">
            <a:avLst/>
          </a:prstGeom>
        </p:spPr>
      </p:pic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55633E9F-1E8D-2F0F-0F8F-3711767028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27238" y="703873"/>
            <a:ext cx="9324975" cy="1070387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2400" b="1" kern="12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1" kern="1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1" kern="1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1" kern="1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DK" sz="36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DK"/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97254926-FAC0-39B5-22A1-F04DE7EA76A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027238" y="1771840"/>
            <a:ext cx="9324975" cy="1070387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2400" b="1" kern="12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1" kern="1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1" kern="1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1" kern="1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DK" sz="36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DK"/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09E37B7D-166F-B03C-A5D9-6B95F86A3A0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027238" y="2839807"/>
            <a:ext cx="9324975" cy="1070387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2400" b="1" kern="12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1" kern="1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1" kern="1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1" kern="1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DK" sz="36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DK"/>
          </a:p>
        </p:txBody>
      </p:sp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4B9CBE0B-5E84-10EC-F459-3BB91D3C32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27238" y="3907774"/>
            <a:ext cx="9324975" cy="1070387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2400" b="1" kern="12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1" kern="1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1" kern="1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1" kern="1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DK" sz="36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DK"/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0CF6DD01-6002-142D-1ECD-677CBF2CA7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027238" y="4975741"/>
            <a:ext cx="9324975" cy="1070387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2400" b="1" kern="12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1" kern="1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1" kern="1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1" kern="1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DK" sz="36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DK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9A2881E-0134-A285-9F72-16C4C18EB60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5337" y="6214902"/>
            <a:ext cx="972000" cy="425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85063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Columns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69AF311-D561-34CA-A063-FEFC77EA487A}"/>
              </a:ext>
            </a:extLst>
          </p:cNvPr>
          <p:cNvSpPr/>
          <p:nvPr userDrawn="1"/>
        </p:nvSpPr>
        <p:spPr>
          <a:xfrm>
            <a:off x="8131200" y="0"/>
            <a:ext cx="4060800" cy="6857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07DA62-A42B-EDEB-05BF-458C2C228B3F}"/>
              </a:ext>
            </a:extLst>
          </p:cNvPr>
          <p:cNvSpPr/>
          <p:nvPr userDrawn="1"/>
        </p:nvSpPr>
        <p:spPr>
          <a:xfrm>
            <a:off x="0" y="0"/>
            <a:ext cx="4060800" cy="685799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54B296-B69E-861A-425B-C066740E7221}"/>
              </a:ext>
            </a:extLst>
          </p:cNvPr>
          <p:cNvSpPr/>
          <p:nvPr userDrawn="1"/>
        </p:nvSpPr>
        <p:spPr>
          <a:xfrm>
            <a:off x="4065600" y="0"/>
            <a:ext cx="40608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C2ED8-295B-3A5C-24C6-BE6C838B05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400" y="2293795"/>
            <a:ext cx="3168000" cy="3545419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2"/>
                </a:solidFill>
              </a:defRPr>
            </a:lvl1pPr>
            <a:lvl2pPr>
              <a:defRPr sz="1400">
                <a:solidFill>
                  <a:schemeClr val="bg2"/>
                </a:solidFill>
              </a:defRPr>
            </a:lvl2pPr>
            <a:lvl3pPr>
              <a:defRPr sz="1200">
                <a:solidFill>
                  <a:schemeClr val="bg2"/>
                </a:solidFill>
              </a:defRPr>
            </a:lvl3pPr>
            <a:lvl4pPr>
              <a:defRPr sz="1100">
                <a:solidFill>
                  <a:schemeClr val="bg2"/>
                </a:solidFill>
              </a:defRPr>
            </a:lvl4pPr>
            <a:lvl5pPr>
              <a:defRPr sz="1100">
                <a:solidFill>
                  <a:schemeClr val="bg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53ADEF9-350F-34A2-A8A5-42D7BB2EF09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511675" y="2293795"/>
            <a:ext cx="3168650" cy="3545419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2"/>
                </a:solidFill>
              </a:defRPr>
            </a:lvl1pPr>
            <a:lvl2pPr>
              <a:defRPr sz="1400">
                <a:solidFill>
                  <a:schemeClr val="bg2"/>
                </a:solidFill>
              </a:defRPr>
            </a:lvl2pPr>
            <a:lvl3pPr>
              <a:defRPr sz="1200">
                <a:solidFill>
                  <a:schemeClr val="bg2"/>
                </a:solidFill>
              </a:defRPr>
            </a:lvl3pPr>
            <a:lvl4pPr>
              <a:defRPr sz="1100">
                <a:solidFill>
                  <a:schemeClr val="bg2"/>
                </a:solidFill>
              </a:defRPr>
            </a:lvl4pPr>
            <a:lvl5pPr>
              <a:defRPr sz="1100">
                <a:solidFill>
                  <a:schemeClr val="bg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DB7801E-469E-0D42-F825-318C43BB30D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577600" y="2293795"/>
            <a:ext cx="3168000" cy="3545419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2"/>
                </a:solidFill>
              </a:defRPr>
            </a:lvl1pPr>
            <a:lvl2pPr>
              <a:defRPr sz="1400">
                <a:solidFill>
                  <a:schemeClr val="bg2"/>
                </a:solidFill>
              </a:defRPr>
            </a:lvl2pPr>
            <a:lvl3pPr>
              <a:defRPr sz="1200">
                <a:solidFill>
                  <a:schemeClr val="bg2"/>
                </a:solidFill>
              </a:defRPr>
            </a:lvl3pPr>
            <a:lvl4pPr>
              <a:defRPr sz="1100">
                <a:solidFill>
                  <a:schemeClr val="bg2"/>
                </a:solidFill>
              </a:defRPr>
            </a:lvl4pPr>
            <a:lvl5pPr>
              <a:defRPr sz="1100">
                <a:solidFill>
                  <a:schemeClr val="bg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A914EE-8FF6-3608-5AC2-5908D496FFE9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75"/>
          <a:stretch/>
        </p:blipFill>
        <p:spPr>
          <a:xfrm>
            <a:off x="0" y="6750000"/>
            <a:ext cx="12192000" cy="108000"/>
          </a:xfrm>
          <a:prstGeom prst="rect">
            <a:avLst/>
          </a:prstGeom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AD89280-8CBB-D33B-F4BD-37EC1547A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8292" y="6334138"/>
            <a:ext cx="360000" cy="32067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fld id="{64D2DCB6-719E-0F43-A160-E508323EF71D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35264141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Columns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C2ED8-295B-3A5C-24C6-BE6C838B05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075" y="2724359"/>
            <a:ext cx="2952000" cy="3543711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53ADEF9-350F-34A2-A8A5-42D7BB2EF09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620000" y="2724359"/>
            <a:ext cx="2952000" cy="3543711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DB7801E-469E-0D42-F825-318C43BB30D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543925" y="2724359"/>
            <a:ext cx="2952000" cy="3543711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8F08A82-D063-4B9F-A529-900CE050E9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8292" y="6334138"/>
            <a:ext cx="360000" cy="32067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4D2DCB6-719E-0F43-A160-E508323EF71D}" type="slidenum">
              <a:rPr lang="en-DK" smtClean="0"/>
              <a:pPr/>
              <a:t>‹#›</a:t>
            </a:fld>
            <a:endParaRPr lang="en-D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6E06F4-5CC1-38B0-C996-6F3595C7B112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75"/>
          <a:stretch/>
        </p:blipFill>
        <p:spPr>
          <a:xfrm>
            <a:off x="0" y="6750000"/>
            <a:ext cx="12192000" cy="10800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3BE207F-B455-41E9-9347-0925024B5092}"/>
              </a:ext>
            </a:extLst>
          </p:cNvPr>
          <p:cNvCxnSpPr>
            <a:cxnSpLocks/>
          </p:cNvCxnSpPr>
          <p:nvPr userDrawn="1"/>
        </p:nvCxnSpPr>
        <p:spPr>
          <a:xfrm>
            <a:off x="4084858" y="2276475"/>
            <a:ext cx="0" cy="2921167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DFC6A22-4543-87A8-9BB5-9C85FA20FB0D}"/>
              </a:ext>
            </a:extLst>
          </p:cNvPr>
          <p:cNvCxnSpPr>
            <a:cxnSpLocks/>
          </p:cNvCxnSpPr>
          <p:nvPr userDrawn="1"/>
        </p:nvCxnSpPr>
        <p:spPr>
          <a:xfrm>
            <a:off x="8110318" y="2276475"/>
            <a:ext cx="0" cy="2921167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ABB154A4-3C1E-7886-5762-5F30CC641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18295"/>
            <a:ext cx="10801348" cy="889755"/>
          </a:xfrm>
        </p:spPr>
        <p:txBody>
          <a:bodyPr anchor="b" anchorCtr="0">
            <a:noAutofit/>
          </a:bodyPr>
          <a:lstStyle>
            <a:lvl1pPr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4F9E36C9-F952-1ECF-AAD8-C7C14FB6C6F3}"/>
              </a:ext>
            </a:extLst>
          </p:cNvPr>
          <p:cNvPicPr>
            <a:picLocks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2913" y="1053025"/>
            <a:ext cx="540000" cy="36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2CDBC7C-227B-BBAC-3E60-4FFF90FC116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5337" y="6214902"/>
            <a:ext cx="972000" cy="425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31953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x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D3F7E3C0-7229-A0C8-B308-597A6B55C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18295"/>
            <a:ext cx="10801348" cy="889755"/>
          </a:xfrm>
        </p:spPr>
        <p:txBody>
          <a:bodyPr anchor="b" anchorCtr="0">
            <a:noAutofit/>
          </a:bodyPr>
          <a:lstStyle>
            <a:lvl1pPr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22277-E9E0-A612-FC14-D4B12374CB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8292" y="6334138"/>
            <a:ext cx="360000" cy="32067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4D2DCB6-719E-0F43-A160-E508323EF71D}" type="slidenum">
              <a:rPr lang="en-DK" smtClean="0"/>
              <a:pPr/>
              <a:t>‹#›</a:t>
            </a:fld>
            <a:endParaRPr lang="en-DK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2EBDF4B-E05A-04FD-7628-934404C137EB}"/>
              </a:ext>
            </a:extLst>
          </p:cNvPr>
          <p:cNvPicPr>
            <a:picLocks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2913" y="1053025"/>
            <a:ext cx="540000" cy="36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19E80BD-420B-41C9-755A-9DE12A551DA5}"/>
              </a:ext>
            </a:extLst>
          </p:cNvPr>
          <p:cNvPicPr>
            <a:picLocks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75"/>
          <a:stretch/>
        </p:blipFill>
        <p:spPr>
          <a:xfrm>
            <a:off x="0" y="6750000"/>
            <a:ext cx="12192000" cy="108000"/>
          </a:xfrm>
          <a:prstGeom prst="rect">
            <a:avLst/>
          </a:pr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15D40AE-DC36-ED0E-2121-8767D8062F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2913" y="1268413"/>
            <a:ext cx="3528000" cy="1620000"/>
          </a:xfrm>
        </p:spPr>
        <p:txBody>
          <a:bodyPr/>
          <a:lstStyle/>
          <a:p>
            <a:endParaRPr lang="en-DK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AB27D519-34F0-B9F8-C4A2-BF1B79EE184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32000" y="1268413"/>
            <a:ext cx="3528000" cy="1620000"/>
          </a:xfrm>
        </p:spPr>
        <p:txBody>
          <a:bodyPr/>
          <a:lstStyle/>
          <a:p>
            <a:endParaRPr lang="en-DK"/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2B79F1DC-325C-B57B-7607-17205EF2050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21089" y="1268413"/>
            <a:ext cx="3528000" cy="1620000"/>
          </a:xfrm>
        </p:spPr>
        <p:txBody>
          <a:bodyPr/>
          <a:lstStyle/>
          <a:p>
            <a:endParaRPr lang="en-DK"/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5BFF5F76-538B-1FCC-3505-372495B7F24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42913" y="3767320"/>
            <a:ext cx="3528000" cy="1620000"/>
          </a:xfrm>
        </p:spPr>
        <p:txBody>
          <a:bodyPr/>
          <a:lstStyle/>
          <a:p>
            <a:endParaRPr lang="en-DK"/>
          </a:p>
        </p:txBody>
      </p:sp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25295BD2-B481-CDDE-D590-8A2F9CAFA23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332000" y="3767320"/>
            <a:ext cx="3528000" cy="1620000"/>
          </a:xfrm>
        </p:spPr>
        <p:txBody>
          <a:bodyPr/>
          <a:lstStyle/>
          <a:p>
            <a:endParaRPr lang="en-DK"/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36536F96-8E88-16C5-F564-E33CBC1565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221089" y="3767320"/>
            <a:ext cx="3528000" cy="1620000"/>
          </a:xfrm>
        </p:spPr>
        <p:txBody>
          <a:bodyPr/>
          <a:lstStyle/>
          <a:p>
            <a:endParaRPr lang="en-DK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EDCD53A-F8B2-9435-3663-00EBFCCE564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2913" y="2883073"/>
            <a:ext cx="3528000" cy="537034"/>
          </a:xfrm>
          <a:solidFill>
            <a:schemeClr val="accent1"/>
          </a:solidFill>
        </p:spPr>
        <p:txBody>
          <a:bodyPr lIns="144000" tIns="144000" rIns="144000" bIns="144000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DK"/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4350FA8E-F072-C4E3-5AB6-AB8553BFA5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32000" y="2883073"/>
            <a:ext cx="3528000" cy="537034"/>
          </a:xfrm>
          <a:solidFill>
            <a:schemeClr val="accent1"/>
          </a:solidFill>
        </p:spPr>
        <p:txBody>
          <a:bodyPr lIns="144000" tIns="144000" rIns="144000" bIns="144000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DK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C787A05E-7A29-06A0-2CC8-14EABA4B612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21089" y="2883073"/>
            <a:ext cx="3528000" cy="537034"/>
          </a:xfrm>
          <a:solidFill>
            <a:schemeClr val="accent1"/>
          </a:solidFill>
        </p:spPr>
        <p:txBody>
          <a:bodyPr lIns="144000" tIns="144000" rIns="144000" bIns="144000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DK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A3268353-E759-E669-1ECD-D8549F9C410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2913" y="5377577"/>
            <a:ext cx="3528000" cy="537034"/>
          </a:xfrm>
          <a:solidFill>
            <a:schemeClr val="accent1"/>
          </a:solidFill>
        </p:spPr>
        <p:txBody>
          <a:bodyPr lIns="144000" tIns="144000" rIns="144000" bIns="144000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DK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4A946D09-490F-934A-6F13-D49C32E75D0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332000" y="5377577"/>
            <a:ext cx="3528000" cy="537034"/>
          </a:xfrm>
          <a:solidFill>
            <a:schemeClr val="accent1"/>
          </a:solidFill>
        </p:spPr>
        <p:txBody>
          <a:bodyPr lIns="144000" tIns="144000" rIns="144000" bIns="144000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DK"/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2401C564-B48E-25CA-2395-9D3746E5FBE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221089" y="5377577"/>
            <a:ext cx="3528000" cy="537034"/>
          </a:xfrm>
          <a:solidFill>
            <a:schemeClr val="accent1"/>
          </a:solidFill>
        </p:spPr>
        <p:txBody>
          <a:bodyPr lIns="144000" tIns="144000" rIns="144000" bIns="144000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DK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DAD993-76D6-C53C-8AC5-C9C244B0F0E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5337" y="6214902"/>
            <a:ext cx="972000" cy="425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88588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D3F7E3C0-7229-A0C8-B308-597A6B55C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18295"/>
            <a:ext cx="10801348" cy="889755"/>
          </a:xfrm>
        </p:spPr>
        <p:txBody>
          <a:bodyPr anchor="b" anchorCtr="0">
            <a:noAutofit/>
          </a:bodyPr>
          <a:lstStyle>
            <a:lvl1pPr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FCD63F0-20B4-4503-19AD-0E2CBC331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3" y="1268413"/>
            <a:ext cx="9721850" cy="1908215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72408F-9F57-F0EA-40F4-FC69D1459B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8292" y="6334138"/>
            <a:ext cx="4114800" cy="32067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GB"/>
              <a:t>© 2023 Johnson Controls. All rights reserved.</a:t>
            </a:r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22277-E9E0-A612-FC14-D4B12374CB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8292" y="6334138"/>
            <a:ext cx="360000" cy="32067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4D2DCB6-719E-0F43-A160-E508323EF71D}" type="slidenum">
              <a:rPr lang="en-DK" smtClean="0"/>
              <a:pPr/>
              <a:t>‹#›</a:t>
            </a:fld>
            <a:endParaRPr lang="en-DK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2EBDF4B-E05A-04FD-7628-934404C137EB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2913" y="1053025"/>
            <a:ext cx="540000" cy="36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19E80BD-420B-41C9-755A-9DE12A551DA5}"/>
              </a:ext>
            </a:extLst>
          </p:cNvPr>
          <p:cNvPicPr>
            <a:picLocks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75"/>
          <a:stretch/>
        </p:blipFill>
        <p:spPr>
          <a:xfrm>
            <a:off x="0" y="6750000"/>
            <a:ext cx="12192000" cy="108000"/>
          </a:xfrm>
          <a:prstGeom prst="rect">
            <a:avLst/>
          </a:prstGeom>
        </p:spPr>
      </p:pic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33C1480F-717F-B4B9-4DAF-B9DB92F78AF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8965" y="6213268"/>
            <a:ext cx="972000" cy="425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82577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hite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C2ED8-295B-3A5C-24C6-BE6C838B05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7238" y="1268413"/>
            <a:ext cx="8137525" cy="3509883"/>
          </a:xfrm>
        </p:spPr>
        <p:txBody>
          <a:bodyPr>
            <a:normAutofit/>
          </a:bodyPr>
          <a:lstStyle>
            <a:lvl1pPr marL="0" indent="0">
              <a:buNone/>
              <a:defRPr sz="3800" b="1">
                <a:gradFill>
                  <a:gsLst>
                    <a:gs pos="0">
                      <a:schemeClr val="tx2"/>
                    </a:gs>
                    <a:gs pos="20000">
                      <a:schemeClr val="accent1"/>
                    </a:gs>
                    <a:gs pos="62000">
                      <a:schemeClr val="accent3"/>
                    </a:gs>
                    <a:gs pos="100000">
                      <a:schemeClr val="accent4"/>
                    </a:gs>
                  </a:gsLst>
                  <a:lin ang="0" scaled="1"/>
                </a:gradFill>
              </a:defRPr>
            </a:lvl1pPr>
            <a:lvl2pPr>
              <a:defRPr sz="2000">
                <a:solidFill>
                  <a:schemeClr val="bg2"/>
                </a:solidFill>
              </a:defRPr>
            </a:lvl2pPr>
            <a:lvl3pPr>
              <a:defRPr sz="1800">
                <a:solidFill>
                  <a:schemeClr val="bg2"/>
                </a:solidFill>
              </a:defRPr>
            </a:lvl3pPr>
            <a:lvl4pPr>
              <a:defRPr sz="1600">
                <a:solidFill>
                  <a:schemeClr val="bg2"/>
                </a:solidFill>
              </a:defRPr>
            </a:lvl4pPr>
            <a:lvl5pPr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1561EBE-5C5B-5478-448B-FC14238C7596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2027238" y="4877634"/>
            <a:ext cx="8137525" cy="1440000"/>
          </a:xfrm>
        </p:spPr>
        <p:txBody>
          <a:bodyPr>
            <a:normAutofit/>
          </a:bodyPr>
          <a:lstStyle>
            <a:lvl1pPr marL="0" indent="0">
              <a:spcAft>
                <a:spcPts val="600"/>
              </a:spcAft>
              <a:buNone/>
              <a:defRPr sz="1600" b="1">
                <a:solidFill>
                  <a:schemeClr val="tx2"/>
                </a:solidFill>
              </a:defRPr>
            </a:lvl1pPr>
            <a:lvl2pPr>
              <a:defRPr sz="2000">
                <a:solidFill>
                  <a:schemeClr val="bg2"/>
                </a:solidFill>
              </a:defRPr>
            </a:lvl2pPr>
            <a:lvl3pPr>
              <a:defRPr sz="1800">
                <a:solidFill>
                  <a:schemeClr val="bg2"/>
                </a:solidFill>
              </a:defRPr>
            </a:lvl3pPr>
            <a:lvl4pPr>
              <a:defRPr sz="1600">
                <a:solidFill>
                  <a:schemeClr val="bg2"/>
                </a:solidFill>
              </a:defRPr>
            </a:lvl4pPr>
            <a:lvl5pPr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180461D-2FFD-F649-E98A-58D56D8F9F05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75"/>
          <a:stretch/>
        </p:blipFill>
        <p:spPr>
          <a:xfrm>
            <a:off x="0" y="6750000"/>
            <a:ext cx="12192000" cy="1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0792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3E22572-88DF-E03D-14AE-497AF0183DF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tx2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K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38FEFEB-41E9-9E45-0A06-AB96018EAD2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2913" y="2830478"/>
            <a:ext cx="10801350" cy="680206"/>
          </a:xfrm>
        </p:spPr>
        <p:txBody>
          <a:bodyPr anchor="ctr" anchorCtr="0">
            <a:noAutofit/>
          </a:bodyPr>
          <a:lstStyle>
            <a:lvl1pPr algn="l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Thank you</a:t>
            </a:r>
            <a:endParaRPr lang="en-DK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EDFA1A4-5E26-CDD0-2B99-EBC2D4ADC493}"/>
              </a:ext>
            </a:extLst>
          </p:cNvPr>
          <p:cNvSpPr txBox="1">
            <a:spLocks/>
          </p:cNvSpPr>
          <p:nvPr userDrawn="1"/>
        </p:nvSpPr>
        <p:spPr>
          <a:xfrm>
            <a:off x="456662" y="6223169"/>
            <a:ext cx="3421063" cy="320675"/>
          </a:xfrm>
          <a:prstGeom prst="rect">
            <a:avLst/>
          </a:prstGeom>
        </p:spPr>
        <p:txBody>
          <a:bodyPr vert="horz" lIns="0" tIns="45720" rIns="0" bIns="45720" rtlCol="0" anchor="ctr" anchorCtr="0"/>
          <a:lstStyle>
            <a:defPPr>
              <a:defRPr lang="en-DK"/>
            </a:defPPr>
            <a:lvl1pPr marL="0" algn="l" defTabSz="914400" rtl="0" eaLnBrk="1" latinLnBrk="0" hangingPunct="1">
              <a:defRPr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© 2024 Johnson Controls. All rights reserved.</a:t>
            </a:r>
            <a:endParaRPr lang="en-DK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8A223F-EF83-8E43-5B9F-626DB5A8CA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550223"/>
            <a:ext cx="12192000" cy="307777"/>
          </a:xfrm>
          <a:prstGeom prst="rect">
            <a:avLst/>
          </a:prstGeom>
        </p:spPr>
      </p:pic>
      <p:grpSp>
        <p:nvGrpSpPr>
          <p:cNvPr id="6" name="Graphic 3">
            <a:extLst>
              <a:ext uri="{FF2B5EF4-FFF2-40B4-BE49-F238E27FC236}">
                <a16:creationId xmlns:a16="http://schemas.microsoft.com/office/drawing/2014/main" id="{3066C639-00CC-AA56-3EB1-F353BCCDE6EE}"/>
              </a:ext>
            </a:extLst>
          </p:cNvPr>
          <p:cNvGrpSpPr/>
          <p:nvPr userDrawn="1"/>
        </p:nvGrpSpPr>
        <p:grpSpPr>
          <a:xfrm>
            <a:off x="5812299" y="431633"/>
            <a:ext cx="5720311" cy="5674199"/>
            <a:chOff x="3250256" y="583610"/>
            <a:chExt cx="3683878" cy="3693751"/>
          </a:xfrm>
          <a:solidFill>
            <a:schemeClr val="bg1">
              <a:alpha val="15000"/>
            </a:schemeClr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325BF02B-D97F-F5CD-EC7B-3C60EA1E6D43}"/>
                </a:ext>
              </a:extLst>
            </p:cNvPr>
            <p:cNvSpPr/>
            <p:nvPr/>
          </p:nvSpPr>
          <p:spPr>
            <a:xfrm>
              <a:off x="6551331" y="2007805"/>
              <a:ext cx="382803" cy="1355537"/>
            </a:xfrm>
            <a:custGeom>
              <a:avLst/>
              <a:gdLst>
                <a:gd name="connsiteX0" fmla="*/ 333447 w 382803"/>
                <a:gd name="connsiteY0" fmla="*/ 0 h 1355537"/>
                <a:gd name="connsiteX1" fmla="*/ 132995 w 382803"/>
                <a:gd name="connsiteY1" fmla="*/ 1355537 h 1355537"/>
                <a:gd name="connsiteX2" fmla="*/ 382804 w 382803"/>
                <a:gd name="connsiteY2" fmla="*/ 424302 h 1355537"/>
                <a:gd name="connsiteX3" fmla="*/ 333447 w 382803"/>
                <a:gd name="connsiteY3" fmla="*/ 0 h 1355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2803" h="1355537">
                  <a:moveTo>
                    <a:pt x="333447" y="0"/>
                  </a:moveTo>
                  <a:cubicBezTo>
                    <a:pt x="4464" y="284150"/>
                    <a:pt x="-116411" y="957970"/>
                    <a:pt x="132995" y="1355537"/>
                  </a:cubicBezTo>
                  <a:cubicBezTo>
                    <a:pt x="291543" y="1081716"/>
                    <a:pt x="382804" y="763945"/>
                    <a:pt x="382804" y="424302"/>
                  </a:cubicBezTo>
                  <a:cubicBezTo>
                    <a:pt x="382602" y="278277"/>
                    <a:pt x="365277" y="136506"/>
                    <a:pt x="333447" y="0"/>
                  </a:cubicBezTo>
                  <a:close/>
                </a:path>
              </a:pathLst>
            </a:custGeom>
            <a:grpFill/>
            <a:ln w="201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FF2AC3F6-7548-B81D-4A8E-61802212C99D}"/>
                </a:ext>
              </a:extLst>
            </p:cNvPr>
            <p:cNvSpPr/>
            <p:nvPr/>
          </p:nvSpPr>
          <p:spPr>
            <a:xfrm>
              <a:off x="3250256" y="1097835"/>
              <a:ext cx="559451" cy="1205462"/>
            </a:xfrm>
            <a:custGeom>
              <a:avLst/>
              <a:gdLst>
                <a:gd name="connsiteX0" fmla="*/ 559452 w 559451"/>
                <a:gd name="connsiteY0" fmla="*/ 0 h 1205462"/>
                <a:gd name="connsiteX1" fmla="*/ 0 w 559451"/>
                <a:gd name="connsiteY1" fmla="*/ 1205462 h 1205462"/>
                <a:gd name="connsiteX2" fmla="*/ 559452 w 559451"/>
                <a:gd name="connsiteY2" fmla="*/ 0 h 1205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59451" h="1205462">
                  <a:moveTo>
                    <a:pt x="559452" y="0"/>
                  </a:moveTo>
                  <a:cubicBezTo>
                    <a:pt x="240542" y="309264"/>
                    <a:pt x="32435" y="732958"/>
                    <a:pt x="0" y="1205462"/>
                  </a:cubicBezTo>
                  <a:cubicBezTo>
                    <a:pt x="307225" y="909565"/>
                    <a:pt x="499014" y="435441"/>
                    <a:pt x="559452" y="0"/>
                  </a:cubicBezTo>
                  <a:close/>
                </a:path>
              </a:pathLst>
            </a:custGeom>
            <a:grpFill/>
            <a:ln w="201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BB51E70E-4443-2760-A92E-329494E28703}"/>
                </a:ext>
              </a:extLst>
            </p:cNvPr>
            <p:cNvSpPr/>
            <p:nvPr/>
          </p:nvSpPr>
          <p:spPr>
            <a:xfrm>
              <a:off x="3262948" y="823608"/>
              <a:ext cx="922096" cy="2136697"/>
            </a:xfrm>
            <a:custGeom>
              <a:avLst/>
              <a:gdLst>
                <a:gd name="connsiteX0" fmla="*/ 910192 w 922096"/>
                <a:gd name="connsiteY0" fmla="*/ 0 h 2136697"/>
                <a:gd name="connsiteX1" fmla="*/ 825982 w 922096"/>
                <a:gd name="connsiteY1" fmla="*/ 51645 h 2136697"/>
                <a:gd name="connsiteX2" fmla="*/ 0 w 922096"/>
                <a:gd name="connsiteY2" fmla="*/ 1862876 h 2136697"/>
                <a:gd name="connsiteX3" fmla="*/ 58826 w 922096"/>
                <a:gd name="connsiteY3" fmla="*/ 2136698 h 2136697"/>
                <a:gd name="connsiteX4" fmla="*/ 910192 w 922096"/>
                <a:gd name="connsiteY4" fmla="*/ 0 h 2136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2096" h="2136697">
                  <a:moveTo>
                    <a:pt x="910192" y="0"/>
                  </a:moveTo>
                  <a:cubicBezTo>
                    <a:pt x="881585" y="16405"/>
                    <a:pt x="853582" y="33823"/>
                    <a:pt x="825982" y="51645"/>
                  </a:cubicBezTo>
                  <a:cubicBezTo>
                    <a:pt x="637013" y="947033"/>
                    <a:pt x="398889" y="1392600"/>
                    <a:pt x="0" y="1862876"/>
                  </a:cubicBezTo>
                  <a:cubicBezTo>
                    <a:pt x="12893" y="1956446"/>
                    <a:pt x="32435" y="2047989"/>
                    <a:pt x="58826" y="2136698"/>
                  </a:cubicBezTo>
                  <a:cubicBezTo>
                    <a:pt x="812283" y="1670877"/>
                    <a:pt x="971435" y="631895"/>
                    <a:pt x="910192" y="0"/>
                  </a:cubicBezTo>
                  <a:close/>
                </a:path>
              </a:pathLst>
            </a:custGeom>
            <a:grpFill/>
            <a:ln w="201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E12016B5-30E8-A979-06E0-FF477701022F}"/>
                </a:ext>
              </a:extLst>
            </p:cNvPr>
            <p:cNvSpPr/>
            <p:nvPr/>
          </p:nvSpPr>
          <p:spPr>
            <a:xfrm>
              <a:off x="4443498" y="586242"/>
              <a:ext cx="1233608" cy="3691119"/>
            </a:xfrm>
            <a:custGeom>
              <a:avLst/>
              <a:gdLst>
                <a:gd name="connsiteX0" fmla="*/ 1229303 w 1233608"/>
                <a:gd name="connsiteY0" fmla="*/ 1474625 h 3691119"/>
                <a:gd name="connsiteX1" fmla="*/ 920063 w 1233608"/>
                <a:gd name="connsiteY1" fmla="*/ 12354 h 3691119"/>
                <a:gd name="connsiteX2" fmla="*/ 813290 w 1233608"/>
                <a:gd name="connsiteY2" fmla="*/ 0 h 3691119"/>
                <a:gd name="connsiteX3" fmla="*/ 0 w 1233608"/>
                <a:gd name="connsiteY3" fmla="*/ 3582766 h 3691119"/>
                <a:gd name="connsiteX4" fmla="*/ 463960 w 1233608"/>
                <a:gd name="connsiteY4" fmla="*/ 3691120 h 3691119"/>
                <a:gd name="connsiteX5" fmla="*/ 1229303 w 1233608"/>
                <a:gd name="connsiteY5" fmla="*/ 1474625 h 3691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33608" h="3691119">
                  <a:moveTo>
                    <a:pt x="1229303" y="1474625"/>
                  </a:moveTo>
                  <a:cubicBezTo>
                    <a:pt x="1206538" y="943793"/>
                    <a:pt x="1095736" y="447390"/>
                    <a:pt x="920063" y="12354"/>
                  </a:cubicBezTo>
                  <a:cubicBezTo>
                    <a:pt x="884808" y="7291"/>
                    <a:pt x="849150" y="3038"/>
                    <a:pt x="813290" y="0"/>
                  </a:cubicBezTo>
                  <a:cubicBezTo>
                    <a:pt x="982314" y="1439992"/>
                    <a:pt x="851769" y="2726062"/>
                    <a:pt x="0" y="3582766"/>
                  </a:cubicBezTo>
                  <a:cubicBezTo>
                    <a:pt x="146662" y="3638057"/>
                    <a:pt x="302189" y="3675120"/>
                    <a:pt x="463960" y="3691120"/>
                  </a:cubicBezTo>
                  <a:cubicBezTo>
                    <a:pt x="967003" y="3246970"/>
                    <a:pt x="1274027" y="2509557"/>
                    <a:pt x="1229303" y="1474625"/>
                  </a:cubicBezTo>
                  <a:close/>
                </a:path>
              </a:pathLst>
            </a:custGeom>
            <a:grpFill/>
            <a:ln w="201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A25C171A-26D6-1558-8FA1-16EFE3DB6DA2}"/>
                </a:ext>
              </a:extLst>
            </p:cNvPr>
            <p:cNvSpPr/>
            <p:nvPr/>
          </p:nvSpPr>
          <p:spPr>
            <a:xfrm>
              <a:off x="3830458" y="583610"/>
              <a:ext cx="1297623" cy="3413653"/>
            </a:xfrm>
            <a:custGeom>
              <a:avLst/>
              <a:gdLst>
                <a:gd name="connsiteX0" fmla="*/ 1124141 w 1297623"/>
                <a:gd name="connsiteY0" fmla="*/ 0 h 3413653"/>
                <a:gd name="connsiteX1" fmla="*/ 1019383 w 1297623"/>
                <a:gd name="connsiteY1" fmla="*/ 10532 h 3413653"/>
                <a:gd name="connsiteX2" fmla="*/ 0 w 1297623"/>
                <a:gd name="connsiteY2" fmla="*/ 3202819 h 3413653"/>
                <a:gd name="connsiteX3" fmla="*/ 270559 w 1297623"/>
                <a:gd name="connsiteY3" fmla="*/ 3413653 h 3413653"/>
                <a:gd name="connsiteX4" fmla="*/ 1124141 w 1297623"/>
                <a:gd name="connsiteY4" fmla="*/ 0 h 341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97623" h="3413653">
                  <a:moveTo>
                    <a:pt x="1124141" y="0"/>
                  </a:moveTo>
                  <a:cubicBezTo>
                    <a:pt x="1088886" y="2430"/>
                    <a:pt x="1054034" y="6076"/>
                    <a:pt x="1019383" y="10532"/>
                  </a:cubicBezTo>
                  <a:cubicBezTo>
                    <a:pt x="1053631" y="961413"/>
                    <a:pt x="934971" y="2413152"/>
                    <a:pt x="0" y="3202819"/>
                  </a:cubicBezTo>
                  <a:cubicBezTo>
                    <a:pt x="83404" y="3281198"/>
                    <a:pt x="174061" y="3351881"/>
                    <a:pt x="270559" y="3413653"/>
                  </a:cubicBezTo>
                  <a:cubicBezTo>
                    <a:pt x="1435395" y="2617708"/>
                    <a:pt x="1429755" y="1060855"/>
                    <a:pt x="1124141" y="0"/>
                  </a:cubicBezTo>
                  <a:close/>
                </a:path>
              </a:pathLst>
            </a:custGeom>
            <a:grpFill/>
            <a:ln w="201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84A7439-F1B4-6D39-5539-9888E4CB89AF}"/>
                </a:ext>
              </a:extLst>
            </p:cNvPr>
            <p:cNvSpPr/>
            <p:nvPr/>
          </p:nvSpPr>
          <p:spPr>
            <a:xfrm>
              <a:off x="3447686" y="659964"/>
              <a:ext cx="1174586" cy="2873301"/>
            </a:xfrm>
            <a:custGeom>
              <a:avLst/>
              <a:gdLst>
                <a:gd name="connsiteX0" fmla="*/ 1099160 w 1174586"/>
                <a:gd name="connsiteY0" fmla="*/ 0 h 2873301"/>
                <a:gd name="connsiteX1" fmla="*/ 1007698 w 1174586"/>
                <a:gd name="connsiteY1" fmla="*/ 30582 h 2873301"/>
                <a:gd name="connsiteX2" fmla="*/ 0 w 1174586"/>
                <a:gd name="connsiteY2" fmla="*/ 2615885 h 2873301"/>
                <a:gd name="connsiteX3" fmla="*/ 158750 w 1174586"/>
                <a:gd name="connsiteY3" fmla="*/ 2873302 h 2873301"/>
                <a:gd name="connsiteX4" fmla="*/ 1099160 w 1174586"/>
                <a:gd name="connsiteY4" fmla="*/ 0 h 28733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586" h="2873301">
                  <a:moveTo>
                    <a:pt x="1099160" y="0"/>
                  </a:moveTo>
                  <a:cubicBezTo>
                    <a:pt x="1068136" y="9519"/>
                    <a:pt x="1037715" y="19645"/>
                    <a:pt x="1007698" y="30582"/>
                  </a:cubicBezTo>
                  <a:cubicBezTo>
                    <a:pt x="951894" y="1024197"/>
                    <a:pt x="737541" y="1943079"/>
                    <a:pt x="0" y="2615885"/>
                  </a:cubicBezTo>
                  <a:cubicBezTo>
                    <a:pt x="45933" y="2706214"/>
                    <a:pt x="99118" y="2792289"/>
                    <a:pt x="158750" y="2873302"/>
                  </a:cubicBezTo>
                  <a:cubicBezTo>
                    <a:pt x="1112457" y="2294469"/>
                    <a:pt x="1307469" y="922729"/>
                    <a:pt x="1099160" y="0"/>
                  </a:cubicBezTo>
                  <a:close/>
                </a:path>
              </a:pathLst>
            </a:custGeom>
            <a:grpFill/>
            <a:ln w="201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F5390393-F184-49E1-7DF4-2D16145DEF83}"/>
                </a:ext>
              </a:extLst>
            </p:cNvPr>
            <p:cNvSpPr/>
            <p:nvPr/>
          </p:nvSpPr>
          <p:spPr>
            <a:xfrm>
              <a:off x="5756809" y="1076164"/>
              <a:ext cx="674686" cy="1017108"/>
            </a:xfrm>
            <a:custGeom>
              <a:avLst/>
              <a:gdLst>
                <a:gd name="connsiteX0" fmla="*/ 76957 w 674686"/>
                <a:gd name="connsiteY0" fmla="*/ 1017109 h 1017108"/>
                <a:gd name="connsiteX1" fmla="*/ 674686 w 674686"/>
                <a:gd name="connsiteY1" fmla="*/ 84455 h 1017108"/>
                <a:gd name="connsiteX2" fmla="*/ 590275 w 674686"/>
                <a:gd name="connsiteY2" fmla="*/ 0 h 1017108"/>
                <a:gd name="connsiteX3" fmla="*/ 0 w 674686"/>
                <a:gd name="connsiteY3" fmla="*/ 406479 h 1017108"/>
                <a:gd name="connsiteX4" fmla="*/ 76957 w 674686"/>
                <a:gd name="connsiteY4" fmla="*/ 1017109 h 1017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4686" h="1017108">
                  <a:moveTo>
                    <a:pt x="76957" y="1017109"/>
                  </a:moveTo>
                  <a:cubicBezTo>
                    <a:pt x="188767" y="647288"/>
                    <a:pt x="415811" y="290631"/>
                    <a:pt x="674686" y="84455"/>
                  </a:cubicBezTo>
                  <a:cubicBezTo>
                    <a:pt x="647489" y="55493"/>
                    <a:pt x="619285" y="27342"/>
                    <a:pt x="590275" y="0"/>
                  </a:cubicBezTo>
                  <a:cubicBezTo>
                    <a:pt x="359201" y="113822"/>
                    <a:pt x="161167" y="249518"/>
                    <a:pt x="0" y="406479"/>
                  </a:cubicBezTo>
                  <a:cubicBezTo>
                    <a:pt x="40292" y="605769"/>
                    <a:pt x="67690" y="810730"/>
                    <a:pt x="76957" y="1017109"/>
                  </a:cubicBezTo>
                  <a:close/>
                </a:path>
              </a:pathLst>
            </a:custGeom>
            <a:grpFill/>
            <a:ln w="201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0A7A07C7-B466-E530-DAB8-DD4108FEB0ED}"/>
                </a:ext>
              </a:extLst>
            </p:cNvPr>
            <p:cNvSpPr/>
            <p:nvPr/>
          </p:nvSpPr>
          <p:spPr>
            <a:xfrm>
              <a:off x="5567639" y="3009723"/>
              <a:ext cx="599139" cy="1039791"/>
            </a:xfrm>
            <a:custGeom>
              <a:avLst/>
              <a:gdLst>
                <a:gd name="connsiteX0" fmla="*/ 0 w 599139"/>
                <a:gd name="connsiteY0" fmla="*/ 612250 h 1039791"/>
                <a:gd name="connsiteX1" fmla="*/ 425481 w 599139"/>
                <a:gd name="connsiteY1" fmla="*/ 1039792 h 1039791"/>
                <a:gd name="connsiteX2" fmla="*/ 599139 w 599139"/>
                <a:gd name="connsiteY2" fmla="*/ 928198 h 1039791"/>
                <a:gd name="connsiteX3" fmla="*/ 202869 w 599139"/>
                <a:gd name="connsiteY3" fmla="*/ 0 h 1039791"/>
                <a:gd name="connsiteX4" fmla="*/ 0 w 599139"/>
                <a:gd name="connsiteY4" fmla="*/ 612250 h 1039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9139" h="1039791">
                  <a:moveTo>
                    <a:pt x="0" y="612250"/>
                  </a:moveTo>
                  <a:cubicBezTo>
                    <a:pt x="111205" y="771034"/>
                    <a:pt x="254241" y="915236"/>
                    <a:pt x="425481" y="1039792"/>
                  </a:cubicBezTo>
                  <a:cubicBezTo>
                    <a:pt x="485516" y="1005767"/>
                    <a:pt x="543536" y="968501"/>
                    <a:pt x="599139" y="928198"/>
                  </a:cubicBezTo>
                  <a:cubicBezTo>
                    <a:pt x="396068" y="649313"/>
                    <a:pt x="260688" y="346125"/>
                    <a:pt x="202869" y="0"/>
                  </a:cubicBezTo>
                  <a:cubicBezTo>
                    <a:pt x="156735" y="226632"/>
                    <a:pt x="88037" y="430175"/>
                    <a:pt x="0" y="612250"/>
                  </a:cubicBezTo>
                  <a:close/>
                </a:path>
              </a:pathLst>
            </a:custGeom>
            <a:grpFill/>
            <a:ln w="201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A8ABFA6-91A3-C94E-80CD-4CB7BB3CB937}"/>
                </a:ext>
              </a:extLst>
            </p:cNvPr>
            <p:cNvSpPr/>
            <p:nvPr/>
          </p:nvSpPr>
          <p:spPr>
            <a:xfrm>
              <a:off x="5606319" y="767710"/>
              <a:ext cx="397680" cy="407491"/>
            </a:xfrm>
            <a:custGeom>
              <a:avLst/>
              <a:gdLst>
                <a:gd name="connsiteX0" fmla="*/ 77763 w 397680"/>
                <a:gd name="connsiteY0" fmla="*/ 407492 h 407491"/>
                <a:gd name="connsiteX1" fmla="*/ 397680 w 397680"/>
                <a:gd name="connsiteY1" fmla="*/ 54481 h 407491"/>
                <a:gd name="connsiteX2" fmla="*/ 296346 w 397680"/>
                <a:gd name="connsiteY2" fmla="*/ 0 h 407491"/>
                <a:gd name="connsiteX3" fmla="*/ 0 w 397680"/>
                <a:gd name="connsiteY3" fmla="*/ 149063 h 407491"/>
                <a:gd name="connsiteX4" fmla="*/ 77763 w 397680"/>
                <a:gd name="connsiteY4" fmla="*/ 407492 h 40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7680" h="407491">
                  <a:moveTo>
                    <a:pt x="77763" y="407492"/>
                  </a:moveTo>
                  <a:cubicBezTo>
                    <a:pt x="181313" y="284353"/>
                    <a:pt x="289295" y="153923"/>
                    <a:pt x="397680" y="54481"/>
                  </a:cubicBezTo>
                  <a:cubicBezTo>
                    <a:pt x="364439" y="35443"/>
                    <a:pt x="330594" y="17013"/>
                    <a:pt x="296346" y="0"/>
                  </a:cubicBezTo>
                  <a:cubicBezTo>
                    <a:pt x="198840" y="41519"/>
                    <a:pt x="93477" y="93569"/>
                    <a:pt x="0" y="149063"/>
                  </a:cubicBezTo>
                  <a:cubicBezTo>
                    <a:pt x="27801" y="233113"/>
                    <a:pt x="53790" y="319391"/>
                    <a:pt x="77763" y="407492"/>
                  </a:cubicBezTo>
                  <a:close/>
                </a:path>
              </a:pathLst>
            </a:custGeom>
            <a:grpFill/>
            <a:ln w="201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9AF9F945-106D-756C-A475-5B5DF1B77EEF}"/>
                </a:ext>
              </a:extLst>
            </p:cNvPr>
            <p:cNvSpPr/>
            <p:nvPr/>
          </p:nvSpPr>
          <p:spPr>
            <a:xfrm>
              <a:off x="5919010" y="1480415"/>
              <a:ext cx="812859" cy="2281102"/>
            </a:xfrm>
            <a:custGeom>
              <a:avLst/>
              <a:gdLst>
                <a:gd name="connsiteX0" fmla="*/ 812860 w 812859"/>
                <a:gd name="connsiteY0" fmla="*/ 107139 h 2281102"/>
                <a:gd name="connsiteX1" fmla="*/ 754034 w 812859"/>
                <a:gd name="connsiteY1" fmla="*/ 0 h 2281102"/>
                <a:gd name="connsiteX2" fmla="*/ 5211 w 812859"/>
                <a:gd name="connsiteY2" fmla="*/ 1120197 h 2281102"/>
                <a:gd name="connsiteX3" fmla="*/ 457486 w 812859"/>
                <a:gd name="connsiteY3" fmla="*/ 2281102 h 2281102"/>
                <a:gd name="connsiteX4" fmla="*/ 598105 w 812859"/>
                <a:gd name="connsiteY4" fmla="*/ 2127584 h 2281102"/>
                <a:gd name="connsiteX5" fmla="*/ 812860 w 812859"/>
                <a:gd name="connsiteY5" fmla="*/ 107139 h 2281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12859" h="2281102">
                  <a:moveTo>
                    <a:pt x="812860" y="107139"/>
                  </a:moveTo>
                  <a:cubicBezTo>
                    <a:pt x="794326" y="70683"/>
                    <a:pt x="774784" y="34835"/>
                    <a:pt x="754034" y="0"/>
                  </a:cubicBezTo>
                  <a:cubicBezTo>
                    <a:pt x="328149" y="239594"/>
                    <a:pt x="47920" y="639187"/>
                    <a:pt x="5211" y="1120197"/>
                  </a:cubicBezTo>
                  <a:cubicBezTo>
                    <a:pt x="-32462" y="1544903"/>
                    <a:pt x="135756" y="1975483"/>
                    <a:pt x="457486" y="2281102"/>
                  </a:cubicBezTo>
                  <a:cubicBezTo>
                    <a:pt x="507045" y="2232495"/>
                    <a:pt x="554186" y="2181457"/>
                    <a:pt x="598105" y="2127584"/>
                  </a:cubicBezTo>
                  <a:cubicBezTo>
                    <a:pt x="227823" y="1400702"/>
                    <a:pt x="343461" y="675642"/>
                    <a:pt x="812860" y="107139"/>
                  </a:cubicBezTo>
                  <a:close/>
                </a:path>
              </a:pathLst>
            </a:custGeom>
            <a:grpFill/>
            <a:ln w="201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DEBD5531-57D8-8F66-17BE-4ED89586A77E}"/>
                </a:ext>
              </a:extLst>
            </p:cNvPr>
            <p:cNvSpPr/>
            <p:nvPr/>
          </p:nvSpPr>
          <p:spPr>
            <a:xfrm>
              <a:off x="5275322" y="3839289"/>
              <a:ext cx="434345" cy="404656"/>
            </a:xfrm>
            <a:custGeom>
              <a:avLst/>
              <a:gdLst>
                <a:gd name="connsiteX0" fmla="*/ 207100 w 434345"/>
                <a:gd name="connsiteY0" fmla="*/ 404656 h 404656"/>
                <a:gd name="connsiteX1" fmla="*/ 434346 w 434345"/>
                <a:gd name="connsiteY1" fmla="*/ 344099 h 404656"/>
                <a:gd name="connsiteX2" fmla="*/ 171643 w 434345"/>
                <a:gd name="connsiteY2" fmla="*/ 0 h 404656"/>
                <a:gd name="connsiteX3" fmla="*/ 0 w 434345"/>
                <a:gd name="connsiteY3" fmla="*/ 235948 h 404656"/>
                <a:gd name="connsiteX4" fmla="*/ 207100 w 434345"/>
                <a:gd name="connsiteY4" fmla="*/ 404656 h 404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4345" h="404656">
                  <a:moveTo>
                    <a:pt x="207100" y="404656"/>
                  </a:moveTo>
                  <a:cubicBezTo>
                    <a:pt x="284863" y="389264"/>
                    <a:pt x="360612" y="368808"/>
                    <a:pt x="434346" y="344099"/>
                  </a:cubicBezTo>
                  <a:cubicBezTo>
                    <a:pt x="343689" y="243239"/>
                    <a:pt x="254644" y="122126"/>
                    <a:pt x="171643" y="0"/>
                  </a:cubicBezTo>
                  <a:cubicBezTo>
                    <a:pt x="118861" y="84050"/>
                    <a:pt x="61646" y="162834"/>
                    <a:pt x="0" y="235948"/>
                  </a:cubicBezTo>
                  <a:cubicBezTo>
                    <a:pt x="65474" y="294682"/>
                    <a:pt x="133567" y="351593"/>
                    <a:pt x="207100" y="404656"/>
                  </a:cubicBezTo>
                  <a:close/>
                </a:path>
              </a:pathLst>
            </a:custGeom>
            <a:grpFill/>
            <a:ln w="201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9743024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B6709CE-107D-A4F2-977F-E1F9792DFE39}"/>
              </a:ext>
            </a:extLst>
          </p:cNvPr>
          <p:cNvSpPr/>
          <p:nvPr userDrawn="1"/>
        </p:nvSpPr>
        <p:spPr>
          <a:xfrm>
            <a:off x="0" y="-221"/>
            <a:ext cx="12192000" cy="815356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13E994-2065-B60F-F99D-B078DAA0CDA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815356"/>
            <a:ext cx="12192000" cy="141181"/>
          </a:xfrm>
          <a:prstGeom prst="rect">
            <a:avLst/>
          </a:prstGeom>
        </p:spPr>
      </p:pic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316882C-DDF5-1BB7-6A23-92F5090A142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3601" y="261281"/>
            <a:ext cx="6092825" cy="839788"/>
          </a:xfrm>
        </p:spPr>
        <p:txBody>
          <a:bodyPr anchor="ctr">
            <a:normAutofit/>
          </a:bodyPr>
          <a:lstStyle>
            <a:lvl1pPr marL="0" indent="0">
              <a:buNone/>
              <a:defRPr sz="28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A white circle with lines in it&#10;&#10;Description automatically generated">
            <a:extLst>
              <a:ext uri="{FF2B5EF4-FFF2-40B4-BE49-F238E27FC236}">
                <a16:creationId xmlns:a16="http://schemas.microsoft.com/office/drawing/2014/main" id="{E96D5321-D2AE-283F-D16E-3EAE3E9A0B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alphaModFix amt="6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9037" r="12792"/>
          <a:stretch/>
        </p:blipFill>
        <p:spPr>
          <a:xfrm>
            <a:off x="11280201" y="0"/>
            <a:ext cx="936396" cy="652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73114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Divider 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9DEFA19-EF80-09C6-71C3-50FAB05C1233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tx2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K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5BD664-2846-503E-F57E-4C52F45C78D2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75"/>
          <a:stretch/>
        </p:blipFill>
        <p:spPr>
          <a:xfrm>
            <a:off x="0" y="0"/>
            <a:ext cx="12192000" cy="212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21966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preserve="1" userDrawn="1">
  <p:cSld name="1_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0;p2">
            <a:extLst>
              <a:ext uri="{FF2B5EF4-FFF2-40B4-BE49-F238E27FC236}">
                <a16:creationId xmlns:a16="http://schemas.microsoft.com/office/drawing/2014/main" id="{42F89ACB-B4A6-EA4D-8CD1-FB40F6E9C03D}"/>
              </a:ext>
            </a:extLst>
          </p:cNvPr>
          <p:cNvSpPr/>
          <p:nvPr userDrawn="1"/>
        </p:nvSpPr>
        <p:spPr>
          <a:xfrm>
            <a:off x="6096000" y="0"/>
            <a:ext cx="6096000" cy="5562600"/>
          </a:xfrm>
          <a:prstGeom prst="rect">
            <a:avLst/>
          </a:prstGeom>
          <a:gradFill>
            <a:gsLst>
              <a:gs pos="8000">
                <a:srgbClr val="0070C0"/>
              </a:gs>
              <a:gs pos="95000">
                <a:srgbClr val="00275B"/>
              </a:gs>
            </a:gsLst>
            <a:lin ang="2700000" scaled="1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solidFill>
                <a:srgbClr val="00000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343A99-5032-3B49-B2F6-C206E2FF1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1274" y="2667000"/>
            <a:ext cx="5791200" cy="1188720"/>
          </a:xfrm>
          <a:prstGeom prst="rect">
            <a:avLst/>
          </a:prstGeom>
        </p:spPr>
        <p:txBody>
          <a:bodyPr lIns="0" bIns="91440" anchor="b" anchorCtr="0"/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CC9D0D-8D42-2145-B246-FD3F3797EA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799" y="4050475"/>
            <a:ext cx="5791200" cy="808038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3" name="Google Shape;13;p2"/>
          <p:cNvCxnSpPr>
            <a:cxnSpLocks/>
          </p:cNvCxnSpPr>
          <p:nvPr/>
        </p:nvCxnSpPr>
        <p:spPr>
          <a:xfrm>
            <a:off x="6391274" y="3858551"/>
            <a:ext cx="5800725" cy="0"/>
          </a:xfrm>
          <a:prstGeom prst="straightConnector1">
            <a:avLst/>
          </a:prstGeom>
          <a:noFill/>
          <a:ln w="38100" cap="flat" cmpd="sng">
            <a:solidFill>
              <a:srgbClr val="8DC63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29C293EB-BEA2-FE4B-915A-41924B77EC0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5875"/>
            <a:ext cx="6096000" cy="55626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GB" noProof="0"/>
          </a:p>
        </p:txBody>
      </p:sp>
      <p:pic>
        <p:nvPicPr>
          <p:cNvPr id="9" name="Picture 36" descr="JCI_RGB.emf">
            <a:extLst>
              <a:ext uri="{FF2B5EF4-FFF2-40B4-BE49-F238E27FC236}">
                <a16:creationId xmlns:a16="http://schemas.microsoft.com/office/drawing/2014/main" id="{06D31439-CB13-164E-A040-28025E676A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85298" y="5835565"/>
            <a:ext cx="1501902" cy="658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E0ECF12-37FC-CC44-B7BA-F077AC4AC88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4800" y="6334496"/>
            <a:ext cx="2825871" cy="191335"/>
          </a:xfrm>
          <a:prstGeom prst="rect">
            <a:avLst/>
          </a:prstGeom>
        </p:spPr>
      </p:pic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6E019152-BF7A-B947-B1C4-31BE07AF430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IE"/>
              <a:t>Confidential</a:t>
            </a:r>
            <a:endParaRPr lang="en-US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6ACAAFFD-F42F-9646-8A7E-3ED649BD4C2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391B31FA-03AF-1546-AC11-50191EB7A3E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E02FF28-02CC-844F-A67E-E7AEF2ED94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72866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D3F7E3C0-7229-A0C8-B308-597A6B55C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18295"/>
            <a:ext cx="10801348" cy="889755"/>
          </a:xfrm>
        </p:spPr>
        <p:txBody>
          <a:bodyPr anchor="b" anchorCtr="0">
            <a:noAutofit/>
          </a:bodyPr>
          <a:lstStyle>
            <a:lvl1pPr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FCD63F0-20B4-4503-19AD-0E2CBC331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3" y="1268413"/>
            <a:ext cx="9721850" cy="1908215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72408F-9F57-F0EA-40F4-FC69D1459B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06816" y="6361261"/>
            <a:ext cx="4114800" cy="32067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GB"/>
              <a:t>© 2023 Johnson Controls. Confidential. All rights reserved.</a:t>
            </a:r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22277-E9E0-A612-FC14-D4B12374CB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8292" y="6334138"/>
            <a:ext cx="360000" cy="32067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4D2DCB6-719E-0F43-A160-E508323EF71D}" type="slidenum">
              <a:rPr lang="en-DK" smtClean="0"/>
              <a:pPr/>
              <a:t>‹#›</a:t>
            </a:fld>
            <a:endParaRPr lang="en-DK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2EBDF4B-E05A-04FD-7628-934404C137EB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2913" y="1053025"/>
            <a:ext cx="540000" cy="36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19E80BD-420B-41C9-755A-9DE12A551DA5}"/>
              </a:ext>
            </a:extLst>
          </p:cNvPr>
          <p:cNvPicPr>
            <a:picLocks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75"/>
          <a:stretch/>
        </p:blipFill>
        <p:spPr>
          <a:xfrm>
            <a:off x="0" y="6750000"/>
            <a:ext cx="12192000" cy="108000"/>
          </a:xfrm>
          <a:prstGeom prst="rect">
            <a:avLst/>
          </a:prstGeom>
        </p:spPr>
      </p:pic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33C1480F-717F-B4B9-4DAF-B9DB92F78AF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8965" y="6213268"/>
            <a:ext cx="972000" cy="425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34180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D3F7E3C0-7229-A0C8-B308-597A6B55C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18295"/>
            <a:ext cx="10801348" cy="889755"/>
          </a:xfrm>
        </p:spPr>
        <p:txBody>
          <a:bodyPr anchor="b" anchorCtr="0">
            <a:noAutofit/>
          </a:bodyPr>
          <a:lstStyle>
            <a:lvl1pPr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72408F-9F57-F0EA-40F4-FC69D1459B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8292" y="6334138"/>
            <a:ext cx="4114800" cy="32067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GB"/>
              <a:t>© 2023 Johnson Controls. All rights reserved.</a:t>
            </a:r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22277-E9E0-A612-FC14-D4B12374CB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8292" y="6334138"/>
            <a:ext cx="360000" cy="32067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4D2DCB6-719E-0F43-A160-E508323EF71D}" type="slidenum">
              <a:rPr lang="en-DK" smtClean="0"/>
              <a:pPr/>
              <a:t>‹#›</a:t>
            </a:fld>
            <a:endParaRPr lang="en-DK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19E80BD-420B-41C9-755A-9DE12A551DA5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75"/>
          <a:stretch/>
        </p:blipFill>
        <p:spPr>
          <a:xfrm>
            <a:off x="0" y="969963"/>
            <a:ext cx="12192000" cy="108000"/>
          </a:xfrm>
          <a:prstGeom prst="rect">
            <a:avLst/>
          </a:prstGeom>
        </p:spPr>
      </p:pic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33C1480F-717F-B4B9-4DAF-B9DB92F78A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3738" y="192502"/>
            <a:ext cx="1181045" cy="517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95250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D3F7E3C0-7229-A0C8-B308-597A6B55C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18295"/>
            <a:ext cx="10801348" cy="889755"/>
          </a:xfrm>
        </p:spPr>
        <p:txBody>
          <a:bodyPr anchor="b" anchorCtr="0">
            <a:noAutofit/>
          </a:bodyPr>
          <a:lstStyle>
            <a:lvl1pPr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FCD63F0-20B4-4503-19AD-0E2CBC331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3" y="1268413"/>
            <a:ext cx="9721850" cy="1908215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22277-E9E0-A612-FC14-D4B12374CB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8292" y="6334138"/>
            <a:ext cx="360000" cy="32067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4D2DCB6-719E-0F43-A160-E508323EF71D}" type="slidenum">
              <a:rPr lang="en-DK" smtClean="0"/>
              <a:pPr/>
              <a:t>‹#›</a:t>
            </a:fld>
            <a:endParaRPr lang="en-DK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2EBDF4B-E05A-04FD-7628-934404C137EB}"/>
              </a:ext>
            </a:extLst>
          </p:cNvPr>
          <p:cNvPicPr>
            <a:picLocks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2913" y="1053025"/>
            <a:ext cx="540000" cy="36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19E80BD-420B-41C9-755A-9DE12A551DA5}"/>
              </a:ext>
            </a:extLst>
          </p:cNvPr>
          <p:cNvPicPr>
            <a:picLocks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75"/>
          <a:stretch/>
        </p:blipFill>
        <p:spPr>
          <a:xfrm>
            <a:off x="0" y="6750000"/>
            <a:ext cx="12192000" cy="10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7F33971-0E92-274F-A060-6BCC2DECBA8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5337" y="6214902"/>
            <a:ext cx="972000" cy="425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70816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vider_inser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0">
            <a:extLst>
              <a:ext uri="{FF2B5EF4-FFF2-40B4-BE49-F238E27FC236}">
                <a16:creationId xmlns:a16="http://schemas.microsoft.com/office/drawing/2014/main" id="{450B2633-22FC-BB4E-9307-3EBE3FB673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450588" y="1"/>
            <a:ext cx="7741412" cy="56022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marR="0" indent="0" algn="ctr" defTabSz="914400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Tx/>
              <a:buFont typeface="Wingdings" pitchFamily="2" charset="2"/>
              <a:buNone/>
              <a:tabLst/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GB" noProof="0"/>
              <a:t>Click icon to add picture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D20F4906-A87E-3D4F-A8CD-54161FB7C0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3" y="2328421"/>
            <a:ext cx="4007675" cy="904532"/>
          </a:xfrm>
          <a:prstGeom prst="rect">
            <a:avLst/>
          </a:prstGeom>
        </p:spPr>
        <p:txBody>
          <a:bodyPr lIns="0" anchor="b" anchorCtr="0"/>
          <a:lstStyle>
            <a:lvl1pPr>
              <a:defRPr sz="28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divider title</a:t>
            </a:r>
            <a:endParaRPr lang="en-US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0DFAC21-9ED2-0448-B474-0F407158DC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2914" y="3429000"/>
            <a:ext cx="4007675" cy="1891439"/>
          </a:xfrm>
          <a:prstGeom prst="rect">
            <a:avLst/>
          </a:prstGeom>
        </p:spPr>
        <p:txBody>
          <a:bodyPr lIns="0"/>
          <a:lstStyle>
            <a:lvl1pPr marL="228600" indent="-228600">
              <a:buSzPct val="75000"/>
              <a:buFont typeface="Wingdings" pitchFamily="2" charset="2"/>
              <a:buChar char="§"/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SzPct val="75000"/>
              <a:buFont typeface="Wingdings" pitchFamily="2" charset="2"/>
              <a:buChar char="§"/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SzPct val="75000"/>
              <a:buFont typeface="Wingdings" pitchFamily="2" charset="2"/>
              <a:buChar char="§"/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SzPct val="75000"/>
              <a:buFont typeface="Wingdings" pitchFamily="2" charset="2"/>
              <a:buChar char="§"/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SzPct val="75000"/>
              <a:buFont typeface="Wingdings" pitchFamily="2" charset="2"/>
              <a:buChar char="§"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413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NO LOGO_Title, Column_Jan_20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D3F7E3C0-7229-A0C8-B308-597A6B55C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2" y="0"/>
            <a:ext cx="11306175" cy="889755"/>
          </a:xfrm>
        </p:spPr>
        <p:txBody>
          <a:bodyPr anchor="b" anchorCtr="0">
            <a:noAutofit/>
          </a:bodyPr>
          <a:lstStyle>
            <a:lvl1pPr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FCD63F0-20B4-4503-19AD-0E2CBC331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2" y="1267199"/>
            <a:ext cx="11306175" cy="4287600"/>
          </a:xfrm>
        </p:spPr>
        <p:txBody>
          <a:bodyPr wrap="square">
            <a:noAutofit/>
          </a:bodyPr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2EBDF4B-E05A-04FD-7628-934404C137EB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2913" y="1053025"/>
            <a:ext cx="540000" cy="36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19E80BD-420B-41C9-755A-9DE12A551DA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75"/>
          <a:stretch/>
        </p:blipFill>
        <p:spPr>
          <a:xfrm>
            <a:off x="0" y="6750000"/>
            <a:ext cx="12192000" cy="1080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32F52B-528A-1618-A009-FF8E934ED69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D2DCB6-719E-0F43-A160-E508323EF71D}" type="slidenum">
              <a:rPr lang="en-DK" smtClean="0"/>
              <a:pPr/>
              <a:t>‹#›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2170DB-836F-432F-643B-1966AD66CCC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0591945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NO LOGO_Column, Image_Jan_20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D3F7E3C0-7229-A0C8-B308-597A6B55C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2" y="0"/>
            <a:ext cx="11306175" cy="889755"/>
          </a:xfrm>
        </p:spPr>
        <p:txBody>
          <a:bodyPr anchor="b" anchorCtr="0">
            <a:noAutofit/>
          </a:bodyPr>
          <a:lstStyle>
            <a:lvl1pPr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FCD63F0-20B4-4503-19AD-0E2CBC331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2" y="1267199"/>
            <a:ext cx="5221287" cy="4287600"/>
          </a:xfrm>
        </p:spPr>
        <p:txBody>
          <a:bodyPr>
            <a:noAutofit/>
          </a:bodyPr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2EBDF4B-E05A-04FD-7628-934404C137EB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2913" y="1053025"/>
            <a:ext cx="540000" cy="36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19E80BD-420B-41C9-755A-9DE12A551DA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75"/>
          <a:stretch/>
        </p:blipFill>
        <p:spPr>
          <a:xfrm>
            <a:off x="0" y="6750000"/>
            <a:ext cx="12192000" cy="108000"/>
          </a:xfrm>
          <a:prstGeom prst="rect">
            <a:avLst/>
          </a:prstGeom>
        </p:spPr>
      </p:pic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7F2681EC-1F9A-713B-DA10-49F6F15367A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527800" y="1268412"/>
            <a:ext cx="5221288" cy="4287600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CD24C7-F290-7A81-F93B-9F66C74B7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2DCB6-719E-0F43-A160-E508323EF71D}" type="slidenum">
              <a:rPr lang="en-DK" smtClean="0"/>
              <a:pPr/>
              <a:t>‹#›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30CCB1-F67D-6C85-857B-CEECF91841F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53742775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NO LOGO_Two Columns_Jan_20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D3F7E3C0-7229-A0C8-B308-597A6B55C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2" y="0"/>
            <a:ext cx="11306175" cy="889755"/>
          </a:xfrm>
        </p:spPr>
        <p:txBody>
          <a:bodyPr anchor="b" anchorCtr="0">
            <a:noAutofit/>
          </a:bodyPr>
          <a:lstStyle>
            <a:lvl1pPr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FCD63F0-20B4-4503-19AD-0E2CBC331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3" y="1268412"/>
            <a:ext cx="5221288" cy="4287600"/>
          </a:xfrm>
        </p:spPr>
        <p:txBody>
          <a:bodyPr wrap="square">
            <a:noAutofit/>
          </a:bodyPr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2EBDF4B-E05A-04FD-7628-934404C137EB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2913" y="1053025"/>
            <a:ext cx="540000" cy="36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19E80BD-420B-41C9-755A-9DE12A551DA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75"/>
          <a:stretch/>
        </p:blipFill>
        <p:spPr>
          <a:xfrm>
            <a:off x="0" y="6750000"/>
            <a:ext cx="12192000" cy="10800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1C4CE89-9402-1BF0-A9EE-FE765B4AA7B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527800" y="1268412"/>
            <a:ext cx="5221287" cy="4287600"/>
          </a:xfrm>
        </p:spPr>
        <p:txBody>
          <a:bodyPr wrap="square">
            <a:noAutofit/>
          </a:bodyPr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0674A2-46FA-B5B1-882B-73E797F4D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2DCB6-719E-0F43-A160-E508323EF71D}" type="slidenum">
              <a:rPr lang="en-DK" smtClean="0"/>
              <a:pPr/>
              <a:t>‹#›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C92640-B85A-D483-21BE-D65D1364EF8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627695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NO LOGO_Grey Boxes_Jan_20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D3F7E3C0-7229-A0C8-B308-597A6B55C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2" y="0"/>
            <a:ext cx="11306175" cy="889755"/>
          </a:xfrm>
        </p:spPr>
        <p:txBody>
          <a:bodyPr anchor="b" anchorCtr="0">
            <a:noAutofit/>
          </a:bodyPr>
          <a:lstStyle>
            <a:lvl1pPr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FCD63F0-20B4-4503-19AD-0E2CBC331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3" y="1268413"/>
            <a:ext cx="5221288" cy="4287600"/>
          </a:xfrm>
          <a:solidFill>
            <a:schemeClr val="bg1">
              <a:lumMod val="95000"/>
            </a:schemeClr>
          </a:solidFill>
        </p:spPr>
        <p:txBody>
          <a:bodyPr wrap="square" lIns="288000" tIns="288000" rIns="288000" bIns="288000">
            <a:noAutofit/>
          </a:bodyPr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2EBDF4B-E05A-04FD-7628-934404C137EB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2913" y="1053025"/>
            <a:ext cx="540000" cy="36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19E80BD-420B-41C9-755A-9DE12A551DA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75"/>
          <a:stretch/>
        </p:blipFill>
        <p:spPr>
          <a:xfrm>
            <a:off x="0" y="6750000"/>
            <a:ext cx="12192000" cy="10800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1C4CE89-9402-1BF0-A9EE-FE765B4AA7B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527799" y="1268413"/>
            <a:ext cx="5221288" cy="4287600"/>
          </a:xfrm>
          <a:solidFill>
            <a:schemeClr val="bg1">
              <a:lumMod val="95000"/>
            </a:schemeClr>
          </a:solidFill>
        </p:spPr>
        <p:txBody>
          <a:bodyPr wrap="square" lIns="288000" tIns="288000" rIns="288000" bIns="288000">
            <a:noAutofit/>
          </a:bodyPr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B646E0-13FF-08D7-72C8-7DE5F76D7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2DCB6-719E-0F43-A160-E508323EF71D}" type="slidenum">
              <a:rPr lang="en-DK" smtClean="0"/>
              <a:pPr/>
              <a:t>‹#›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06CE13-B1F7-60A1-ABA5-A3BB58FA8F8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99736130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NO LOGO_Image, Title, Column_Jan_20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7251C0A4-2136-AFF6-1DA3-FA9D563B630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4079874" cy="675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D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DD364F-3FE9-18C1-56D4-52A88C82D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7578" y="0"/>
            <a:ext cx="7241510" cy="908050"/>
          </a:xfrm>
        </p:spPr>
        <p:txBody>
          <a:bodyPr anchor="b" anchorCtr="0">
            <a:noAutofit/>
          </a:bodyPr>
          <a:lstStyle>
            <a:lvl1pPr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C2ED8-295B-3A5C-24C6-BE6C838B05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7578" y="1268412"/>
            <a:ext cx="7241510" cy="4287600"/>
          </a:xfrm>
        </p:spPr>
        <p:txBody>
          <a:bodyPr wrap="square">
            <a:noAutofit/>
          </a:bodyPr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02D53A-6D9C-B20A-ABE0-E3B2FB875E23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75"/>
          <a:stretch/>
        </p:blipFill>
        <p:spPr>
          <a:xfrm>
            <a:off x="0" y="6750000"/>
            <a:ext cx="12192000" cy="108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0C8A6E7C-8855-4C53-2D92-668CEF4B287F}"/>
              </a:ext>
            </a:extLst>
          </p:cNvPr>
          <p:cNvPicPr/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07578" y="1053025"/>
            <a:ext cx="540000" cy="3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818656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NO LOGO_Image, Icons_Jan_20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2B9633CD-83DE-EB13-1267-26B36D4C1E1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079875" cy="675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D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DD364F-3FE9-18C1-56D4-52A88C82D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7578" y="0"/>
            <a:ext cx="7241510" cy="908050"/>
          </a:xfrm>
        </p:spPr>
        <p:txBody>
          <a:bodyPr anchor="b" anchorCtr="0">
            <a:noAutofit/>
          </a:bodyPr>
          <a:lstStyle>
            <a:lvl1pPr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C2ED8-295B-3A5C-24C6-BE6C838B05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8200" y="2009238"/>
            <a:ext cx="6100888" cy="246221"/>
          </a:xfrm>
        </p:spPr>
        <p:txBody>
          <a:bodyPr wrap="square" anchor="ctr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02D53A-6D9C-B20A-ABE0-E3B2FB875E23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75"/>
          <a:stretch/>
        </p:blipFill>
        <p:spPr>
          <a:xfrm>
            <a:off x="0" y="6750000"/>
            <a:ext cx="12192000" cy="108000"/>
          </a:xfrm>
          <a:prstGeom prst="rect">
            <a:avLst/>
          </a:prstGeom>
        </p:spPr>
      </p:pic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16A327B8-AFBD-F1DF-7DFC-FB03E0CBC483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5648200" y="3151603"/>
            <a:ext cx="6100888" cy="246221"/>
          </a:xfrm>
        </p:spPr>
        <p:txBody>
          <a:bodyPr wrap="square" anchor="ctr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8" name="Content Placeholder 2">
            <a:extLst>
              <a:ext uri="{FF2B5EF4-FFF2-40B4-BE49-F238E27FC236}">
                <a16:creationId xmlns:a16="http://schemas.microsoft.com/office/drawing/2014/main" id="{84920924-4D7D-AFA8-DA00-3C53D28D9263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5648200" y="4293968"/>
            <a:ext cx="6100888" cy="246221"/>
          </a:xfrm>
        </p:spPr>
        <p:txBody>
          <a:bodyPr wrap="square" anchor="ctr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9" name="Content Placeholder 2">
            <a:extLst>
              <a:ext uri="{FF2B5EF4-FFF2-40B4-BE49-F238E27FC236}">
                <a16:creationId xmlns:a16="http://schemas.microsoft.com/office/drawing/2014/main" id="{2C6CA0A4-7A3E-BB08-2AD3-FE4BAE03FE66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5648200" y="5436334"/>
            <a:ext cx="6100888" cy="246221"/>
          </a:xfrm>
        </p:spPr>
        <p:txBody>
          <a:bodyPr wrap="square" anchor="ctr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1127C92-8F21-5515-90BE-8217CFA1FC95}"/>
              </a:ext>
            </a:extLst>
          </p:cNvPr>
          <p:cNvPicPr/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07578" y="1053025"/>
            <a:ext cx="540000" cy="3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28478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NO LOGO_Image, Title, Column_Jan_20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7251C0A4-2136-AFF6-1DA3-FA9D563B630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4079874" cy="675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C2ED8-295B-3A5C-24C6-BE6C838B05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7578" y="1268412"/>
            <a:ext cx="7241510" cy="4287600"/>
          </a:xfrm>
        </p:spPr>
        <p:txBody>
          <a:bodyPr wrap="square" anchor="ctr">
            <a:noAutofit/>
          </a:bodyPr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02D53A-6D9C-B20A-ABE0-E3B2FB875E23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75"/>
          <a:stretch/>
        </p:blipFill>
        <p:spPr>
          <a:xfrm>
            <a:off x="0" y="6750000"/>
            <a:ext cx="12192000" cy="10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1AC05DC-3861-112E-B8A8-483D44CE7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1288252"/>
            <a:ext cx="3205162" cy="4287600"/>
          </a:xfrm>
        </p:spPr>
        <p:txBody>
          <a:bodyPr lIns="0" tIns="0" rIns="0" bIns="0" anchor="ctr" anchorCtr="0">
            <a:noAutofit/>
          </a:bodyPr>
          <a:lstStyle>
            <a:lvl1pPr algn="l">
              <a:defRPr sz="2800" b="1">
                <a:solidFill>
                  <a:schemeClr val="bg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332345362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NO LOGO_White Quote_Jan_20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9083EB-CEDD-F32E-F6C1-5DAEDFF67D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D2DCB6-719E-0F43-A160-E508323EF71D}" type="slidenum">
              <a:rPr lang="en-DK" smtClean="0"/>
              <a:pPr/>
              <a:t>‹#›</a:t>
            </a:fld>
            <a:endParaRPr lang="en-DK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1C4CD81-D1DB-3C82-9FD7-819068B4CD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7238" y="1268413"/>
            <a:ext cx="8137525" cy="3509883"/>
          </a:xfrm>
        </p:spPr>
        <p:txBody>
          <a:bodyPr>
            <a:noAutofit/>
          </a:bodyPr>
          <a:lstStyle>
            <a:lvl1pPr marL="0" indent="0">
              <a:buNone/>
              <a:defRPr sz="3800" b="1">
                <a:solidFill>
                  <a:schemeClr val="accent1"/>
                </a:solidFill>
              </a:defRPr>
            </a:lvl1pPr>
            <a:lvl2pPr>
              <a:defRPr sz="2000">
                <a:solidFill>
                  <a:schemeClr val="bg2"/>
                </a:solidFill>
              </a:defRPr>
            </a:lvl2pPr>
            <a:lvl3pPr>
              <a:defRPr sz="1800">
                <a:solidFill>
                  <a:schemeClr val="bg2"/>
                </a:solidFill>
              </a:defRPr>
            </a:lvl3pPr>
            <a:lvl4pPr>
              <a:defRPr sz="1600">
                <a:solidFill>
                  <a:schemeClr val="bg2"/>
                </a:solidFill>
              </a:defRPr>
            </a:lvl4pPr>
            <a:lvl5pPr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7403F96-6AE2-C24D-90F1-EBD8E7417DF3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2027238" y="4877634"/>
            <a:ext cx="8137525" cy="1440000"/>
          </a:xfr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None/>
              <a:defRPr sz="1600" b="1">
                <a:solidFill>
                  <a:schemeClr val="accent1"/>
                </a:solidFill>
              </a:defRPr>
            </a:lvl1pPr>
            <a:lvl2pPr>
              <a:defRPr sz="2000">
                <a:solidFill>
                  <a:schemeClr val="bg2"/>
                </a:solidFill>
              </a:defRPr>
            </a:lvl2pPr>
            <a:lvl3pPr>
              <a:defRPr sz="1800">
                <a:solidFill>
                  <a:schemeClr val="bg2"/>
                </a:solidFill>
              </a:defRPr>
            </a:lvl3pPr>
            <a:lvl4pPr>
              <a:defRPr sz="1600">
                <a:solidFill>
                  <a:schemeClr val="bg2"/>
                </a:solidFill>
              </a:defRPr>
            </a:lvl4pPr>
            <a:lvl5pPr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BA4D03-0AC3-7938-7289-835E125991FC}"/>
              </a:ext>
            </a:extLst>
          </p:cNvPr>
          <p:cNvSpPr txBox="1"/>
          <p:nvPr userDrawn="1"/>
        </p:nvSpPr>
        <p:spPr>
          <a:xfrm>
            <a:off x="728279" y="766733"/>
            <a:ext cx="1991075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sz="16700" b="1">
                <a:solidFill>
                  <a:schemeClr val="accent1"/>
                </a:solidFill>
              </a:rPr>
              <a:t>“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3D54B53-9EC4-03BB-696A-6EE4B29C436D}"/>
              </a:ext>
            </a:extLst>
          </p:cNvPr>
          <p:cNvPicPr/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75"/>
          <a:stretch/>
        </p:blipFill>
        <p:spPr>
          <a:xfrm>
            <a:off x="0" y="6750000"/>
            <a:ext cx="12192000" cy="108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FA6677-A56A-E098-CB4F-7063B28F80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85227780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NO LOGO_White List_Jan_20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B221E3E-4765-3F60-E686-7B9F3CB3C1EA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75"/>
          <a:stretch/>
        </p:blipFill>
        <p:spPr>
          <a:xfrm>
            <a:off x="0" y="6750000"/>
            <a:ext cx="12192000" cy="108000"/>
          </a:xfrm>
          <a:prstGeom prst="rect">
            <a:avLst/>
          </a:prstGeom>
        </p:spPr>
      </p:pic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55633E9F-1E8D-2F0F-0F8F-371176702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/>
          </p:nvPr>
        </p:nvSpPr>
        <p:spPr>
          <a:xfrm>
            <a:off x="2027238" y="703873"/>
            <a:ext cx="9721850" cy="1070387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2400" b="1" kern="12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1" kern="1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1" kern="1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1" kern="1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DK" sz="36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DK"/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97254926-FAC0-39B5-22A1-F04DE7EA76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1"/>
          </p:nvPr>
        </p:nvSpPr>
        <p:spPr>
          <a:xfrm>
            <a:off x="2027238" y="1771840"/>
            <a:ext cx="9721850" cy="1070387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2400" b="1" kern="12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1" kern="1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1" kern="1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1" kern="1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DK" sz="36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DK"/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09E37B7D-166F-B03C-A5D9-6B95F86A3A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/>
          </p:nvPr>
        </p:nvSpPr>
        <p:spPr>
          <a:xfrm>
            <a:off x="2027238" y="2839807"/>
            <a:ext cx="9721850" cy="1070387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2400" b="1" kern="12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1" kern="1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1" kern="1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1" kern="1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DK" sz="36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DK"/>
          </a:p>
        </p:txBody>
      </p:sp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4B9CBE0B-5E84-10EC-F459-3BB91D3C32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2027238" y="3907774"/>
            <a:ext cx="9721850" cy="1070387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2400" b="1" kern="12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1" kern="1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1" kern="1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1" kern="1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DK" sz="36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DK"/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0CF6DD01-6002-142D-1ECD-677CBF2CA73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/>
          </p:nvPr>
        </p:nvSpPr>
        <p:spPr>
          <a:xfrm>
            <a:off x="2027238" y="4975741"/>
            <a:ext cx="9721850" cy="1070387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2400" b="1" kern="12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1" kern="1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1" kern="1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1" kern="1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DK" sz="36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1C9543-1F65-4044-2314-A79FC2F52D4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4D2DCB6-719E-0F43-A160-E508323EF71D}" type="slidenum">
              <a:rPr lang="en-DK" smtClean="0"/>
              <a:pPr/>
              <a:t>‹#›</a:t>
            </a:fld>
            <a:endParaRPr lang="en-DK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8C1D264C-886C-597C-2014-5ABE7AF5D21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77373967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NO LOGO_Three Columns_Jan_20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6E06F4-5CC1-38B0-C996-6F3595C7B112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75"/>
          <a:stretch/>
        </p:blipFill>
        <p:spPr>
          <a:xfrm>
            <a:off x="0" y="6750000"/>
            <a:ext cx="12192000" cy="10800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3BE207F-B455-41E9-9347-0925024B5092}"/>
              </a:ext>
            </a:extLst>
          </p:cNvPr>
          <p:cNvCxnSpPr>
            <a:cxnSpLocks/>
          </p:cNvCxnSpPr>
          <p:nvPr userDrawn="1"/>
        </p:nvCxnSpPr>
        <p:spPr>
          <a:xfrm>
            <a:off x="4084858" y="1365689"/>
            <a:ext cx="0" cy="4473525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DFC6A22-4543-87A8-9BB5-9C85FA20FB0D}"/>
              </a:ext>
            </a:extLst>
          </p:cNvPr>
          <p:cNvCxnSpPr>
            <a:cxnSpLocks/>
          </p:cNvCxnSpPr>
          <p:nvPr userDrawn="1"/>
        </p:nvCxnSpPr>
        <p:spPr>
          <a:xfrm>
            <a:off x="8112125" y="1365689"/>
            <a:ext cx="0" cy="4473525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ABB154A4-3C1E-7886-5762-5F30CC641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0"/>
            <a:ext cx="11307600" cy="889755"/>
          </a:xfrm>
        </p:spPr>
        <p:txBody>
          <a:bodyPr anchor="b" anchorCtr="0">
            <a:noAutofit/>
          </a:bodyPr>
          <a:lstStyle>
            <a:lvl1pPr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4F9E36C9-F952-1ECF-AAD8-C7C14FB6C6F3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2913" y="1053025"/>
            <a:ext cx="540000" cy="360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BC4795-B90A-B93F-4FA3-DD8C86B3EC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D2DCB6-719E-0F43-A160-E508323EF71D}" type="slidenum">
              <a:rPr lang="en-DK" smtClean="0"/>
              <a:pPr/>
              <a:t>‹#›</a:t>
            </a:fld>
            <a:endParaRPr lang="en-DK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D37DE0E5-5471-7049-05F9-5E05595AFCFF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46400" y="2293795"/>
            <a:ext cx="3168000" cy="3545419"/>
          </a:xfrm>
        </p:spPr>
        <p:txBody>
          <a:bodyPr>
            <a:noAutofit/>
          </a:bodyPr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1FB21F74-F5EB-F238-A74A-5506F0D9F143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511675" y="2293795"/>
            <a:ext cx="3168650" cy="3545419"/>
          </a:xfrm>
        </p:spPr>
        <p:txBody>
          <a:bodyPr>
            <a:noAutofit/>
          </a:bodyPr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06BBB0C9-DCDB-C9E2-9CD7-3A55AB61AED1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577600" y="2293795"/>
            <a:ext cx="3168000" cy="3545419"/>
          </a:xfrm>
        </p:spPr>
        <p:txBody>
          <a:bodyPr>
            <a:noAutofit/>
          </a:bodyPr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826274-172B-200A-1915-43CD1A145E6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61213907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NO LOGO_Title_Jan_20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6E06F4-5CC1-38B0-C996-6F3595C7B112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75"/>
          <a:stretch/>
        </p:blipFill>
        <p:spPr>
          <a:xfrm>
            <a:off x="0" y="6750000"/>
            <a:ext cx="12192000" cy="108000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ABB154A4-3C1E-7886-5762-5F30CC641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0"/>
            <a:ext cx="11307600" cy="889755"/>
          </a:xfrm>
        </p:spPr>
        <p:txBody>
          <a:bodyPr anchor="b" anchorCtr="0">
            <a:noAutofit/>
          </a:bodyPr>
          <a:lstStyle>
            <a:lvl1pPr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4F9E36C9-F952-1ECF-AAD8-C7C14FB6C6F3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2913" y="1053025"/>
            <a:ext cx="540000" cy="360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BC4795-B90A-B93F-4FA3-DD8C86B3EC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D2DCB6-719E-0F43-A160-E508323EF71D}" type="slidenum">
              <a:rPr lang="en-DK" smtClean="0"/>
              <a:pPr/>
              <a:t>‹#›</a:t>
            </a:fld>
            <a:endParaRPr lang="en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75C7F1-1AC8-4A09-B347-2C93EF227AB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27516452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NO LOGO_Six Images_Jan_20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D3F7E3C0-7229-A0C8-B308-597A6B55C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0"/>
            <a:ext cx="11306176" cy="889755"/>
          </a:xfrm>
        </p:spPr>
        <p:txBody>
          <a:bodyPr anchor="b" anchorCtr="0">
            <a:noAutofit/>
          </a:bodyPr>
          <a:lstStyle>
            <a:lvl1pPr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2EBDF4B-E05A-04FD-7628-934404C137EB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2913" y="1053025"/>
            <a:ext cx="540000" cy="36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19E80BD-420B-41C9-755A-9DE12A551DA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75"/>
          <a:stretch/>
        </p:blipFill>
        <p:spPr>
          <a:xfrm>
            <a:off x="0" y="6750000"/>
            <a:ext cx="12192000" cy="108000"/>
          </a:xfrm>
          <a:prstGeom prst="rect">
            <a:avLst/>
          </a:pr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15D40AE-DC36-ED0E-2121-8767D8062F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2913" y="1268413"/>
            <a:ext cx="3528000" cy="1620000"/>
          </a:xfrm>
        </p:spPr>
        <p:txBody>
          <a:bodyPr>
            <a:noAutofit/>
          </a:bodyPr>
          <a:lstStyle/>
          <a:p>
            <a:endParaRPr lang="en-DK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AB27D519-34F0-B9F8-C4A2-BF1B79EE18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2"/>
          </p:nvPr>
        </p:nvSpPr>
        <p:spPr>
          <a:xfrm>
            <a:off x="4332000" y="1268413"/>
            <a:ext cx="3528000" cy="1620000"/>
          </a:xfrm>
        </p:spPr>
        <p:txBody>
          <a:bodyPr>
            <a:noAutofit/>
          </a:bodyPr>
          <a:lstStyle/>
          <a:p>
            <a:endParaRPr lang="en-DK"/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2B79F1DC-325C-B57B-7607-17205EF2050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/>
          </p:nvPr>
        </p:nvSpPr>
        <p:spPr>
          <a:xfrm>
            <a:off x="8221089" y="1268413"/>
            <a:ext cx="3528000" cy="1620000"/>
          </a:xfrm>
        </p:spPr>
        <p:txBody>
          <a:bodyPr>
            <a:noAutofit/>
          </a:bodyPr>
          <a:lstStyle/>
          <a:p>
            <a:endParaRPr lang="en-DK"/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5BFF5F76-538B-1FCC-3505-372495B7F2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/>
          </p:nvPr>
        </p:nvSpPr>
        <p:spPr>
          <a:xfrm>
            <a:off x="442913" y="3767320"/>
            <a:ext cx="3528000" cy="1620000"/>
          </a:xfrm>
        </p:spPr>
        <p:txBody>
          <a:bodyPr>
            <a:noAutofit/>
          </a:bodyPr>
          <a:lstStyle/>
          <a:p>
            <a:endParaRPr lang="en-DK"/>
          </a:p>
        </p:txBody>
      </p:sp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25295BD2-B481-CDDE-D590-8A2F9CAFA2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/>
          </p:nvPr>
        </p:nvSpPr>
        <p:spPr>
          <a:xfrm>
            <a:off x="4332000" y="3767320"/>
            <a:ext cx="3528000" cy="1620000"/>
          </a:xfrm>
        </p:spPr>
        <p:txBody>
          <a:bodyPr>
            <a:noAutofit/>
          </a:bodyPr>
          <a:lstStyle/>
          <a:p>
            <a:endParaRPr lang="en-DK"/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36536F96-8E88-16C5-F564-E33CBC1565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6"/>
          </p:nvPr>
        </p:nvSpPr>
        <p:spPr>
          <a:xfrm>
            <a:off x="8221089" y="3767320"/>
            <a:ext cx="3528000" cy="1620000"/>
          </a:xfrm>
        </p:spPr>
        <p:txBody>
          <a:bodyPr>
            <a:noAutofit/>
          </a:bodyPr>
          <a:lstStyle/>
          <a:p>
            <a:endParaRPr lang="en-DK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EDCD53A-F8B2-9435-3663-00EBFCCE564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/>
          </p:nvPr>
        </p:nvSpPr>
        <p:spPr>
          <a:xfrm>
            <a:off x="442913" y="2883073"/>
            <a:ext cx="3528000" cy="537034"/>
          </a:xfrm>
          <a:solidFill>
            <a:schemeClr val="accent1"/>
          </a:solidFill>
        </p:spPr>
        <p:txBody>
          <a:bodyPr lIns="144000" tIns="144000" rIns="144000" bIns="144000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DK"/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4350FA8E-F072-C4E3-5AB6-AB8553BFA5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/>
          </p:nvPr>
        </p:nvSpPr>
        <p:spPr>
          <a:xfrm>
            <a:off x="4332000" y="2883073"/>
            <a:ext cx="3528000" cy="537034"/>
          </a:xfrm>
          <a:solidFill>
            <a:schemeClr val="accent1"/>
          </a:solidFill>
        </p:spPr>
        <p:txBody>
          <a:bodyPr lIns="144000" tIns="144000" rIns="144000" bIns="144000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DK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C787A05E-7A29-06A0-2CC8-14EABA4B61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/>
          </p:nvPr>
        </p:nvSpPr>
        <p:spPr>
          <a:xfrm>
            <a:off x="8221089" y="2883073"/>
            <a:ext cx="3528000" cy="537034"/>
          </a:xfrm>
          <a:solidFill>
            <a:schemeClr val="accent1"/>
          </a:solidFill>
        </p:spPr>
        <p:txBody>
          <a:bodyPr lIns="144000" tIns="144000" rIns="144000" bIns="144000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DK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A3268353-E759-E669-1ECD-D8549F9C41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"/>
          </p:nvPr>
        </p:nvSpPr>
        <p:spPr>
          <a:xfrm>
            <a:off x="442913" y="5377577"/>
            <a:ext cx="3528000" cy="537034"/>
          </a:xfrm>
          <a:solidFill>
            <a:schemeClr val="accent1"/>
          </a:solidFill>
        </p:spPr>
        <p:txBody>
          <a:bodyPr lIns="144000" tIns="144000" rIns="144000" bIns="144000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DK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4A946D09-490F-934A-6F13-D49C32E75D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1"/>
          </p:nvPr>
        </p:nvSpPr>
        <p:spPr>
          <a:xfrm>
            <a:off x="4332000" y="5377577"/>
            <a:ext cx="3528000" cy="537034"/>
          </a:xfrm>
          <a:solidFill>
            <a:schemeClr val="accent1"/>
          </a:solidFill>
        </p:spPr>
        <p:txBody>
          <a:bodyPr lIns="144000" tIns="144000" rIns="144000" bIns="144000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DK"/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2401C564-B48E-25CA-2395-9D3746E5FBE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2"/>
          </p:nvPr>
        </p:nvSpPr>
        <p:spPr>
          <a:xfrm>
            <a:off x="8221089" y="5377577"/>
            <a:ext cx="3528000" cy="537034"/>
          </a:xfrm>
          <a:solidFill>
            <a:schemeClr val="accent1"/>
          </a:solidFill>
        </p:spPr>
        <p:txBody>
          <a:bodyPr lIns="144000" tIns="144000" rIns="144000" bIns="144000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3F00AC-198A-9AAF-46C4-87F6083081E5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64D2DCB6-719E-0F43-A160-E508323EF71D}" type="slidenum">
              <a:rPr lang="en-DK" smtClean="0"/>
              <a:pPr/>
              <a:t>‹#›</a:t>
            </a:fld>
            <a:endParaRPr lang="en-DK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FCBE1F9-FA7E-3333-F9BA-D4445EE8E8E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17167935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icture Placeholder 47">
            <a:extLst>
              <a:ext uri="{FF2B5EF4-FFF2-40B4-BE49-F238E27FC236}">
                <a16:creationId xmlns:a16="http://schemas.microsoft.com/office/drawing/2014/main" id="{A0999248-014E-E330-C744-67B67419C1D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406539"/>
            <a:ext cx="12192000" cy="5451462"/>
          </a:xfrm>
          <a:noFill/>
        </p:spPr>
        <p:txBody>
          <a:bodyPr/>
          <a:lstStyle/>
          <a:p>
            <a:endParaRPr lang="en-D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641DD1-7679-677C-E5F7-106CA2181E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3678" y="2276475"/>
            <a:ext cx="10801350" cy="2305050"/>
          </a:xfrm>
          <a:noFill/>
        </p:spPr>
        <p:txBody>
          <a:bodyPr anchor="b" anchorCtr="0">
            <a:noAutofit/>
          </a:bodyPr>
          <a:lstStyle>
            <a:lvl1pPr algn="l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B33BBA0-4572-0EFB-9D24-1C221E3044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2914" y="4972430"/>
            <a:ext cx="7632700" cy="307777"/>
          </a:xfrm>
        </p:spPr>
        <p:txBody>
          <a:bodyPr anchor="t" anchorCtr="0">
            <a:sp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DK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DDA069-1327-124F-225A-A74D981CE04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98761"/>
            <a:ext cx="12192000" cy="307777"/>
          </a:xfrm>
          <a:prstGeom prst="rect">
            <a:avLst/>
          </a:prstGeom>
        </p:spPr>
      </p:pic>
      <p:grpSp>
        <p:nvGrpSpPr>
          <p:cNvPr id="63" name="Graphic 17">
            <a:extLst>
              <a:ext uri="{FF2B5EF4-FFF2-40B4-BE49-F238E27FC236}">
                <a16:creationId xmlns:a16="http://schemas.microsoft.com/office/drawing/2014/main" id="{AB1F626B-2B3E-1917-95A4-8144300CF404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9103088" y="6458998"/>
            <a:ext cx="2646000" cy="177687"/>
            <a:chOff x="3994150" y="3289300"/>
            <a:chExt cx="4202178" cy="282193"/>
          </a:xfrm>
          <a:solidFill>
            <a:schemeClr val="bg1"/>
          </a:solidFill>
        </p:grpSpPr>
        <p:grpSp>
          <p:nvGrpSpPr>
            <p:cNvPr id="64" name="Graphic 17">
              <a:extLst>
                <a:ext uri="{FF2B5EF4-FFF2-40B4-BE49-F238E27FC236}">
                  <a16:creationId xmlns:a16="http://schemas.microsoft.com/office/drawing/2014/main" id="{F03D966A-CB83-37B4-33C6-4CCF37BB993D}"/>
                </a:ext>
              </a:extLst>
            </p:cNvPr>
            <p:cNvGrpSpPr/>
            <p:nvPr/>
          </p:nvGrpSpPr>
          <p:grpSpPr>
            <a:xfrm>
              <a:off x="3994150" y="3289300"/>
              <a:ext cx="2355593" cy="276140"/>
              <a:chOff x="3994150" y="3289300"/>
              <a:chExt cx="2355593" cy="276140"/>
            </a:xfrm>
            <a:grpFill/>
          </p:grpSpPr>
          <p:sp>
            <p:nvSpPr>
              <p:cNvPr id="105" name="Freeform 104">
                <a:extLst>
                  <a:ext uri="{FF2B5EF4-FFF2-40B4-BE49-F238E27FC236}">
                    <a16:creationId xmlns:a16="http://schemas.microsoft.com/office/drawing/2014/main" id="{4BBA4497-5AEA-5592-BA0E-EF5D1828C653}"/>
                  </a:ext>
                </a:extLst>
              </p:cNvPr>
              <p:cNvSpPr/>
              <p:nvPr/>
            </p:nvSpPr>
            <p:spPr>
              <a:xfrm>
                <a:off x="3994150" y="3293770"/>
                <a:ext cx="153596" cy="211598"/>
              </a:xfrm>
              <a:custGeom>
                <a:avLst/>
                <a:gdLst>
                  <a:gd name="connsiteX0" fmla="*/ 86452 w 153596"/>
                  <a:gd name="connsiteY0" fmla="*/ 16857 h 211598"/>
                  <a:gd name="connsiteX1" fmla="*/ 86452 w 153596"/>
                  <a:gd name="connsiteY1" fmla="*/ 211599 h 211598"/>
                  <a:gd name="connsiteX2" fmla="*/ 67145 w 153596"/>
                  <a:gd name="connsiteY2" fmla="*/ 211599 h 211598"/>
                  <a:gd name="connsiteX3" fmla="*/ 67145 w 153596"/>
                  <a:gd name="connsiteY3" fmla="*/ 16857 h 211598"/>
                  <a:gd name="connsiteX4" fmla="*/ 0 w 153596"/>
                  <a:gd name="connsiteY4" fmla="*/ 16857 h 211598"/>
                  <a:gd name="connsiteX5" fmla="*/ 0 w 153596"/>
                  <a:gd name="connsiteY5" fmla="*/ 0 h 211598"/>
                  <a:gd name="connsiteX6" fmla="*/ 153597 w 153596"/>
                  <a:gd name="connsiteY6" fmla="*/ 0 h 211598"/>
                  <a:gd name="connsiteX7" fmla="*/ 153597 w 153596"/>
                  <a:gd name="connsiteY7" fmla="*/ 16764 h 211598"/>
                  <a:gd name="connsiteX8" fmla="*/ 86452 w 153596"/>
                  <a:gd name="connsiteY8" fmla="*/ 16764 h 2115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3596" h="211598">
                    <a:moveTo>
                      <a:pt x="86452" y="16857"/>
                    </a:moveTo>
                    <a:lnTo>
                      <a:pt x="86452" y="211599"/>
                    </a:lnTo>
                    <a:lnTo>
                      <a:pt x="67145" y="211599"/>
                    </a:lnTo>
                    <a:lnTo>
                      <a:pt x="67145" y="16857"/>
                    </a:lnTo>
                    <a:lnTo>
                      <a:pt x="0" y="16857"/>
                    </a:lnTo>
                    <a:lnTo>
                      <a:pt x="0" y="0"/>
                    </a:lnTo>
                    <a:lnTo>
                      <a:pt x="153597" y="0"/>
                    </a:lnTo>
                    <a:lnTo>
                      <a:pt x="153597" y="16764"/>
                    </a:lnTo>
                    <a:lnTo>
                      <a:pt x="86452" y="16764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06" name="Freeform 105">
                <a:extLst>
                  <a:ext uri="{FF2B5EF4-FFF2-40B4-BE49-F238E27FC236}">
                    <a16:creationId xmlns:a16="http://schemas.microsoft.com/office/drawing/2014/main" id="{351547DA-071E-384D-42BB-D971251DFBCC}"/>
                  </a:ext>
                </a:extLst>
              </p:cNvPr>
              <p:cNvSpPr/>
              <p:nvPr/>
            </p:nvSpPr>
            <p:spPr>
              <a:xfrm>
                <a:off x="4182936" y="3289300"/>
                <a:ext cx="113461" cy="216162"/>
              </a:xfrm>
              <a:custGeom>
                <a:avLst/>
                <a:gdLst>
                  <a:gd name="connsiteX0" fmla="*/ 94726 w 113461"/>
                  <a:gd name="connsiteY0" fmla="*/ 216069 h 216162"/>
                  <a:gd name="connsiteX1" fmla="*/ 94726 w 113461"/>
                  <a:gd name="connsiteY1" fmla="*/ 120701 h 216162"/>
                  <a:gd name="connsiteX2" fmla="*/ 58586 w 113461"/>
                  <a:gd name="connsiteY2" fmla="*/ 78418 h 216162"/>
                  <a:gd name="connsiteX3" fmla="*/ 18736 w 113461"/>
                  <a:gd name="connsiteY3" fmla="*/ 102726 h 216162"/>
                  <a:gd name="connsiteX4" fmla="*/ 18736 w 113461"/>
                  <a:gd name="connsiteY4" fmla="*/ 216162 h 216162"/>
                  <a:gd name="connsiteX5" fmla="*/ 0 w 113461"/>
                  <a:gd name="connsiteY5" fmla="*/ 216162 h 216162"/>
                  <a:gd name="connsiteX6" fmla="*/ 0 w 113461"/>
                  <a:gd name="connsiteY6" fmla="*/ 0 h 216162"/>
                  <a:gd name="connsiteX7" fmla="*/ 18736 w 113461"/>
                  <a:gd name="connsiteY7" fmla="*/ 0 h 216162"/>
                  <a:gd name="connsiteX8" fmla="*/ 18736 w 113461"/>
                  <a:gd name="connsiteY8" fmla="*/ 84658 h 216162"/>
                  <a:gd name="connsiteX9" fmla="*/ 62580 w 113461"/>
                  <a:gd name="connsiteY9" fmla="*/ 62772 h 216162"/>
                  <a:gd name="connsiteX10" fmla="*/ 113462 w 113461"/>
                  <a:gd name="connsiteY10" fmla="*/ 122191 h 216162"/>
                  <a:gd name="connsiteX11" fmla="*/ 113462 w 113461"/>
                  <a:gd name="connsiteY11" fmla="*/ 216162 h 216162"/>
                  <a:gd name="connsiteX12" fmla="*/ 94726 w 113461"/>
                  <a:gd name="connsiteY12" fmla="*/ 216162 h 216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3461" h="216162">
                    <a:moveTo>
                      <a:pt x="94726" y="216069"/>
                    </a:moveTo>
                    <a:lnTo>
                      <a:pt x="94726" y="120701"/>
                    </a:lnTo>
                    <a:cubicBezTo>
                      <a:pt x="94726" y="93133"/>
                      <a:pt x="83694" y="78418"/>
                      <a:pt x="58586" y="78418"/>
                    </a:cubicBezTo>
                    <a:cubicBezTo>
                      <a:pt x="39850" y="78418"/>
                      <a:pt x="26725" y="90991"/>
                      <a:pt x="18736" y="102726"/>
                    </a:cubicBezTo>
                    <a:lnTo>
                      <a:pt x="18736" y="216162"/>
                    </a:lnTo>
                    <a:lnTo>
                      <a:pt x="0" y="216162"/>
                    </a:lnTo>
                    <a:lnTo>
                      <a:pt x="0" y="0"/>
                    </a:lnTo>
                    <a:lnTo>
                      <a:pt x="18736" y="0"/>
                    </a:lnTo>
                    <a:lnTo>
                      <a:pt x="18736" y="84658"/>
                    </a:lnTo>
                    <a:cubicBezTo>
                      <a:pt x="28532" y="71713"/>
                      <a:pt x="43844" y="62772"/>
                      <a:pt x="62580" y="62772"/>
                    </a:cubicBezTo>
                    <a:cubicBezTo>
                      <a:pt x="101193" y="62772"/>
                      <a:pt x="113462" y="86800"/>
                      <a:pt x="113462" y="122191"/>
                    </a:cubicBezTo>
                    <a:lnTo>
                      <a:pt x="113462" y="216162"/>
                    </a:lnTo>
                    <a:lnTo>
                      <a:pt x="94726" y="21616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07" name="Freeform 106">
                <a:extLst>
                  <a:ext uri="{FF2B5EF4-FFF2-40B4-BE49-F238E27FC236}">
                    <a16:creationId xmlns:a16="http://schemas.microsoft.com/office/drawing/2014/main" id="{FEF9A094-964A-E9D3-9F8D-008C562701C5}"/>
                  </a:ext>
                </a:extLst>
              </p:cNvPr>
              <p:cNvSpPr/>
              <p:nvPr/>
            </p:nvSpPr>
            <p:spPr>
              <a:xfrm>
                <a:off x="4338434" y="3352071"/>
                <a:ext cx="128108" cy="156650"/>
              </a:xfrm>
              <a:custGeom>
                <a:avLst/>
                <a:gdLst>
                  <a:gd name="connsiteX0" fmla="*/ 19877 w 128108"/>
                  <a:gd name="connsiteY0" fmla="*/ 84006 h 156650"/>
                  <a:gd name="connsiteX1" fmla="*/ 70759 w 128108"/>
                  <a:gd name="connsiteY1" fmla="*/ 141004 h 156650"/>
                  <a:gd name="connsiteX2" fmla="*/ 113937 w 128108"/>
                  <a:gd name="connsiteY2" fmla="*/ 125730 h 156650"/>
                  <a:gd name="connsiteX3" fmla="*/ 123163 w 128108"/>
                  <a:gd name="connsiteY3" fmla="*/ 138303 h 156650"/>
                  <a:gd name="connsiteX4" fmla="*/ 70759 w 128108"/>
                  <a:gd name="connsiteY4" fmla="*/ 156650 h 156650"/>
                  <a:gd name="connsiteX5" fmla="*/ 0 w 128108"/>
                  <a:gd name="connsiteY5" fmla="*/ 79815 h 156650"/>
                  <a:gd name="connsiteX6" fmla="*/ 65623 w 128108"/>
                  <a:gd name="connsiteY6" fmla="*/ 0 h 156650"/>
                  <a:gd name="connsiteX7" fmla="*/ 128108 w 128108"/>
                  <a:gd name="connsiteY7" fmla="*/ 84006 h 156650"/>
                  <a:gd name="connsiteX8" fmla="*/ 19877 w 128108"/>
                  <a:gd name="connsiteY8" fmla="*/ 84006 h 156650"/>
                  <a:gd name="connsiteX9" fmla="*/ 65528 w 128108"/>
                  <a:gd name="connsiteY9" fmla="*/ 14994 h 156650"/>
                  <a:gd name="connsiteX10" fmla="*/ 19877 w 128108"/>
                  <a:gd name="connsiteY10" fmla="*/ 69012 h 156650"/>
                  <a:gd name="connsiteX11" fmla="*/ 108802 w 128108"/>
                  <a:gd name="connsiteY11" fmla="*/ 69012 h 156650"/>
                  <a:gd name="connsiteX12" fmla="*/ 65623 w 128108"/>
                  <a:gd name="connsiteY12" fmla="*/ 14994 h 156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8108" h="156650">
                    <a:moveTo>
                      <a:pt x="19877" y="84006"/>
                    </a:moveTo>
                    <a:cubicBezTo>
                      <a:pt x="21399" y="122377"/>
                      <a:pt x="44700" y="141004"/>
                      <a:pt x="70759" y="141004"/>
                    </a:cubicBezTo>
                    <a:cubicBezTo>
                      <a:pt x="88829" y="141004"/>
                      <a:pt x="103285" y="133833"/>
                      <a:pt x="113937" y="125730"/>
                    </a:cubicBezTo>
                    <a:lnTo>
                      <a:pt x="123163" y="138303"/>
                    </a:lnTo>
                    <a:cubicBezTo>
                      <a:pt x="109087" y="149106"/>
                      <a:pt x="92824" y="156650"/>
                      <a:pt x="70759" y="156650"/>
                    </a:cubicBezTo>
                    <a:cubicBezTo>
                      <a:pt x="30910" y="156650"/>
                      <a:pt x="0" y="129642"/>
                      <a:pt x="0" y="79815"/>
                    </a:cubicBezTo>
                    <a:cubicBezTo>
                      <a:pt x="0" y="26077"/>
                      <a:pt x="31575" y="0"/>
                      <a:pt x="65623" y="0"/>
                    </a:cubicBezTo>
                    <a:cubicBezTo>
                      <a:pt x="113747" y="0"/>
                      <a:pt x="128108" y="36881"/>
                      <a:pt x="128108" y="84006"/>
                    </a:cubicBezTo>
                    <a:lnTo>
                      <a:pt x="19877" y="84006"/>
                    </a:lnTo>
                    <a:close/>
                    <a:moveTo>
                      <a:pt x="65528" y="14994"/>
                    </a:moveTo>
                    <a:cubicBezTo>
                      <a:pt x="40991" y="14994"/>
                      <a:pt x="22350" y="32969"/>
                      <a:pt x="19877" y="69012"/>
                    </a:cubicBezTo>
                    <a:lnTo>
                      <a:pt x="108802" y="69012"/>
                    </a:lnTo>
                    <a:cubicBezTo>
                      <a:pt x="108231" y="32690"/>
                      <a:pt x="92824" y="14994"/>
                      <a:pt x="65623" y="14994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08" name="Freeform 107">
                <a:extLst>
                  <a:ext uri="{FF2B5EF4-FFF2-40B4-BE49-F238E27FC236}">
                    <a16:creationId xmlns:a16="http://schemas.microsoft.com/office/drawing/2014/main" id="{6829D8F6-89A7-4458-6B3A-E23D7E7CE8DC}"/>
                  </a:ext>
                </a:extLst>
              </p:cNvPr>
              <p:cNvSpPr/>
              <p:nvPr/>
            </p:nvSpPr>
            <p:spPr>
              <a:xfrm>
                <a:off x="4595317" y="3352071"/>
                <a:ext cx="123828" cy="213368"/>
              </a:xfrm>
              <a:custGeom>
                <a:avLst/>
                <a:gdLst>
                  <a:gd name="connsiteX0" fmla="*/ 62865 w 123828"/>
                  <a:gd name="connsiteY0" fmla="*/ 156650 h 213368"/>
                  <a:gd name="connsiteX1" fmla="*/ 19687 w 123828"/>
                  <a:gd name="connsiteY1" fmla="*/ 138676 h 213368"/>
                  <a:gd name="connsiteX2" fmla="*/ 19687 w 123828"/>
                  <a:gd name="connsiteY2" fmla="*/ 213368 h 213368"/>
                  <a:gd name="connsiteX3" fmla="*/ 951 w 123828"/>
                  <a:gd name="connsiteY3" fmla="*/ 213368 h 213368"/>
                  <a:gd name="connsiteX4" fmla="*/ 951 w 123828"/>
                  <a:gd name="connsiteY4" fmla="*/ 31479 h 213368"/>
                  <a:gd name="connsiteX5" fmla="*/ 0 w 123828"/>
                  <a:gd name="connsiteY5" fmla="*/ 3260 h 213368"/>
                  <a:gd name="connsiteX6" fmla="*/ 15597 w 123828"/>
                  <a:gd name="connsiteY6" fmla="*/ 3260 h 213368"/>
                  <a:gd name="connsiteX7" fmla="*/ 17119 w 123828"/>
                  <a:gd name="connsiteY7" fmla="*/ 26077 h 213368"/>
                  <a:gd name="connsiteX8" fmla="*/ 65243 w 123828"/>
                  <a:gd name="connsiteY8" fmla="*/ 0 h 213368"/>
                  <a:gd name="connsiteX9" fmla="*/ 123828 w 123828"/>
                  <a:gd name="connsiteY9" fmla="*/ 76835 h 213368"/>
                  <a:gd name="connsiteX10" fmla="*/ 62865 w 123828"/>
                  <a:gd name="connsiteY10" fmla="*/ 156650 h 213368"/>
                  <a:gd name="connsiteX11" fmla="*/ 61058 w 123828"/>
                  <a:gd name="connsiteY11" fmla="*/ 15274 h 213368"/>
                  <a:gd name="connsiteX12" fmla="*/ 19687 w 123828"/>
                  <a:gd name="connsiteY12" fmla="*/ 42003 h 213368"/>
                  <a:gd name="connsiteX13" fmla="*/ 19687 w 123828"/>
                  <a:gd name="connsiteY13" fmla="*/ 123309 h 213368"/>
                  <a:gd name="connsiteX14" fmla="*/ 58300 w 123828"/>
                  <a:gd name="connsiteY14" fmla="*/ 141283 h 213368"/>
                  <a:gd name="connsiteX15" fmla="*/ 104237 w 123828"/>
                  <a:gd name="connsiteY15" fmla="*/ 78232 h 213368"/>
                  <a:gd name="connsiteX16" fmla="*/ 61058 w 123828"/>
                  <a:gd name="connsiteY16" fmla="*/ 15181 h 213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3828" h="213368">
                    <a:moveTo>
                      <a:pt x="62865" y="156650"/>
                    </a:moveTo>
                    <a:cubicBezTo>
                      <a:pt x="44129" y="156650"/>
                      <a:pt x="28817" y="149758"/>
                      <a:pt x="19687" y="138676"/>
                    </a:cubicBezTo>
                    <a:lnTo>
                      <a:pt x="19687" y="213368"/>
                    </a:lnTo>
                    <a:lnTo>
                      <a:pt x="951" y="213368"/>
                    </a:lnTo>
                    <a:lnTo>
                      <a:pt x="951" y="31479"/>
                    </a:lnTo>
                    <a:cubicBezTo>
                      <a:pt x="951" y="24308"/>
                      <a:pt x="380" y="9872"/>
                      <a:pt x="0" y="3260"/>
                    </a:cubicBezTo>
                    <a:lnTo>
                      <a:pt x="15597" y="3260"/>
                    </a:lnTo>
                    <a:lnTo>
                      <a:pt x="17119" y="26077"/>
                    </a:lnTo>
                    <a:cubicBezTo>
                      <a:pt x="27200" y="13132"/>
                      <a:pt x="40420" y="0"/>
                      <a:pt x="65243" y="0"/>
                    </a:cubicBezTo>
                    <a:cubicBezTo>
                      <a:pt x="102334" y="0"/>
                      <a:pt x="123828" y="32131"/>
                      <a:pt x="123828" y="76835"/>
                    </a:cubicBezTo>
                    <a:cubicBezTo>
                      <a:pt x="123828" y="121539"/>
                      <a:pt x="102049" y="156650"/>
                      <a:pt x="62865" y="156650"/>
                    </a:cubicBezTo>
                    <a:close/>
                    <a:moveTo>
                      <a:pt x="61058" y="15274"/>
                    </a:moveTo>
                    <a:cubicBezTo>
                      <a:pt x="40515" y="15274"/>
                      <a:pt x="26440" y="32410"/>
                      <a:pt x="19687" y="42003"/>
                    </a:cubicBezTo>
                    <a:lnTo>
                      <a:pt x="19687" y="123309"/>
                    </a:lnTo>
                    <a:cubicBezTo>
                      <a:pt x="28247" y="132622"/>
                      <a:pt x="39564" y="141283"/>
                      <a:pt x="58300" y="141283"/>
                    </a:cubicBezTo>
                    <a:cubicBezTo>
                      <a:pt x="83123" y="141283"/>
                      <a:pt x="104237" y="121446"/>
                      <a:pt x="104237" y="78232"/>
                    </a:cubicBezTo>
                    <a:cubicBezTo>
                      <a:pt x="104237" y="35018"/>
                      <a:pt x="86166" y="15181"/>
                      <a:pt x="61058" y="15181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09" name="Freeform 108">
                <a:extLst>
                  <a:ext uri="{FF2B5EF4-FFF2-40B4-BE49-F238E27FC236}">
                    <a16:creationId xmlns:a16="http://schemas.microsoft.com/office/drawing/2014/main" id="{54074AD7-B8A3-B6F9-85DB-93C3D9F437DA}"/>
                  </a:ext>
                </a:extLst>
              </p:cNvPr>
              <p:cNvSpPr/>
              <p:nvPr/>
            </p:nvSpPr>
            <p:spPr>
              <a:xfrm>
                <a:off x="4752813" y="3351978"/>
                <a:ext cx="136762" cy="156743"/>
              </a:xfrm>
              <a:custGeom>
                <a:avLst/>
                <a:gdLst>
                  <a:gd name="connsiteX0" fmla="*/ 68381 w 136762"/>
                  <a:gd name="connsiteY0" fmla="*/ 156743 h 156743"/>
                  <a:gd name="connsiteX1" fmla="*/ 0 w 136762"/>
                  <a:gd name="connsiteY1" fmla="*/ 77766 h 156743"/>
                  <a:gd name="connsiteX2" fmla="*/ 68381 w 136762"/>
                  <a:gd name="connsiteY2" fmla="*/ 0 h 156743"/>
                  <a:gd name="connsiteX3" fmla="*/ 136763 w 136762"/>
                  <a:gd name="connsiteY3" fmla="*/ 77766 h 156743"/>
                  <a:gd name="connsiteX4" fmla="*/ 68381 w 136762"/>
                  <a:gd name="connsiteY4" fmla="*/ 156743 h 156743"/>
                  <a:gd name="connsiteX5" fmla="*/ 68381 w 136762"/>
                  <a:gd name="connsiteY5" fmla="*/ 15367 h 156743"/>
                  <a:gd name="connsiteX6" fmla="*/ 19687 w 136762"/>
                  <a:gd name="connsiteY6" fmla="*/ 77766 h 156743"/>
                  <a:gd name="connsiteX7" fmla="*/ 68381 w 136762"/>
                  <a:gd name="connsiteY7" fmla="*/ 141376 h 156743"/>
                  <a:gd name="connsiteX8" fmla="*/ 117076 w 136762"/>
                  <a:gd name="connsiteY8" fmla="*/ 77766 h 156743"/>
                  <a:gd name="connsiteX9" fmla="*/ 68381 w 136762"/>
                  <a:gd name="connsiteY9" fmla="*/ 15367 h 156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6762" h="156743">
                    <a:moveTo>
                      <a:pt x="68381" y="156743"/>
                    </a:moveTo>
                    <a:cubicBezTo>
                      <a:pt x="21494" y="156743"/>
                      <a:pt x="0" y="120701"/>
                      <a:pt x="0" y="77766"/>
                    </a:cubicBezTo>
                    <a:cubicBezTo>
                      <a:pt x="0" y="34832"/>
                      <a:pt x="22635" y="0"/>
                      <a:pt x="68381" y="0"/>
                    </a:cubicBezTo>
                    <a:cubicBezTo>
                      <a:pt x="114128" y="0"/>
                      <a:pt x="136763" y="36043"/>
                      <a:pt x="136763" y="77766"/>
                    </a:cubicBezTo>
                    <a:cubicBezTo>
                      <a:pt x="136763" y="119490"/>
                      <a:pt x="116220" y="156743"/>
                      <a:pt x="68381" y="156743"/>
                    </a:cubicBezTo>
                    <a:close/>
                    <a:moveTo>
                      <a:pt x="68381" y="15367"/>
                    </a:moveTo>
                    <a:cubicBezTo>
                      <a:pt x="36806" y="15367"/>
                      <a:pt x="19687" y="41817"/>
                      <a:pt x="19687" y="77766"/>
                    </a:cubicBezTo>
                    <a:cubicBezTo>
                      <a:pt x="19687" y="113716"/>
                      <a:pt x="35665" y="141376"/>
                      <a:pt x="68381" y="141376"/>
                    </a:cubicBezTo>
                    <a:cubicBezTo>
                      <a:pt x="101098" y="141376"/>
                      <a:pt x="117076" y="114088"/>
                      <a:pt x="117076" y="77766"/>
                    </a:cubicBezTo>
                    <a:cubicBezTo>
                      <a:pt x="117076" y="41444"/>
                      <a:pt x="100813" y="15367"/>
                      <a:pt x="68381" y="15367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10" name="Freeform 109">
                <a:extLst>
                  <a:ext uri="{FF2B5EF4-FFF2-40B4-BE49-F238E27FC236}">
                    <a16:creationId xmlns:a16="http://schemas.microsoft.com/office/drawing/2014/main" id="{760F0D86-D5F3-ACB0-C58B-89B60A55B6EA}"/>
                  </a:ext>
                </a:extLst>
              </p:cNvPr>
              <p:cNvSpPr/>
              <p:nvPr/>
            </p:nvSpPr>
            <p:spPr>
              <a:xfrm>
                <a:off x="4912686" y="3355331"/>
                <a:ext cx="210089" cy="150037"/>
              </a:xfrm>
              <a:custGeom>
                <a:avLst/>
                <a:gdLst>
                  <a:gd name="connsiteX0" fmla="*/ 165390 w 210089"/>
                  <a:gd name="connsiteY0" fmla="*/ 150038 h 150037"/>
                  <a:gd name="connsiteX1" fmla="*/ 141518 w 210089"/>
                  <a:gd name="connsiteY1" fmla="*/ 150038 h 150037"/>
                  <a:gd name="connsiteX2" fmla="*/ 115174 w 210089"/>
                  <a:gd name="connsiteY2" fmla="*/ 60909 h 150037"/>
                  <a:gd name="connsiteX3" fmla="*/ 105092 w 210089"/>
                  <a:gd name="connsiteY3" fmla="*/ 23376 h 150037"/>
                  <a:gd name="connsiteX4" fmla="*/ 95011 w 210089"/>
                  <a:gd name="connsiteY4" fmla="*/ 60909 h 150037"/>
                  <a:gd name="connsiteX5" fmla="*/ 67716 w 210089"/>
                  <a:gd name="connsiteY5" fmla="*/ 150038 h 150037"/>
                  <a:gd name="connsiteX6" fmla="*/ 44129 w 210089"/>
                  <a:gd name="connsiteY6" fmla="*/ 150038 h 150037"/>
                  <a:gd name="connsiteX7" fmla="*/ 0 w 210089"/>
                  <a:gd name="connsiteY7" fmla="*/ 0 h 150037"/>
                  <a:gd name="connsiteX8" fmla="*/ 19877 w 210089"/>
                  <a:gd name="connsiteY8" fmla="*/ 0 h 150037"/>
                  <a:gd name="connsiteX9" fmla="*/ 48029 w 210089"/>
                  <a:gd name="connsiteY9" fmla="*/ 95741 h 150037"/>
                  <a:gd name="connsiteX10" fmla="*/ 56588 w 210089"/>
                  <a:gd name="connsiteY10" fmla="*/ 129921 h 150037"/>
                  <a:gd name="connsiteX11" fmla="*/ 65814 w 210089"/>
                  <a:gd name="connsiteY11" fmla="*/ 95741 h 150037"/>
                  <a:gd name="connsiteX12" fmla="*/ 94631 w 210089"/>
                  <a:gd name="connsiteY12" fmla="*/ 0 h 150037"/>
                  <a:gd name="connsiteX13" fmla="*/ 116410 w 210089"/>
                  <a:gd name="connsiteY13" fmla="*/ 0 h 150037"/>
                  <a:gd name="connsiteX14" fmla="*/ 145227 w 210089"/>
                  <a:gd name="connsiteY14" fmla="*/ 95741 h 150037"/>
                  <a:gd name="connsiteX15" fmla="*/ 154072 w 210089"/>
                  <a:gd name="connsiteY15" fmla="*/ 129921 h 150037"/>
                  <a:gd name="connsiteX16" fmla="*/ 162917 w 210089"/>
                  <a:gd name="connsiteY16" fmla="*/ 95741 h 150037"/>
                  <a:gd name="connsiteX17" fmla="*/ 191734 w 210089"/>
                  <a:gd name="connsiteY17" fmla="*/ 0 h 150037"/>
                  <a:gd name="connsiteX18" fmla="*/ 210090 w 210089"/>
                  <a:gd name="connsiteY18" fmla="*/ 0 h 150037"/>
                  <a:gd name="connsiteX19" fmla="*/ 165295 w 210089"/>
                  <a:gd name="connsiteY19" fmla="*/ 150038 h 150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10089" h="150037">
                    <a:moveTo>
                      <a:pt x="165390" y="150038"/>
                    </a:moveTo>
                    <a:lnTo>
                      <a:pt x="141518" y="150038"/>
                    </a:lnTo>
                    <a:lnTo>
                      <a:pt x="115174" y="60909"/>
                    </a:lnTo>
                    <a:cubicBezTo>
                      <a:pt x="111179" y="47125"/>
                      <a:pt x="105092" y="23376"/>
                      <a:pt x="105092" y="23376"/>
                    </a:cubicBezTo>
                    <a:cubicBezTo>
                      <a:pt x="105092" y="23376"/>
                      <a:pt x="99291" y="46474"/>
                      <a:pt x="95011" y="60909"/>
                    </a:cubicBezTo>
                    <a:lnTo>
                      <a:pt x="67716" y="150038"/>
                    </a:lnTo>
                    <a:lnTo>
                      <a:pt x="44129" y="150038"/>
                    </a:lnTo>
                    <a:lnTo>
                      <a:pt x="0" y="0"/>
                    </a:lnTo>
                    <a:lnTo>
                      <a:pt x="19877" y="0"/>
                    </a:lnTo>
                    <a:lnTo>
                      <a:pt x="48029" y="95741"/>
                    </a:lnTo>
                    <a:cubicBezTo>
                      <a:pt x="51738" y="108314"/>
                      <a:pt x="56588" y="129921"/>
                      <a:pt x="56588" y="129921"/>
                    </a:cubicBezTo>
                    <a:cubicBezTo>
                      <a:pt x="56588" y="129921"/>
                      <a:pt x="62104" y="108314"/>
                      <a:pt x="65814" y="95741"/>
                    </a:cubicBezTo>
                    <a:lnTo>
                      <a:pt x="94631" y="0"/>
                    </a:lnTo>
                    <a:lnTo>
                      <a:pt x="116410" y="0"/>
                    </a:lnTo>
                    <a:lnTo>
                      <a:pt x="145227" y="95741"/>
                    </a:lnTo>
                    <a:cubicBezTo>
                      <a:pt x="149222" y="109245"/>
                      <a:pt x="154072" y="129921"/>
                      <a:pt x="154072" y="129921"/>
                    </a:cubicBezTo>
                    <a:cubicBezTo>
                      <a:pt x="154072" y="129921"/>
                      <a:pt x="159018" y="108873"/>
                      <a:pt x="162917" y="95741"/>
                    </a:cubicBezTo>
                    <a:lnTo>
                      <a:pt x="191734" y="0"/>
                    </a:lnTo>
                    <a:lnTo>
                      <a:pt x="210090" y="0"/>
                    </a:lnTo>
                    <a:lnTo>
                      <a:pt x="165295" y="150038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11" name="Freeform 110">
                <a:extLst>
                  <a:ext uri="{FF2B5EF4-FFF2-40B4-BE49-F238E27FC236}">
                    <a16:creationId xmlns:a16="http://schemas.microsoft.com/office/drawing/2014/main" id="{890C0A73-6876-39EC-6394-F4D2B6A682B7}"/>
                  </a:ext>
                </a:extLst>
              </p:cNvPr>
              <p:cNvSpPr/>
              <p:nvPr/>
            </p:nvSpPr>
            <p:spPr>
              <a:xfrm>
                <a:off x="5146838" y="3352071"/>
                <a:ext cx="128108" cy="156650"/>
              </a:xfrm>
              <a:custGeom>
                <a:avLst/>
                <a:gdLst>
                  <a:gd name="connsiteX0" fmla="*/ 19877 w 128108"/>
                  <a:gd name="connsiteY0" fmla="*/ 84006 h 156650"/>
                  <a:gd name="connsiteX1" fmla="*/ 70759 w 128108"/>
                  <a:gd name="connsiteY1" fmla="*/ 141004 h 156650"/>
                  <a:gd name="connsiteX2" fmla="*/ 113937 w 128108"/>
                  <a:gd name="connsiteY2" fmla="*/ 125730 h 156650"/>
                  <a:gd name="connsiteX3" fmla="*/ 123163 w 128108"/>
                  <a:gd name="connsiteY3" fmla="*/ 138303 h 156650"/>
                  <a:gd name="connsiteX4" fmla="*/ 70759 w 128108"/>
                  <a:gd name="connsiteY4" fmla="*/ 156650 h 156650"/>
                  <a:gd name="connsiteX5" fmla="*/ 0 w 128108"/>
                  <a:gd name="connsiteY5" fmla="*/ 79815 h 156650"/>
                  <a:gd name="connsiteX6" fmla="*/ 65623 w 128108"/>
                  <a:gd name="connsiteY6" fmla="*/ 0 h 156650"/>
                  <a:gd name="connsiteX7" fmla="*/ 128108 w 128108"/>
                  <a:gd name="connsiteY7" fmla="*/ 84006 h 156650"/>
                  <a:gd name="connsiteX8" fmla="*/ 19877 w 128108"/>
                  <a:gd name="connsiteY8" fmla="*/ 84006 h 156650"/>
                  <a:gd name="connsiteX9" fmla="*/ 65528 w 128108"/>
                  <a:gd name="connsiteY9" fmla="*/ 14994 h 156650"/>
                  <a:gd name="connsiteX10" fmla="*/ 19877 w 128108"/>
                  <a:gd name="connsiteY10" fmla="*/ 69012 h 156650"/>
                  <a:gd name="connsiteX11" fmla="*/ 108802 w 128108"/>
                  <a:gd name="connsiteY11" fmla="*/ 69012 h 156650"/>
                  <a:gd name="connsiteX12" fmla="*/ 65623 w 128108"/>
                  <a:gd name="connsiteY12" fmla="*/ 14994 h 156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8108" h="156650">
                    <a:moveTo>
                      <a:pt x="19877" y="84006"/>
                    </a:moveTo>
                    <a:cubicBezTo>
                      <a:pt x="21399" y="122377"/>
                      <a:pt x="44700" y="141004"/>
                      <a:pt x="70759" y="141004"/>
                    </a:cubicBezTo>
                    <a:cubicBezTo>
                      <a:pt x="88829" y="141004"/>
                      <a:pt x="103285" y="133833"/>
                      <a:pt x="113937" y="125730"/>
                    </a:cubicBezTo>
                    <a:lnTo>
                      <a:pt x="123163" y="138303"/>
                    </a:lnTo>
                    <a:cubicBezTo>
                      <a:pt x="109087" y="149106"/>
                      <a:pt x="92824" y="156650"/>
                      <a:pt x="70759" y="156650"/>
                    </a:cubicBezTo>
                    <a:cubicBezTo>
                      <a:pt x="30910" y="156650"/>
                      <a:pt x="0" y="129642"/>
                      <a:pt x="0" y="79815"/>
                    </a:cubicBezTo>
                    <a:cubicBezTo>
                      <a:pt x="0" y="26077"/>
                      <a:pt x="31575" y="0"/>
                      <a:pt x="65623" y="0"/>
                    </a:cubicBezTo>
                    <a:cubicBezTo>
                      <a:pt x="113747" y="0"/>
                      <a:pt x="128108" y="36881"/>
                      <a:pt x="128108" y="84006"/>
                    </a:cubicBezTo>
                    <a:lnTo>
                      <a:pt x="19877" y="84006"/>
                    </a:lnTo>
                    <a:close/>
                    <a:moveTo>
                      <a:pt x="65528" y="14994"/>
                    </a:moveTo>
                    <a:cubicBezTo>
                      <a:pt x="40991" y="14994"/>
                      <a:pt x="22350" y="32969"/>
                      <a:pt x="19877" y="69012"/>
                    </a:cubicBezTo>
                    <a:lnTo>
                      <a:pt x="108802" y="69012"/>
                    </a:lnTo>
                    <a:cubicBezTo>
                      <a:pt x="108231" y="32690"/>
                      <a:pt x="92824" y="14994"/>
                      <a:pt x="65623" y="14994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12" name="Freeform 111">
                <a:extLst>
                  <a:ext uri="{FF2B5EF4-FFF2-40B4-BE49-F238E27FC236}">
                    <a16:creationId xmlns:a16="http://schemas.microsoft.com/office/drawing/2014/main" id="{A48868D1-A915-45F4-A218-419DFB9C8A75}"/>
                  </a:ext>
                </a:extLst>
              </p:cNvPr>
              <p:cNvSpPr/>
              <p:nvPr/>
            </p:nvSpPr>
            <p:spPr>
              <a:xfrm>
                <a:off x="5314796" y="3351978"/>
                <a:ext cx="81506" cy="153390"/>
              </a:xfrm>
              <a:custGeom>
                <a:avLst/>
                <a:gdLst>
                  <a:gd name="connsiteX0" fmla="*/ 76370 w 81506"/>
                  <a:gd name="connsiteY0" fmla="*/ 21700 h 153390"/>
                  <a:gd name="connsiteX1" fmla="*/ 59822 w 81506"/>
                  <a:gd name="connsiteY1" fmla="*/ 17509 h 153390"/>
                  <a:gd name="connsiteX2" fmla="*/ 19687 w 81506"/>
                  <a:gd name="connsiteY2" fmla="*/ 46287 h 153390"/>
                  <a:gd name="connsiteX3" fmla="*/ 19687 w 81506"/>
                  <a:gd name="connsiteY3" fmla="*/ 153391 h 153390"/>
                  <a:gd name="connsiteX4" fmla="*/ 951 w 81506"/>
                  <a:gd name="connsiteY4" fmla="*/ 153391 h 153390"/>
                  <a:gd name="connsiteX5" fmla="*/ 951 w 81506"/>
                  <a:gd name="connsiteY5" fmla="*/ 30641 h 153390"/>
                  <a:gd name="connsiteX6" fmla="*/ 0 w 81506"/>
                  <a:gd name="connsiteY6" fmla="*/ 3353 h 153390"/>
                  <a:gd name="connsiteX7" fmla="*/ 15027 w 81506"/>
                  <a:gd name="connsiteY7" fmla="*/ 3353 h 153390"/>
                  <a:gd name="connsiteX8" fmla="*/ 16834 w 81506"/>
                  <a:gd name="connsiteY8" fmla="*/ 28219 h 153390"/>
                  <a:gd name="connsiteX9" fmla="*/ 63721 w 81506"/>
                  <a:gd name="connsiteY9" fmla="*/ 0 h 153390"/>
                  <a:gd name="connsiteX10" fmla="*/ 81506 w 81506"/>
                  <a:gd name="connsiteY10" fmla="*/ 2701 h 153390"/>
                  <a:gd name="connsiteX11" fmla="*/ 76275 w 81506"/>
                  <a:gd name="connsiteY11" fmla="*/ 21607 h 153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1506" h="153390">
                    <a:moveTo>
                      <a:pt x="76370" y="21700"/>
                    </a:moveTo>
                    <a:cubicBezTo>
                      <a:pt x="71425" y="18999"/>
                      <a:pt x="66289" y="17509"/>
                      <a:pt x="59822" y="17509"/>
                    </a:cubicBezTo>
                    <a:cubicBezTo>
                      <a:pt x="41086" y="17509"/>
                      <a:pt x="29768" y="28871"/>
                      <a:pt x="19687" y="46287"/>
                    </a:cubicBezTo>
                    <a:lnTo>
                      <a:pt x="19687" y="153391"/>
                    </a:lnTo>
                    <a:lnTo>
                      <a:pt x="951" y="153391"/>
                    </a:lnTo>
                    <a:lnTo>
                      <a:pt x="951" y="30641"/>
                    </a:lnTo>
                    <a:cubicBezTo>
                      <a:pt x="951" y="25519"/>
                      <a:pt x="380" y="8475"/>
                      <a:pt x="0" y="3353"/>
                    </a:cubicBezTo>
                    <a:lnTo>
                      <a:pt x="15027" y="3353"/>
                    </a:lnTo>
                    <a:lnTo>
                      <a:pt x="16834" y="28219"/>
                    </a:lnTo>
                    <a:cubicBezTo>
                      <a:pt x="26059" y="11083"/>
                      <a:pt x="41371" y="0"/>
                      <a:pt x="63721" y="0"/>
                    </a:cubicBezTo>
                    <a:cubicBezTo>
                      <a:pt x="70189" y="0"/>
                      <a:pt x="76275" y="931"/>
                      <a:pt x="81506" y="2701"/>
                    </a:cubicBezTo>
                    <a:lnTo>
                      <a:pt x="76275" y="21607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13" name="Freeform 112">
                <a:extLst>
                  <a:ext uri="{FF2B5EF4-FFF2-40B4-BE49-F238E27FC236}">
                    <a16:creationId xmlns:a16="http://schemas.microsoft.com/office/drawing/2014/main" id="{E211E5CE-5D6E-4590-B30F-737EA17C7096}"/>
                  </a:ext>
                </a:extLst>
              </p:cNvPr>
              <p:cNvSpPr/>
              <p:nvPr/>
            </p:nvSpPr>
            <p:spPr>
              <a:xfrm>
                <a:off x="5510715" y="3289300"/>
                <a:ext cx="123923" cy="219422"/>
              </a:xfrm>
              <a:custGeom>
                <a:avLst/>
                <a:gdLst>
                  <a:gd name="connsiteX0" fmla="*/ 63436 w 123923"/>
                  <a:gd name="connsiteY0" fmla="*/ 219422 h 219422"/>
                  <a:gd name="connsiteX1" fmla="*/ 17119 w 123923"/>
                  <a:gd name="connsiteY1" fmla="*/ 199026 h 219422"/>
                  <a:gd name="connsiteX2" fmla="*/ 15597 w 123923"/>
                  <a:gd name="connsiteY2" fmla="*/ 216162 h 219422"/>
                  <a:gd name="connsiteX3" fmla="*/ 0 w 123923"/>
                  <a:gd name="connsiteY3" fmla="*/ 216162 h 219422"/>
                  <a:gd name="connsiteX4" fmla="*/ 951 w 123923"/>
                  <a:gd name="connsiteY4" fmla="*/ 187943 h 219422"/>
                  <a:gd name="connsiteX5" fmla="*/ 951 w 123923"/>
                  <a:gd name="connsiteY5" fmla="*/ 0 h 219422"/>
                  <a:gd name="connsiteX6" fmla="*/ 19687 w 123923"/>
                  <a:gd name="connsiteY6" fmla="*/ 0 h 219422"/>
                  <a:gd name="connsiteX7" fmla="*/ 19687 w 123923"/>
                  <a:gd name="connsiteY7" fmla="*/ 86707 h 219422"/>
                  <a:gd name="connsiteX8" fmla="*/ 65053 w 123923"/>
                  <a:gd name="connsiteY8" fmla="*/ 62679 h 219422"/>
                  <a:gd name="connsiteX9" fmla="*/ 123924 w 123923"/>
                  <a:gd name="connsiteY9" fmla="*/ 140445 h 219422"/>
                  <a:gd name="connsiteX10" fmla="*/ 63531 w 123923"/>
                  <a:gd name="connsiteY10" fmla="*/ 219422 h 219422"/>
                  <a:gd name="connsiteX11" fmla="*/ 60963 w 123923"/>
                  <a:gd name="connsiteY11" fmla="*/ 78046 h 219422"/>
                  <a:gd name="connsiteX12" fmla="*/ 19592 w 123923"/>
                  <a:gd name="connsiteY12" fmla="*/ 105334 h 219422"/>
                  <a:gd name="connsiteX13" fmla="*/ 19592 w 123923"/>
                  <a:gd name="connsiteY13" fmla="*/ 186080 h 219422"/>
                  <a:gd name="connsiteX14" fmla="*/ 58776 w 123923"/>
                  <a:gd name="connsiteY14" fmla="*/ 204055 h 219422"/>
                  <a:gd name="connsiteX15" fmla="*/ 104141 w 123923"/>
                  <a:gd name="connsiteY15" fmla="*/ 141004 h 219422"/>
                  <a:gd name="connsiteX16" fmla="*/ 60963 w 123923"/>
                  <a:gd name="connsiteY16" fmla="*/ 77953 h 219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3923" h="219422">
                    <a:moveTo>
                      <a:pt x="63436" y="219422"/>
                    </a:moveTo>
                    <a:cubicBezTo>
                      <a:pt x="41086" y="219422"/>
                      <a:pt x="27010" y="211040"/>
                      <a:pt x="17119" y="199026"/>
                    </a:cubicBezTo>
                    <a:lnTo>
                      <a:pt x="15597" y="216162"/>
                    </a:lnTo>
                    <a:lnTo>
                      <a:pt x="0" y="216162"/>
                    </a:lnTo>
                    <a:cubicBezTo>
                      <a:pt x="285" y="209550"/>
                      <a:pt x="951" y="195114"/>
                      <a:pt x="951" y="187943"/>
                    </a:cubicBezTo>
                    <a:lnTo>
                      <a:pt x="951" y="0"/>
                    </a:lnTo>
                    <a:lnTo>
                      <a:pt x="19687" y="0"/>
                    </a:lnTo>
                    <a:lnTo>
                      <a:pt x="19687" y="86707"/>
                    </a:lnTo>
                    <a:cubicBezTo>
                      <a:pt x="27961" y="75904"/>
                      <a:pt x="40801" y="62679"/>
                      <a:pt x="65053" y="62679"/>
                    </a:cubicBezTo>
                    <a:cubicBezTo>
                      <a:pt x="100908" y="62679"/>
                      <a:pt x="123924" y="92668"/>
                      <a:pt x="123924" y="140445"/>
                    </a:cubicBezTo>
                    <a:cubicBezTo>
                      <a:pt x="123924" y="184311"/>
                      <a:pt x="103381" y="219422"/>
                      <a:pt x="63531" y="219422"/>
                    </a:cubicBezTo>
                    <a:close/>
                    <a:moveTo>
                      <a:pt x="60963" y="78046"/>
                    </a:moveTo>
                    <a:cubicBezTo>
                      <a:pt x="39849" y="78046"/>
                      <a:pt x="26059" y="95462"/>
                      <a:pt x="19592" y="105334"/>
                    </a:cubicBezTo>
                    <a:lnTo>
                      <a:pt x="19592" y="186080"/>
                    </a:lnTo>
                    <a:cubicBezTo>
                      <a:pt x="29673" y="196325"/>
                      <a:pt x="39849" y="204055"/>
                      <a:pt x="58776" y="204055"/>
                    </a:cubicBezTo>
                    <a:cubicBezTo>
                      <a:pt x="85405" y="204055"/>
                      <a:pt x="104141" y="180679"/>
                      <a:pt x="104141" y="141004"/>
                    </a:cubicBezTo>
                    <a:cubicBezTo>
                      <a:pt x="104141" y="93878"/>
                      <a:pt x="82647" y="77953"/>
                      <a:pt x="60963" y="77953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14" name="Freeform 113">
                <a:extLst>
                  <a:ext uri="{FF2B5EF4-FFF2-40B4-BE49-F238E27FC236}">
                    <a16:creationId xmlns:a16="http://schemas.microsoft.com/office/drawing/2014/main" id="{DFC85C25-4A5B-B815-2F18-8D38EEB31BB6}"/>
                  </a:ext>
                </a:extLst>
              </p:cNvPr>
              <p:cNvSpPr/>
              <p:nvPr/>
            </p:nvSpPr>
            <p:spPr>
              <a:xfrm>
                <a:off x="5668021" y="3352071"/>
                <a:ext cx="128108" cy="156650"/>
              </a:xfrm>
              <a:custGeom>
                <a:avLst/>
                <a:gdLst>
                  <a:gd name="connsiteX0" fmla="*/ 19877 w 128108"/>
                  <a:gd name="connsiteY0" fmla="*/ 84006 h 156650"/>
                  <a:gd name="connsiteX1" fmla="*/ 70759 w 128108"/>
                  <a:gd name="connsiteY1" fmla="*/ 141004 h 156650"/>
                  <a:gd name="connsiteX2" fmla="*/ 113937 w 128108"/>
                  <a:gd name="connsiteY2" fmla="*/ 125730 h 156650"/>
                  <a:gd name="connsiteX3" fmla="*/ 123163 w 128108"/>
                  <a:gd name="connsiteY3" fmla="*/ 138303 h 156650"/>
                  <a:gd name="connsiteX4" fmla="*/ 70759 w 128108"/>
                  <a:gd name="connsiteY4" fmla="*/ 156650 h 156650"/>
                  <a:gd name="connsiteX5" fmla="*/ 0 w 128108"/>
                  <a:gd name="connsiteY5" fmla="*/ 79815 h 156650"/>
                  <a:gd name="connsiteX6" fmla="*/ 65623 w 128108"/>
                  <a:gd name="connsiteY6" fmla="*/ 0 h 156650"/>
                  <a:gd name="connsiteX7" fmla="*/ 128108 w 128108"/>
                  <a:gd name="connsiteY7" fmla="*/ 84006 h 156650"/>
                  <a:gd name="connsiteX8" fmla="*/ 19877 w 128108"/>
                  <a:gd name="connsiteY8" fmla="*/ 84006 h 156650"/>
                  <a:gd name="connsiteX9" fmla="*/ 65528 w 128108"/>
                  <a:gd name="connsiteY9" fmla="*/ 14994 h 156650"/>
                  <a:gd name="connsiteX10" fmla="*/ 19877 w 128108"/>
                  <a:gd name="connsiteY10" fmla="*/ 69012 h 156650"/>
                  <a:gd name="connsiteX11" fmla="*/ 108802 w 128108"/>
                  <a:gd name="connsiteY11" fmla="*/ 69012 h 156650"/>
                  <a:gd name="connsiteX12" fmla="*/ 65623 w 128108"/>
                  <a:gd name="connsiteY12" fmla="*/ 14994 h 156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8108" h="156650">
                    <a:moveTo>
                      <a:pt x="19877" y="84006"/>
                    </a:moveTo>
                    <a:cubicBezTo>
                      <a:pt x="21399" y="122377"/>
                      <a:pt x="44700" y="141004"/>
                      <a:pt x="70759" y="141004"/>
                    </a:cubicBezTo>
                    <a:cubicBezTo>
                      <a:pt x="88829" y="141004"/>
                      <a:pt x="103285" y="133833"/>
                      <a:pt x="113937" y="125730"/>
                    </a:cubicBezTo>
                    <a:lnTo>
                      <a:pt x="123163" y="138303"/>
                    </a:lnTo>
                    <a:cubicBezTo>
                      <a:pt x="109087" y="149106"/>
                      <a:pt x="92824" y="156650"/>
                      <a:pt x="70759" y="156650"/>
                    </a:cubicBezTo>
                    <a:cubicBezTo>
                      <a:pt x="30910" y="156650"/>
                      <a:pt x="0" y="129642"/>
                      <a:pt x="0" y="79815"/>
                    </a:cubicBezTo>
                    <a:cubicBezTo>
                      <a:pt x="0" y="26077"/>
                      <a:pt x="31575" y="0"/>
                      <a:pt x="65623" y="0"/>
                    </a:cubicBezTo>
                    <a:cubicBezTo>
                      <a:pt x="113747" y="0"/>
                      <a:pt x="128108" y="36881"/>
                      <a:pt x="128108" y="84006"/>
                    </a:cubicBezTo>
                    <a:lnTo>
                      <a:pt x="19877" y="84006"/>
                    </a:lnTo>
                    <a:close/>
                    <a:moveTo>
                      <a:pt x="65528" y="14994"/>
                    </a:moveTo>
                    <a:cubicBezTo>
                      <a:pt x="40991" y="14994"/>
                      <a:pt x="22350" y="32969"/>
                      <a:pt x="19877" y="69012"/>
                    </a:cubicBezTo>
                    <a:lnTo>
                      <a:pt x="108802" y="69012"/>
                    </a:lnTo>
                    <a:cubicBezTo>
                      <a:pt x="108231" y="32690"/>
                      <a:pt x="92824" y="14994"/>
                      <a:pt x="65623" y="14994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15" name="Freeform 114">
                <a:extLst>
                  <a:ext uri="{FF2B5EF4-FFF2-40B4-BE49-F238E27FC236}">
                    <a16:creationId xmlns:a16="http://schemas.microsoft.com/office/drawing/2014/main" id="{C1D05752-8549-F1BE-1BAD-06A9DFA6E1AC}"/>
                  </a:ext>
                </a:extLst>
              </p:cNvPr>
              <p:cNvSpPr/>
              <p:nvPr/>
            </p:nvSpPr>
            <p:spPr>
              <a:xfrm>
                <a:off x="5836835" y="3289300"/>
                <a:ext cx="113461" cy="216162"/>
              </a:xfrm>
              <a:custGeom>
                <a:avLst/>
                <a:gdLst>
                  <a:gd name="connsiteX0" fmla="*/ 94726 w 113461"/>
                  <a:gd name="connsiteY0" fmla="*/ 216069 h 216162"/>
                  <a:gd name="connsiteX1" fmla="*/ 94726 w 113461"/>
                  <a:gd name="connsiteY1" fmla="*/ 120701 h 216162"/>
                  <a:gd name="connsiteX2" fmla="*/ 58586 w 113461"/>
                  <a:gd name="connsiteY2" fmla="*/ 78418 h 216162"/>
                  <a:gd name="connsiteX3" fmla="*/ 18736 w 113461"/>
                  <a:gd name="connsiteY3" fmla="*/ 102726 h 216162"/>
                  <a:gd name="connsiteX4" fmla="*/ 18736 w 113461"/>
                  <a:gd name="connsiteY4" fmla="*/ 216162 h 216162"/>
                  <a:gd name="connsiteX5" fmla="*/ 0 w 113461"/>
                  <a:gd name="connsiteY5" fmla="*/ 216162 h 216162"/>
                  <a:gd name="connsiteX6" fmla="*/ 0 w 113461"/>
                  <a:gd name="connsiteY6" fmla="*/ 0 h 216162"/>
                  <a:gd name="connsiteX7" fmla="*/ 18736 w 113461"/>
                  <a:gd name="connsiteY7" fmla="*/ 0 h 216162"/>
                  <a:gd name="connsiteX8" fmla="*/ 18736 w 113461"/>
                  <a:gd name="connsiteY8" fmla="*/ 84658 h 216162"/>
                  <a:gd name="connsiteX9" fmla="*/ 62580 w 113461"/>
                  <a:gd name="connsiteY9" fmla="*/ 62772 h 216162"/>
                  <a:gd name="connsiteX10" fmla="*/ 113462 w 113461"/>
                  <a:gd name="connsiteY10" fmla="*/ 122191 h 216162"/>
                  <a:gd name="connsiteX11" fmla="*/ 113462 w 113461"/>
                  <a:gd name="connsiteY11" fmla="*/ 216162 h 216162"/>
                  <a:gd name="connsiteX12" fmla="*/ 94726 w 113461"/>
                  <a:gd name="connsiteY12" fmla="*/ 216162 h 216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3461" h="216162">
                    <a:moveTo>
                      <a:pt x="94726" y="216069"/>
                    </a:moveTo>
                    <a:lnTo>
                      <a:pt x="94726" y="120701"/>
                    </a:lnTo>
                    <a:cubicBezTo>
                      <a:pt x="94726" y="93133"/>
                      <a:pt x="83694" y="78418"/>
                      <a:pt x="58586" y="78418"/>
                    </a:cubicBezTo>
                    <a:cubicBezTo>
                      <a:pt x="39850" y="78418"/>
                      <a:pt x="26725" y="90991"/>
                      <a:pt x="18736" y="102726"/>
                    </a:cubicBezTo>
                    <a:lnTo>
                      <a:pt x="18736" y="216162"/>
                    </a:lnTo>
                    <a:lnTo>
                      <a:pt x="0" y="216162"/>
                    </a:lnTo>
                    <a:lnTo>
                      <a:pt x="0" y="0"/>
                    </a:lnTo>
                    <a:lnTo>
                      <a:pt x="18736" y="0"/>
                    </a:lnTo>
                    <a:lnTo>
                      <a:pt x="18736" y="84658"/>
                    </a:lnTo>
                    <a:cubicBezTo>
                      <a:pt x="28532" y="71713"/>
                      <a:pt x="43844" y="62772"/>
                      <a:pt x="62580" y="62772"/>
                    </a:cubicBezTo>
                    <a:cubicBezTo>
                      <a:pt x="101193" y="62772"/>
                      <a:pt x="113462" y="86800"/>
                      <a:pt x="113462" y="122191"/>
                    </a:cubicBezTo>
                    <a:lnTo>
                      <a:pt x="113462" y="216162"/>
                    </a:lnTo>
                    <a:lnTo>
                      <a:pt x="94726" y="21616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16" name="Freeform 115">
                <a:extLst>
                  <a:ext uri="{FF2B5EF4-FFF2-40B4-BE49-F238E27FC236}">
                    <a16:creationId xmlns:a16="http://schemas.microsoft.com/office/drawing/2014/main" id="{0AB570E6-0954-DFB9-59F2-7AFC6B596F8D}"/>
                  </a:ext>
                </a:extLst>
              </p:cNvPr>
              <p:cNvSpPr/>
              <p:nvPr/>
            </p:nvSpPr>
            <p:spPr>
              <a:xfrm>
                <a:off x="5999371" y="3289300"/>
                <a:ext cx="21779" cy="216069"/>
              </a:xfrm>
              <a:custGeom>
                <a:avLst/>
                <a:gdLst>
                  <a:gd name="connsiteX0" fmla="*/ 0 w 21779"/>
                  <a:gd name="connsiteY0" fmla="*/ 23097 h 216069"/>
                  <a:gd name="connsiteX1" fmla="*/ 0 w 21779"/>
                  <a:gd name="connsiteY1" fmla="*/ 0 h 216069"/>
                  <a:gd name="connsiteX2" fmla="*/ 21779 w 21779"/>
                  <a:gd name="connsiteY2" fmla="*/ 0 h 216069"/>
                  <a:gd name="connsiteX3" fmla="*/ 21779 w 21779"/>
                  <a:gd name="connsiteY3" fmla="*/ 23097 h 216069"/>
                  <a:gd name="connsiteX4" fmla="*/ 0 w 21779"/>
                  <a:gd name="connsiteY4" fmla="*/ 23097 h 216069"/>
                  <a:gd name="connsiteX5" fmla="*/ 1522 w 21779"/>
                  <a:gd name="connsiteY5" fmla="*/ 216069 h 216069"/>
                  <a:gd name="connsiteX6" fmla="*/ 1522 w 21779"/>
                  <a:gd name="connsiteY6" fmla="*/ 66032 h 216069"/>
                  <a:gd name="connsiteX7" fmla="*/ 20258 w 21779"/>
                  <a:gd name="connsiteY7" fmla="*/ 66032 h 216069"/>
                  <a:gd name="connsiteX8" fmla="*/ 20258 w 21779"/>
                  <a:gd name="connsiteY8" fmla="*/ 216069 h 216069"/>
                  <a:gd name="connsiteX9" fmla="*/ 1522 w 21779"/>
                  <a:gd name="connsiteY9" fmla="*/ 216069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779" h="216069">
                    <a:moveTo>
                      <a:pt x="0" y="23097"/>
                    </a:moveTo>
                    <a:lnTo>
                      <a:pt x="0" y="0"/>
                    </a:lnTo>
                    <a:lnTo>
                      <a:pt x="21779" y="0"/>
                    </a:lnTo>
                    <a:lnTo>
                      <a:pt x="21779" y="23097"/>
                    </a:lnTo>
                    <a:lnTo>
                      <a:pt x="0" y="23097"/>
                    </a:lnTo>
                    <a:close/>
                    <a:moveTo>
                      <a:pt x="1522" y="216069"/>
                    </a:moveTo>
                    <a:lnTo>
                      <a:pt x="1522" y="66032"/>
                    </a:lnTo>
                    <a:lnTo>
                      <a:pt x="20258" y="66032"/>
                    </a:lnTo>
                    <a:lnTo>
                      <a:pt x="20258" y="216069"/>
                    </a:lnTo>
                    <a:lnTo>
                      <a:pt x="1522" y="21606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17" name="Freeform 116">
                <a:extLst>
                  <a:ext uri="{FF2B5EF4-FFF2-40B4-BE49-F238E27FC236}">
                    <a16:creationId xmlns:a16="http://schemas.microsoft.com/office/drawing/2014/main" id="{DCFC7D98-343F-5A9F-B2A7-0B64A838FD14}"/>
                  </a:ext>
                </a:extLst>
              </p:cNvPr>
              <p:cNvSpPr/>
              <p:nvPr/>
            </p:nvSpPr>
            <p:spPr>
              <a:xfrm>
                <a:off x="6069179" y="3351978"/>
                <a:ext cx="114222" cy="153390"/>
              </a:xfrm>
              <a:custGeom>
                <a:avLst/>
                <a:gdLst>
                  <a:gd name="connsiteX0" fmla="*/ 95677 w 114222"/>
                  <a:gd name="connsiteY0" fmla="*/ 153391 h 153390"/>
                  <a:gd name="connsiteX1" fmla="*/ 95677 w 114222"/>
                  <a:gd name="connsiteY1" fmla="*/ 58301 h 153390"/>
                  <a:gd name="connsiteX2" fmla="*/ 59537 w 114222"/>
                  <a:gd name="connsiteY2" fmla="*/ 15646 h 153390"/>
                  <a:gd name="connsiteX3" fmla="*/ 19687 w 114222"/>
                  <a:gd name="connsiteY3" fmla="*/ 39954 h 153390"/>
                  <a:gd name="connsiteX4" fmla="*/ 19687 w 114222"/>
                  <a:gd name="connsiteY4" fmla="*/ 153391 h 153390"/>
                  <a:gd name="connsiteX5" fmla="*/ 951 w 114222"/>
                  <a:gd name="connsiteY5" fmla="*/ 153391 h 153390"/>
                  <a:gd name="connsiteX6" fmla="*/ 951 w 114222"/>
                  <a:gd name="connsiteY6" fmla="*/ 30920 h 153390"/>
                  <a:gd name="connsiteX7" fmla="*/ 0 w 114222"/>
                  <a:gd name="connsiteY7" fmla="*/ 3353 h 153390"/>
                  <a:gd name="connsiteX8" fmla="*/ 15598 w 114222"/>
                  <a:gd name="connsiteY8" fmla="*/ 3353 h 153390"/>
                  <a:gd name="connsiteX9" fmla="*/ 17119 w 114222"/>
                  <a:gd name="connsiteY9" fmla="*/ 24028 h 153390"/>
                  <a:gd name="connsiteX10" fmla="*/ 63056 w 114222"/>
                  <a:gd name="connsiteY10" fmla="*/ 0 h 153390"/>
                  <a:gd name="connsiteX11" fmla="*/ 114223 w 114222"/>
                  <a:gd name="connsiteY11" fmla="*/ 59419 h 153390"/>
                  <a:gd name="connsiteX12" fmla="*/ 114223 w 114222"/>
                  <a:gd name="connsiteY12" fmla="*/ 153391 h 153390"/>
                  <a:gd name="connsiteX13" fmla="*/ 95487 w 114222"/>
                  <a:gd name="connsiteY13" fmla="*/ 153391 h 153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14222" h="153390">
                    <a:moveTo>
                      <a:pt x="95677" y="153391"/>
                    </a:moveTo>
                    <a:lnTo>
                      <a:pt x="95677" y="58301"/>
                    </a:lnTo>
                    <a:cubicBezTo>
                      <a:pt x="95677" y="31013"/>
                      <a:pt x="84359" y="15646"/>
                      <a:pt x="59537" y="15646"/>
                    </a:cubicBezTo>
                    <a:cubicBezTo>
                      <a:pt x="39279" y="15646"/>
                      <a:pt x="27010" y="29151"/>
                      <a:pt x="19687" y="39954"/>
                    </a:cubicBezTo>
                    <a:lnTo>
                      <a:pt x="19687" y="153391"/>
                    </a:lnTo>
                    <a:lnTo>
                      <a:pt x="951" y="153391"/>
                    </a:lnTo>
                    <a:lnTo>
                      <a:pt x="951" y="30920"/>
                    </a:lnTo>
                    <a:cubicBezTo>
                      <a:pt x="951" y="25798"/>
                      <a:pt x="381" y="8382"/>
                      <a:pt x="0" y="3353"/>
                    </a:cubicBezTo>
                    <a:lnTo>
                      <a:pt x="15598" y="3353"/>
                    </a:lnTo>
                    <a:lnTo>
                      <a:pt x="17119" y="24028"/>
                    </a:lnTo>
                    <a:cubicBezTo>
                      <a:pt x="26344" y="10803"/>
                      <a:pt x="42513" y="0"/>
                      <a:pt x="63056" y="0"/>
                    </a:cubicBezTo>
                    <a:cubicBezTo>
                      <a:pt x="100432" y="0"/>
                      <a:pt x="114223" y="23097"/>
                      <a:pt x="114223" y="59419"/>
                    </a:cubicBezTo>
                    <a:lnTo>
                      <a:pt x="114223" y="153391"/>
                    </a:lnTo>
                    <a:lnTo>
                      <a:pt x="95487" y="153391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18" name="Freeform 117">
                <a:extLst>
                  <a:ext uri="{FF2B5EF4-FFF2-40B4-BE49-F238E27FC236}">
                    <a16:creationId xmlns:a16="http://schemas.microsoft.com/office/drawing/2014/main" id="{685D4489-C858-97F3-64ED-B5442EA565B0}"/>
                  </a:ext>
                </a:extLst>
              </p:cNvPr>
              <p:cNvSpPr/>
              <p:nvPr/>
            </p:nvSpPr>
            <p:spPr>
              <a:xfrm>
                <a:off x="6224013" y="3289300"/>
                <a:ext cx="125730" cy="219328"/>
              </a:xfrm>
              <a:custGeom>
                <a:avLst/>
                <a:gdLst>
                  <a:gd name="connsiteX0" fmla="*/ 109753 w 125730"/>
                  <a:gd name="connsiteY0" fmla="*/ 216069 h 219328"/>
                  <a:gd name="connsiteX1" fmla="*/ 108231 w 125730"/>
                  <a:gd name="connsiteY1" fmla="*/ 192320 h 219328"/>
                  <a:gd name="connsiteX2" fmla="*/ 60392 w 125730"/>
                  <a:gd name="connsiteY2" fmla="*/ 219329 h 219328"/>
                  <a:gd name="connsiteX3" fmla="*/ 0 w 125730"/>
                  <a:gd name="connsiteY3" fmla="*/ 140352 h 219328"/>
                  <a:gd name="connsiteX4" fmla="*/ 63151 w 125730"/>
                  <a:gd name="connsiteY4" fmla="*/ 62586 h 219328"/>
                  <a:gd name="connsiteX5" fmla="*/ 106044 w 125730"/>
                  <a:gd name="connsiteY5" fmla="*/ 79350 h 219328"/>
                  <a:gd name="connsiteX6" fmla="*/ 106044 w 125730"/>
                  <a:gd name="connsiteY6" fmla="*/ 0 h 219328"/>
                  <a:gd name="connsiteX7" fmla="*/ 124779 w 125730"/>
                  <a:gd name="connsiteY7" fmla="*/ 0 h 219328"/>
                  <a:gd name="connsiteX8" fmla="*/ 124779 w 125730"/>
                  <a:gd name="connsiteY8" fmla="*/ 187850 h 219328"/>
                  <a:gd name="connsiteX9" fmla="*/ 125730 w 125730"/>
                  <a:gd name="connsiteY9" fmla="*/ 216069 h 219328"/>
                  <a:gd name="connsiteX10" fmla="*/ 109753 w 125730"/>
                  <a:gd name="connsiteY10" fmla="*/ 216069 h 219328"/>
                  <a:gd name="connsiteX11" fmla="*/ 106044 w 125730"/>
                  <a:gd name="connsiteY11" fmla="*/ 95369 h 219328"/>
                  <a:gd name="connsiteX12" fmla="*/ 67145 w 125730"/>
                  <a:gd name="connsiteY12" fmla="*/ 77953 h 219328"/>
                  <a:gd name="connsiteX13" fmla="*/ 19592 w 125730"/>
                  <a:gd name="connsiteY13" fmla="*/ 141004 h 219328"/>
                  <a:gd name="connsiteX14" fmla="*/ 64958 w 125730"/>
                  <a:gd name="connsiteY14" fmla="*/ 204055 h 219328"/>
                  <a:gd name="connsiteX15" fmla="*/ 106044 w 125730"/>
                  <a:gd name="connsiteY15" fmla="*/ 177046 h 219328"/>
                  <a:gd name="connsiteX16" fmla="*/ 106044 w 125730"/>
                  <a:gd name="connsiteY16" fmla="*/ 95462 h 2193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5730" h="219328">
                    <a:moveTo>
                      <a:pt x="109753" y="216069"/>
                    </a:moveTo>
                    <a:lnTo>
                      <a:pt x="108231" y="192320"/>
                    </a:lnTo>
                    <a:cubicBezTo>
                      <a:pt x="99386" y="204893"/>
                      <a:pt x="84645" y="219329"/>
                      <a:pt x="60392" y="219329"/>
                    </a:cubicBezTo>
                    <a:cubicBezTo>
                      <a:pt x="19592" y="219329"/>
                      <a:pt x="0" y="183938"/>
                      <a:pt x="0" y="140352"/>
                    </a:cubicBezTo>
                    <a:cubicBezTo>
                      <a:pt x="0" y="91736"/>
                      <a:pt x="28151" y="62586"/>
                      <a:pt x="63151" y="62586"/>
                    </a:cubicBezTo>
                    <a:cubicBezTo>
                      <a:pt x="82172" y="62586"/>
                      <a:pt x="97199" y="70409"/>
                      <a:pt x="106044" y="79350"/>
                    </a:cubicBezTo>
                    <a:lnTo>
                      <a:pt x="106044" y="0"/>
                    </a:lnTo>
                    <a:lnTo>
                      <a:pt x="124779" y="0"/>
                    </a:lnTo>
                    <a:lnTo>
                      <a:pt x="124779" y="187850"/>
                    </a:lnTo>
                    <a:cubicBezTo>
                      <a:pt x="124779" y="195021"/>
                      <a:pt x="125350" y="209457"/>
                      <a:pt x="125730" y="216069"/>
                    </a:cubicBezTo>
                    <a:lnTo>
                      <a:pt x="109753" y="216069"/>
                    </a:lnTo>
                    <a:close/>
                    <a:moveTo>
                      <a:pt x="106044" y="95369"/>
                    </a:moveTo>
                    <a:cubicBezTo>
                      <a:pt x="96533" y="86335"/>
                      <a:pt x="86737" y="77953"/>
                      <a:pt x="67145" y="77953"/>
                    </a:cubicBezTo>
                    <a:cubicBezTo>
                      <a:pt x="47553" y="77953"/>
                      <a:pt x="19592" y="93878"/>
                      <a:pt x="19592" y="141004"/>
                    </a:cubicBezTo>
                    <a:cubicBezTo>
                      <a:pt x="19592" y="178257"/>
                      <a:pt x="36140" y="204055"/>
                      <a:pt x="64958" y="204055"/>
                    </a:cubicBezTo>
                    <a:cubicBezTo>
                      <a:pt x="84264" y="204055"/>
                      <a:pt x="97484" y="190271"/>
                      <a:pt x="106044" y="177046"/>
                    </a:cubicBezTo>
                    <a:lnTo>
                      <a:pt x="106044" y="9546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</p:grpSp>
        <p:grpSp>
          <p:nvGrpSpPr>
            <p:cNvPr id="93" name="Graphic 17">
              <a:extLst>
                <a:ext uri="{FF2B5EF4-FFF2-40B4-BE49-F238E27FC236}">
                  <a16:creationId xmlns:a16="http://schemas.microsoft.com/office/drawing/2014/main" id="{203CA0CC-16E2-3402-A269-487056890B67}"/>
                </a:ext>
              </a:extLst>
            </p:cNvPr>
            <p:cNvGrpSpPr/>
            <p:nvPr/>
          </p:nvGrpSpPr>
          <p:grpSpPr>
            <a:xfrm>
              <a:off x="6465963" y="3289300"/>
              <a:ext cx="1730364" cy="282193"/>
              <a:chOff x="6465963" y="3289300"/>
              <a:chExt cx="1730364" cy="282193"/>
            </a:xfrm>
            <a:grpFill/>
          </p:grpSpPr>
          <p:sp>
            <p:nvSpPr>
              <p:cNvPr id="94" name="Freeform 93">
                <a:extLst>
                  <a:ext uri="{FF2B5EF4-FFF2-40B4-BE49-F238E27FC236}">
                    <a16:creationId xmlns:a16="http://schemas.microsoft.com/office/drawing/2014/main" id="{129F6DEE-D53D-B73A-7B67-0B9E13581D69}"/>
                  </a:ext>
                </a:extLst>
              </p:cNvPr>
              <p:cNvSpPr/>
              <p:nvPr/>
            </p:nvSpPr>
            <p:spPr>
              <a:xfrm>
                <a:off x="6465963" y="3355424"/>
                <a:ext cx="145512" cy="216069"/>
              </a:xfrm>
              <a:custGeom>
                <a:avLst/>
                <a:gdLst>
                  <a:gd name="connsiteX0" fmla="*/ 93204 w 145512"/>
                  <a:gd name="connsiteY0" fmla="*/ 161121 h 216069"/>
                  <a:gd name="connsiteX1" fmla="*/ 18451 w 145512"/>
                  <a:gd name="connsiteY1" fmla="*/ 216069 h 216069"/>
                  <a:gd name="connsiteX2" fmla="*/ 13220 w 145512"/>
                  <a:gd name="connsiteY2" fmla="*/ 189061 h 216069"/>
                  <a:gd name="connsiteX3" fmla="*/ 58871 w 145512"/>
                  <a:gd name="connsiteY3" fmla="*/ 159072 h 216069"/>
                  <a:gd name="connsiteX4" fmla="*/ 61914 w 145512"/>
                  <a:gd name="connsiteY4" fmla="*/ 149479 h 216069"/>
                  <a:gd name="connsiteX5" fmla="*/ 0 w 145512"/>
                  <a:gd name="connsiteY5" fmla="*/ 0 h 216069"/>
                  <a:gd name="connsiteX6" fmla="*/ 36426 w 145512"/>
                  <a:gd name="connsiteY6" fmla="*/ 0 h 216069"/>
                  <a:gd name="connsiteX7" fmla="*/ 63056 w 145512"/>
                  <a:gd name="connsiteY7" fmla="*/ 68453 h 216069"/>
                  <a:gd name="connsiteX8" fmla="*/ 78368 w 145512"/>
                  <a:gd name="connsiteY8" fmla="*/ 114368 h 216069"/>
                  <a:gd name="connsiteX9" fmla="*/ 111179 w 145512"/>
                  <a:gd name="connsiteY9" fmla="*/ 0 h 216069"/>
                  <a:gd name="connsiteX10" fmla="*/ 145513 w 145512"/>
                  <a:gd name="connsiteY10" fmla="*/ 0 h 216069"/>
                  <a:gd name="connsiteX11" fmla="*/ 93109 w 145512"/>
                  <a:gd name="connsiteY11" fmla="*/ 161214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5512" h="216069">
                    <a:moveTo>
                      <a:pt x="93204" y="161121"/>
                    </a:moveTo>
                    <a:cubicBezTo>
                      <a:pt x="80650" y="199492"/>
                      <a:pt x="52118" y="211878"/>
                      <a:pt x="18451" y="216069"/>
                    </a:cubicBezTo>
                    <a:lnTo>
                      <a:pt x="13220" y="189061"/>
                    </a:lnTo>
                    <a:cubicBezTo>
                      <a:pt x="37472" y="185428"/>
                      <a:pt x="53640" y="175277"/>
                      <a:pt x="58871" y="159072"/>
                    </a:cubicBezTo>
                    <a:lnTo>
                      <a:pt x="61914" y="149479"/>
                    </a:lnTo>
                    <a:lnTo>
                      <a:pt x="0" y="0"/>
                    </a:lnTo>
                    <a:lnTo>
                      <a:pt x="36426" y="0"/>
                    </a:lnTo>
                    <a:lnTo>
                      <a:pt x="63056" y="68453"/>
                    </a:lnTo>
                    <a:cubicBezTo>
                      <a:pt x="70379" y="87638"/>
                      <a:pt x="78368" y="114368"/>
                      <a:pt x="78368" y="114368"/>
                    </a:cubicBezTo>
                    <a:lnTo>
                      <a:pt x="111179" y="0"/>
                    </a:lnTo>
                    <a:lnTo>
                      <a:pt x="145513" y="0"/>
                    </a:lnTo>
                    <a:lnTo>
                      <a:pt x="93109" y="161214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95" name="Freeform 94">
                <a:extLst>
                  <a:ext uri="{FF2B5EF4-FFF2-40B4-BE49-F238E27FC236}">
                    <a16:creationId xmlns:a16="http://schemas.microsoft.com/office/drawing/2014/main" id="{C9FE5CFD-69DD-1289-96EA-9609DB673D30}"/>
                  </a:ext>
                </a:extLst>
              </p:cNvPr>
              <p:cNvSpPr/>
              <p:nvPr/>
            </p:nvSpPr>
            <p:spPr>
              <a:xfrm>
                <a:off x="6629927" y="3351140"/>
                <a:ext cx="147795" cy="158419"/>
              </a:xfrm>
              <a:custGeom>
                <a:avLst/>
                <a:gdLst>
                  <a:gd name="connsiteX0" fmla="*/ 73898 w 147795"/>
                  <a:gd name="connsiteY0" fmla="*/ 158420 h 158419"/>
                  <a:gd name="connsiteX1" fmla="*/ 0 w 147795"/>
                  <a:gd name="connsiteY1" fmla="*/ 78605 h 158419"/>
                  <a:gd name="connsiteX2" fmla="*/ 73898 w 147795"/>
                  <a:gd name="connsiteY2" fmla="*/ 0 h 158419"/>
                  <a:gd name="connsiteX3" fmla="*/ 147795 w 147795"/>
                  <a:gd name="connsiteY3" fmla="*/ 78605 h 158419"/>
                  <a:gd name="connsiteX4" fmla="*/ 73898 w 147795"/>
                  <a:gd name="connsiteY4" fmla="*/ 158420 h 158419"/>
                  <a:gd name="connsiteX5" fmla="*/ 73898 w 147795"/>
                  <a:gd name="connsiteY5" fmla="*/ 26357 h 158419"/>
                  <a:gd name="connsiteX6" fmla="*/ 34714 w 147795"/>
                  <a:gd name="connsiteY6" fmla="*/ 78605 h 158419"/>
                  <a:gd name="connsiteX7" fmla="*/ 73898 w 147795"/>
                  <a:gd name="connsiteY7" fmla="*/ 132063 h 158419"/>
                  <a:gd name="connsiteX8" fmla="*/ 113081 w 147795"/>
                  <a:gd name="connsiteY8" fmla="*/ 78605 h 158419"/>
                  <a:gd name="connsiteX9" fmla="*/ 73898 w 147795"/>
                  <a:gd name="connsiteY9" fmla="*/ 26357 h 158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7795" h="158419">
                    <a:moveTo>
                      <a:pt x="73898" y="158420"/>
                    </a:moveTo>
                    <a:cubicBezTo>
                      <a:pt x="26725" y="158420"/>
                      <a:pt x="0" y="124799"/>
                      <a:pt x="0" y="78605"/>
                    </a:cubicBezTo>
                    <a:cubicBezTo>
                      <a:pt x="0" y="32410"/>
                      <a:pt x="27581" y="0"/>
                      <a:pt x="73898" y="0"/>
                    </a:cubicBezTo>
                    <a:cubicBezTo>
                      <a:pt x="120214" y="0"/>
                      <a:pt x="147795" y="32410"/>
                      <a:pt x="147795" y="78605"/>
                    </a:cubicBezTo>
                    <a:cubicBezTo>
                      <a:pt x="147795" y="124799"/>
                      <a:pt x="120214" y="158420"/>
                      <a:pt x="73898" y="158420"/>
                    </a:cubicBezTo>
                    <a:close/>
                    <a:moveTo>
                      <a:pt x="73898" y="26357"/>
                    </a:moveTo>
                    <a:cubicBezTo>
                      <a:pt x="47838" y="26357"/>
                      <a:pt x="34714" y="47405"/>
                      <a:pt x="34714" y="78605"/>
                    </a:cubicBezTo>
                    <a:cubicBezTo>
                      <a:pt x="34714" y="109804"/>
                      <a:pt x="48504" y="132063"/>
                      <a:pt x="73898" y="132063"/>
                    </a:cubicBezTo>
                    <a:cubicBezTo>
                      <a:pt x="99291" y="132063"/>
                      <a:pt x="113081" y="109897"/>
                      <a:pt x="113081" y="78605"/>
                    </a:cubicBezTo>
                    <a:cubicBezTo>
                      <a:pt x="113081" y="47312"/>
                      <a:pt x="99005" y="26357"/>
                      <a:pt x="73898" y="26357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96" name="Freeform 95">
                <a:extLst>
                  <a:ext uri="{FF2B5EF4-FFF2-40B4-BE49-F238E27FC236}">
                    <a16:creationId xmlns:a16="http://schemas.microsoft.com/office/drawing/2014/main" id="{F8E61634-9F43-9D62-8898-8561F6F63460}"/>
                  </a:ext>
                </a:extLst>
              </p:cNvPr>
              <p:cNvSpPr/>
              <p:nvPr/>
            </p:nvSpPr>
            <p:spPr>
              <a:xfrm>
                <a:off x="6812911" y="3355331"/>
                <a:ext cx="127252" cy="153949"/>
              </a:xfrm>
              <a:custGeom>
                <a:avLst/>
                <a:gdLst>
                  <a:gd name="connsiteX0" fmla="*/ 99957 w 127252"/>
                  <a:gd name="connsiteY0" fmla="*/ 150038 h 153949"/>
                  <a:gd name="connsiteX1" fmla="*/ 97199 w 127252"/>
                  <a:gd name="connsiteY1" fmla="*/ 132622 h 153949"/>
                  <a:gd name="connsiteX2" fmla="*/ 53069 w 127252"/>
                  <a:gd name="connsiteY2" fmla="*/ 153949 h 153949"/>
                  <a:gd name="connsiteX3" fmla="*/ 0 w 127252"/>
                  <a:gd name="connsiteY3" fmla="*/ 95462 h 153949"/>
                  <a:gd name="connsiteX4" fmla="*/ 0 w 127252"/>
                  <a:gd name="connsiteY4" fmla="*/ 0 h 153949"/>
                  <a:gd name="connsiteX5" fmla="*/ 34048 w 127252"/>
                  <a:gd name="connsiteY5" fmla="*/ 0 h 153949"/>
                  <a:gd name="connsiteX6" fmla="*/ 34048 w 127252"/>
                  <a:gd name="connsiteY6" fmla="*/ 90619 h 153949"/>
                  <a:gd name="connsiteX7" fmla="*/ 60107 w 127252"/>
                  <a:gd name="connsiteY7" fmla="*/ 127220 h 153949"/>
                  <a:gd name="connsiteX8" fmla="*/ 91682 w 127252"/>
                  <a:gd name="connsiteY8" fmla="*/ 108035 h 153949"/>
                  <a:gd name="connsiteX9" fmla="*/ 91682 w 127252"/>
                  <a:gd name="connsiteY9" fmla="*/ 0 h 153949"/>
                  <a:gd name="connsiteX10" fmla="*/ 125731 w 127252"/>
                  <a:gd name="connsiteY10" fmla="*/ 0 h 153949"/>
                  <a:gd name="connsiteX11" fmla="*/ 125731 w 127252"/>
                  <a:gd name="connsiteY11" fmla="*/ 123029 h 153949"/>
                  <a:gd name="connsiteX12" fmla="*/ 127252 w 127252"/>
                  <a:gd name="connsiteY12" fmla="*/ 150038 h 153949"/>
                  <a:gd name="connsiteX13" fmla="*/ 99957 w 127252"/>
                  <a:gd name="connsiteY13" fmla="*/ 150038 h 153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7252" h="153949">
                    <a:moveTo>
                      <a:pt x="99957" y="150038"/>
                    </a:moveTo>
                    <a:lnTo>
                      <a:pt x="97199" y="132622"/>
                    </a:lnTo>
                    <a:cubicBezTo>
                      <a:pt x="86452" y="146126"/>
                      <a:pt x="71425" y="153949"/>
                      <a:pt x="53069" y="153949"/>
                    </a:cubicBezTo>
                    <a:cubicBezTo>
                      <a:pt x="15027" y="153949"/>
                      <a:pt x="0" y="131784"/>
                      <a:pt x="0" y="95462"/>
                    </a:cubicBezTo>
                    <a:lnTo>
                      <a:pt x="0" y="0"/>
                    </a:lnTo>
                    <a:lnTo>
                      <a:pt x="34048" y="0"/>
                    </a:lnTo>
                    <a:lnTo>
                      <a:pt x="34048" y="90619"/>
                    </a:lnTo>
                    <a:cubicBezTo>
                      <a:pt x="34048" y="117069"/>
                      <a:pt x="39850" y="127220"/>
                      <a:pt x="60107" y="127220"/>
                    </a:cubicBezTo>
                    <a:cubicBezTo>
                      <a:pt x="76085" y="127220"/>
                      <a:pt x="86452" y="115485"/>
                      <a:pt x="91682" y="108035"/>
                    </a:cubicBezTo>
                    <a:lnTo>
                      <a:pt x="91682" y="0"/>
                    </a:lnTo>
                    <a:lnTo>
                      <a:pt x="125731" y="0"/>
                    </a:lnTo>
                    <a:lnTo>
                      <a:pt x="125731" y="123029"/>
                    </a:lnTo>
                    <a:cubicBezTo>
                      <a:pt x="125731" y="128151"/>
                      <a:pt x="126967" y="144915"/>
                      <a:pt x="127252" y="150038"/>
                    </a:cubicBezTo>
                    <a:lnTo>
                      <a:pt x="99957" y="150038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97" name="Freeform 96">
                <a:extLst>
                  <a:ext uri="{FF2B5EF4-FFF2-40B4-BE49-F238E27FC236}">
                    <a16:creationId xmlns:a16="http://schemas.microsoft.com/office/drawing/2014/main" id="{72254182-CE66-4BDB-EAE6-BC52C1277189}"/>
                  </a:ext>
                </a:extLst>
              </p:cNvPr>
              <p:cNvSpPr/>
              <p:nvPr/>
            </p:nvSpPr>
            <p:spPr>
              <a:xfrm>
                <a:off x="6980013" y="3351140"/>
                <a:ext cx="93204" cy="154228"/>
              </a:xfrm>
              <a:custGeom>
                <a:avLst/>
                <a:gdLst>
                  <a:gd name="connsiteX0" fmla="*/ 83123 w 93204"/>
                  <a:gd name="connsiteY0" fmla="*/ 37160 h 154228"/>
                  <a:gd name="connsiteX1" fmla="*/ 68381 w 93204"/>
                  <a:gd name="connsiteY1" fmla="*/ 32690 h 154228"/>
                  <a:gd name="connsiteX2" fmla="*/ 35570 w 93204"/>
                  <a:gd name="connsiteY2" fmla="*/ 56066 h 154228"/>
                  <a:gd name="connsiteX3" fmla="*/ 35570 w 93204"/>
                  <a:gd name="connsiteY3" fmla="*/ 154229 h 154228"/>
                  <a:gd name="connsiteX4" fmla="*/ 1521 w 93204"/>
                  <a:gd name="connsiteY4" fmla="*/ 154229 h 154228"/>
                  <a:gd name="connsiteX5" fmla="*/ 1521 w 93204"/>
                  <a:gd name="connsiteY5" fmla="*/ 32410 h 154228"/>
                  <a:gd name="connsiteX6" fmla="*/ 0 w 93204"/>
                  <a:gd name="connsiteY6" fmla="*/ 4191 h 154228"/>
                  <a:gd name="connsiteX7" fmla="*/ 26059 w 93204"/>
                  <a:gd name="connsiteY7" fmla="*/ 4191 h 154228"/>
                  <a:gd name="connsiteX8" fmla="*/ 28817 w 93204"/>
                  <a:gd name="connsiteY8" fmla="*/ 29710 h 154228"/>
                  <a:gd name="connsiteX9" fmla="*/ 77892 w 93204"/>
                  <a:gd name="connsiteY9" fmla="*/ 0 h 154228"/>
                  <a:gd name="connsiteX10" fmla="*/ 93204 w 93204"/>
                  <a:gd name="connsiteY10" fmla="*/ 2421 h 154228"/>
                  <a:gd name="connsiteX11" fmla="*/ 83123 w 93204"/>
                  <a:gd name="connsiteY11" fmla="*/ 37253 h 1542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93204" h="154228">
                    <a:moveTo>
                      <a:pt x="83123" y="37160"/>
                    </a:moveTo>
                    <a:cubicBezTo>
                      <a:pt x="78177" y="34180"/>
                      <a:pt x="73898" y="32690"/>
                      <a:pt x="68381" y="32690"/>
                    </a:cubicBezTo>
                    <a:cubicBezTo>
                      <a:pt x="53640" y="32690"/>
                      <a:pt x="44129" y="42934"/>
                      <a:pt x="35570" y="56066"/>
                    </a:cubicBezTo>
                    <a:lnTo>
                      <a:pt x="35570" y="154229"/>
                    </a:lnTo>
                    <a:lnTo>
                      <a:pt x="1521" y="154229"/>
                    </a:lnTo>
                    <a:lnTo>
                      <a:pt x="1521" y="32410"/>
                    </a:lnTo>
                    <a:cubicBezTo>
                      <a:pt x="1521" y="27288"/>
                      <a:pt x="285" y="9313"/>
                      <a:pt x="0" y="4191"/>
                    </a:cubicBezTo>
                    <a:lnTo>
                      <a:pt x="26059" y="4191"/>
                    </a:lnTo>
                    <a:lnTo>
                      <a:pt x="28817" y="29710"/>
                    </a:lnTo>
                    <a:cubicBezTo>
                      <a:pt x="37091" y="14063"/>
                      <a:pt x="51452" y="0"/>
                      <a:pt x="77892" y="0"/>
                    </a:cubicBezTo>
                    <a:cubicBezTo>
                      <a:pt x="83123" y="0"/>
                      <a:pt x="88924" y="931"/>
                      <a:pt x="93204" y="2421"/>
                    </a:cubicBezTo>
                    <a:lnTo>
                      <a:pt x="83123" y="37253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98" name="Freeform 97">
                <a:extLst>
                  <a:ext uri="{FF2B5EF4-FFF2-40B4-BE49-F238E27FC236}">
                    <a16:creationId xmlns:a16="http://schemas.microsoft.com/office/drawing/2014/main" id="{D84BABCF-9622-7B11-58FA-664EED692ABF}"/>
                  </a:ext>
                </a:extLst>
              </p:cNvPr>
              <p:cNvSpPr/>
              <p:nvPr/>
            </p:nvSpPr>
            <p:spPr>
              <a:xfrm>
                <a:off x="7192956" y="3351140"/>
                <a:ext cx="218744" cy="154321"/>
              </a:xfrm>
              <a:custGeom>
                <a:avLst/>
                <a:gdLst>
                  <a:gd name="connsiteX0" fmla="*/ 184982 w 218744"/>
                  <a:gd name="connsiteY0" fmla="*/ 154229 h 154321"/>
                  <a:gd name="connsiteX1" fmla="*/ 184982 w 218744"/>
                  <a:gd name="connsiteY1" fmla="*/ 67242 h 154321"/>
                  <a:gd name="connsiteX2" fmla="*/ 157972 w 218744"/>
                  <a:gd name="connsiteY2" fmla="*/ 27288 h 154321"/>
                  <a:gd name="connsiteX3" fmla="*/ 126682 w 218744"/>
                  <a:gd name="connsiteY3" fmla="*/ 47405 h 154321"/>
                  <a:gd name="connsiteX4" fmla="*/ 127252 w 218744"/>
                  <a:gd name="connsiteY4" fmla="*/ 57277 h 154321"/>
                  <a:gd name="connsiteX5" fmla="*/ 127252 w 218744"/>
                  <a:gd name="connsiteY5" fmla="*/ 154229 h 154321"/>
                  <a:gd name="connsiteX6" fmla="*/ 93204 w 218744"/>
                  <a:gd name="connsiteY6" fmla="*/ 154229 h 154321"/>
                  <a:gd name="connsiteX7" fmla="*/ 93204 w 218744"/>
                  <a:gd name="connsiteY7" fmla="*/ 67522 h 154321"/>
                  <a:gd name="connsiteX8" fmla="*/ 66194 w 218744"/>
                  <a:gd name="connsiteY8" fmla="*/ 27288 h 154321"/>
                  <a:gd name="connsiteX9" fmla="*/ 35570 w 218744"/>
                  <a:gd name="connsiteY9" fmla="*/ 47405 h 154321"/>
                  <a:gd name="connsiteX10" fmla="*/ 35570 w 218744"/>
                  <a:gd name="connsiteY10" fmla="*/ 154229 h 154321"/>
                  <a:gd name="connsiteX11" fmla="*/ 1522 w 218744"/>
                  <a:gd name="connsiteY11" fmla="*/ 154229 h 154321"/>
                  <a:gd name="connsiteX12" fmla="*/ 1522 w 218744"/>
                  <a:gd name="connsiteY12" fmla="*/ 31200 h 154321"/>
                  <a:gd name="connsiteX13" fmla="*/ 0 w 218744"/>
                  <a:gd name="connsiteY13" fmla="*/ 4191 h 154321"/>
                  <a:gd name="connsiteX14" fmla="*/ 26630 w 218744"/>
                  <a:gd name="connsiteY14" fmla="*/ 4191 h 154321"/>
                  <a:gd name="connsiteX15" fmla="*/ 29958 w 218744"/>
                  <a:gd name="connsiteY15" fmla="*/ 22818 h 154321"/>
                  <a:gd name="connsiteX16" fmla="*/ 72281 w 218744"/>
                  <a:gd name="connsiteY16" fmla="*/ 0 h 154321"/>
                  <a:gd name="connsiteX17" fmla="*/ 118217 w 218744"/>
                  <a:gd name="connsiteY17" fmla="*/ 24028 h 154321"/>
                  <a:gd name="connsiteX18" fmla="*/ 164154 w 218744"/>
                  <a:gd name="connsiteY18" fmla="*/ 0 h 154321"/>
                  <a:gd name="connsiteX19" fmla="*/ 218745 w 218744"/>
                  <a:gd name="connsiteY19" fmla="*/ 68453 h 154321"/>
                  <a:gd name="connsiteX20" fmla="*/ 218745 w 218744"/>
                  <a:gd name="connsiteY20" fmla="*/ 154322 h 154321"/>
                  <a:gd name="connsiteX21" fmla="*/ 184697 w 218744"/>
                  <a:gd name="connsiteY21" fmla="*/ 154322 h 1543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18744" h="154321">
                    <a:moveTo>
                      <a:pt x="184982" y="154229"/>
                    </a:moveTo>
                    <a:lnTo>
                      <a:pt x="184982" y="67242"/>
                    </a:lnTo>
                    <a:cubicBezTo>
                      <a:pt x="184982" y="42655"/>
                      <a:pt x="179180" y="27288"/>
                      <a:pt x="157972" y="27288"/>
                    </a:cubicBezTo>
                    <a:cubicBezTo>
                      <a:pt x="144181" y="27288"/>
                      <a:pt x="133719" y="37160"/>
                      <a:pt x="126682" y="47405"/>
                    </a:cubicBezTo>
                    <a:cubicBezTo>
                      <a:pt x="126967" y="50106"/>
                      <a:pt x="127252" y="54297"/>
                      <a:pt x="127252" y="57277"/>
                    </a:cubicBezTo>
                    <a:lnTo>
                      <a:pt x="127252" y="154229"/>
                    </a:lnTo>
                    <a:lnTo>
                      <a:pt x="93204" y="154229"/>
                    </a:lnTo>
                    <a:lnTo>
                      <a:pt x="93204" y="67522"/>
                    </a:lnTo>
                    <a:cubicBezTo>
                      <a:pt x="93204" y="41724"/>
                      <a:pt x="88639" y="27288"/>
                      <a:pt x="66194" y="27288"/>
                    </a:cubicBezTo>
                    <a:cubicBezTo>
                      <a:pt x="53355" y="27288"/>
                      <a:pt x="42322" y="38092"/>
                      <a:pt x="35570" y="47405"/>
                    </a:cubicBezTo>
                    <a:lnTo>
                      <a:pt x="35570" y="154229"/>
                    </a:lnTo>
                    <a:lnTo>
                      <a:pt x="1522" y="154229"/>
                    </a:lnTo>
                    <a:lnTo>
                      <a:pt x="1522" y="31200"/>
                    </a:lnTo>
                    <a:cubicBezTo>
                      <a:pt x="1522" y="26077"/>
                      <a:pt x="285" y="9313"/>
                      <a:pt x="0" y="4191"/>
                    </a:cubicBezTo>
                    <a:lnTo>
                      <a:pt x="26630" y="4191"/>
                    </a:lnTo>
                    <a:lnTo>
                      <a:pt x="29958" y="22818"/>
                    </a:lnTo>
                    <a:cubicBezTo>
                      <a:pt x="40991" y="9872"/>
                      <a:pt x="55067" y="0"/>
                      <a:pt x="72281" y="0"/>
                    </a:cubicBezTo>
                    <a:cubicBezTo>
                      <a:pt x="96153" y="0"/>
                      <a:pt x="109087" y="9034"/>
                      <a:pt x="118217" y="24028"/>
                    </a:cubicBezTo>
                    <a:cubicBezTo>
                      <a:pt x="128013" y="11083"/>
                      <a:pt x="142755" y="0"/>
                      <a:pt x="164154" y="0"/>
                    </a:cubicBezTo>
                    <a:cubicBezTo>
                      <a:pt x="202481" y="0"/>
                      <a:pt x="218745" y="20676"/>
                      <a:pt x="218745" y="68453"/>
                    </a:cubicBezTo>
                    <a:lnTo>
                      <a:pt x="218745" y="154322"/>
                    </a:lnTo>
                    <a:lnTo>
                      <a:pt x="184697" y="15432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99" name="Freeform 98">
                <a:extLst>
                  <a:ext uri="{FF2B5EF4-FFF2-40B4-BE49-F238E27FC236}">
                    <a16:creationId xmlns:a16="http://schemas.microsoft.com/office/drawing/2014/main" id="{004FF60E-219A-BDFD-71ED-5A876EA7D49B}"/>
                  </a:ext>
                </a:extLst>
              </p:cNvPr>
              <p:cNvSpPr/>
              <p:nvPr/>
            </p:nvSpPr>
            <p:spPr>
              <a:xfrm>
                <a:off x="7454879" y="3289300"/>
                <a:ext cx="36425" cy="216069"/>
              </a:xfrm>
              <a:custGeom>
                <a:avLst/>
                <a:gdLst>
                  <a:gd name="connsiteX0" fmla="*/ 0 w 36425"/>
                  <a:gd name="connsiteY0" fmla="*/ 32969 h 216069"/>
                  <a:gd name="connsiteX1" fmla="*/ 0 w 36425"/>
                  <a:gd name="connsiteY1" fmla="*/ 0 h 216069"/>
                  <a:gd name="connsiteX2" fmla="*/ 36426 w 36425"/>
                  <a:gd name="connsiteY2" fmla="*/ 0 h 216069"/>
                  <a:gd name="connsiteX3" fmla="*/ 36426 w 36425"/>
                  <a:gd name="connsiteY3" fmla="*/ 32969 h 216069"/>
                  <a:gd name="connsiteX4" fmla="*/ 0 w 36425"/>
                  <a:gd name="connsiteY4" fmla="*/ 32969 h 216069"/>
                  <a:gd name="connsiteX5" fmla="*/ 1236 w 36425"/>
                  <a:gd name="connsiteY5" fmla="*/ 216069 h 216069"/>
                  <a:gd name="connsiteX6" fmla="*/ 1236 w 36425"/>
                  <a:gd name="connsiteY6" fmla="*/ 66032 h 216069"/>
                  <a:gd name="connsiteX7" fmla="*/ 35284 w 36425"/>
                  <a:gd name="connsiteY7" fmla="*/ 66032 h 216069"/>
                  <a:gd name="connsiteX8" fmla="*/ 35284 w 36425"/>
                  <a:gd name="connsiteY8" fmla="*/ 216069 h 216069"/>
                  <a:gd name="connsiteX9" fmla="*/ 1236 w 36425"/>
                  <a:gd name="connsiteY9" fmla="*/ 216069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6425" h="216069">
                    <a:moveTo>
                      <a:pt x="0" y="32969"/>
                    </a:moveTo>
                    <a:lnTo>
                      <a:pt x="0" y="0"/>
                    </a:lnTo>
                    <a:lnTo>
                      <a:pt x="36426" y="0"/>
                    </a:lnTo>
                    <a:lnTo>
                      <a:pt x="36426" y="32969"/>
                    </a:lnTo>
                    <a:lnTo>
                      <a:pt x="0" y="32969"/>
                    </a:lnTo>
                    <a:close/>
                    <a:moveTo>
                      <a:pt x="1236" y="216069"/>
                    </a:moveTo>
                    <a:lnTo>
                      <a:pt x="1236" y="66032"/>
                    </a:lnTo>
                    <a:lnTo>
                      <a:pt x="35284" y="66032"/>
                    </a:lnTo>
                    <a:lnTo>
                      <a:pt x="35284" y="216069"/>
                    </a:lnTo>
                    <a:lnTo>
                      <a:pt x="1236" y="21606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00" name="Freeform 99">
                <a:extLst>
                  <a:ext uri="{FF2B5EF4-FFF2-40B4-BE49-F238E27FC236}">
                    <a16:creationId xmlns:a16="http://schemas.microsoft.com/office/drawing/2014/main" id="{E0B45FBE-BD96-1FBB-B779-0866C4520A43}"/>
                  </a:ext>
                </a:extLst>
              </p:cNvPr>
              <p:cNvSpPr/>
              <p:nvPr/>
            </p:nvSpPr>
            <p:spPr>
              <a:xfrm>
                <a:off x="7520502" y="3351326"/>
                <a:ext cx="120689" cy="157954"/>
              </a:xfrm>
              <a:custGeom>
                <a:avLst/>
                <a:gdLst>
                  <a:gd name="connsiteX0" fmla="*/ 61914 w 120689"/>
                  <a:gd name="connsiteY0" fmla="*/ 157954 h 157954"/>
                  <a:gd name="connsiteX1" fmla="*/ 0 w 120689"/>
                  <a:gd name="connsiteY1" fmla="*/ 139048 h 157954"/>
                  <a:gd name="connsiteX2" fmla="*/ 15598 w 120689"/>
                  <a:gd name="connsiteY2" fmla="*/ 115299 h 157954"/>
                  <a:gd name="connsiteX3" fmla="*/ 60678 w 120689"/>
                  <a:gd name="connsiteY3" fmla="*/ 131784 h 157954"/>
                  <a:gd name="connsiteX4" fmla="*/ 85786 w 120689"/>
                  <a:gd name="connsiteY4" fmla="*/ 115020 h 157954"/>
                  <a:gd name="connsiteX5" fmla="*/ 55732 w 120689"/>
                  <a:gd name="connsiteY5" fmla="*/ 91271 h 157954"/>
                  <a:gd name="connsiteX6" fmla="*/ 6372 w 120689"/>
                  <a:gd name="connsiteY6" fmla="*/ 44145 h 157954"/>
                  <a:gd name="connsiteX7" fmla="*/ 64577 w 120689"/>
                  <a:gd name="connsiteY7" fmla="*/ 0 h 157954"/>
                  <a:gd name="connsiteX8" fmla="*/ 118788 w 120689"/>
                  <a:gd name="connsiteY8" fmla="*/ 16205 h 157954"/>
                  <a:gd name="connsiteX9" fmla="*/ 104427 w 120689"/>
                  <a:gd name="connsiteY9" fmla="*/ 39302 h 157954"/>
                  <a:gd name="connsiteX10" fmla="*/ 65528 w 120689"/>
                  <a:gd name="connsiteY10" fmla="*/ 26077 h 157954"/>
                  <a:gd name="connsiteX11" fmla="*/ 41276 w 120689"/>
                  <a:gd name="connsiteY11" fmla="*/ 41724 h 157954"/>
                  <a:gd name="connsiteX12" fmla="*/ 75895 w 120689"/>
                  <a:gd name="connsiteY12" fmla="*/ 64821 h 157954"/>
                  <a:gd name="connsiteX13" fmla="*/ 120690 w 120689"/>
                  <a:gd name="connsiteY13" fmla="*/ 113716 h 157954"/>
                  <a:gd name="connsiteX14" fmla="*/ 61819 w 120689"/>
                  <a:gd name="connsiteY14" fmla="*/ 157861 h 157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0689" h="157954">
                    <a:moveTo>
                      <a:pt x="61914" y="157954"/>
                    </a:moveTo>
                    <a:cubicBezTo>
                      <a:pt x="33097" y="157954"/>
                      <a:pt x="16263" y="149572"/>
                      <a:pt x="0" y="139048"/>
                    </a:cubicBezTo>
                    <a:lnTo>
                      <a:pt x="15598" y="115299"/>
                    </a:lnTo>
                    <a:cubicBezTo>
                      <a:pt x="28817" y="124612"/>
                      <a:pt x="44129" y="131784"/>
                      <a:pt x="60678" y="131784"/>
                    </a:cubicBezTo>
                    <a:cubicBezTo>
                      <a:pt x="77226" y="131784"/>
                      <a:pt x="85786" y="124612"/>
                      <a:pt x="85786" y="115020"/>
                    </a:cubicBezTo>
                    <a:cubicBezTo>
                      <a:pt x="85786" y="101795"/>
                      <a:pt x="76941" y="96672"/>
                      <a:pt x="55732" y="91271"/>
                    </a:cubicBezTo>
                    <a:cubicBezTo>
                      <a:pt x="32146" y="85310"/>
                      <a:pt x="6372" y="73855"/>
                      <a:pt x="6372" y="44145"/>
                    </a:cubicBezTo>
                    <a:cubicBezTo>
                      <a:pt x="6372" y="16578"/>
                      <a:pt x="30244" y="0"/>
                      <a:pt x="64577" y="0"/>
                    </a:cubicBezTo>
                    <a:cubicBezTo>
                      <a:pt x="86356" y="0"/>
                      <a:pt x="101669" y="4191"/>
                      <a:pt x="118788" y="16205"/>
                    </a:cubicBezTo>
                    <a:lnTo>
                      <a:pt x="104427" y="39302"/>
                    </a:lnTo>
                    <a:cubicBezTo>
                      <a:pt x="91207" y="29430"/>
                      <a:pt x="74659" y="26077"/>
                      <a:pt x="65528" y="26077"/>
                    </a:cubicBezTo>
                    <a:cubicBezTo>
                      <a:pt x="48029" y="26077"/>
                      <a:pt x="41276" y="32410"/>
                      <a:pt x="41276" y="41724"/>
                    </a:cubicBezTo>
                    <a:cubicBezTo>
                      <a:pt x="41276" y="54669"/>
                      <a:pt x="52594" y="58488"/>
                      <a:pt x="75895" y="64821"/>
                    </a:cubicBezTo>
                    <a:cubicBezTo>
                      <a:pt x="95487" y="69943"/>
                      <a:pt x="120690" y="80095"/>
                      <a:pt x="120690" y="113716"/>
                    </a:cubicBezTo>
                    <a:cubicBezTo>
                      <a:pt x="120690" y="144915"/>
                      <a:pt x="90922" y="157861"/>
                      <a:pt x="61819" y="157861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01" name="Freeform 100">
                <a:extLst>
                  <a:ext uri="{FF2B5EF4-FFF2-40B4-BE49-F238E27FC236}">
                    <a16:creationId xmlns:a16="http://schemas.microsoft.com/office/drawing/2014/main" id="{F630B30F-B5AD-7A8B-15A8-B42F0D9466FD}"/>
                  </a:ext>
                </a:extLst>
              </p:cNvPr>
              <p:cNvSpPr/>
              <p:nvPr/>
            </p:nvSpPr>
            <p:spPr>
              <a:xfrm>
                <a:off x="7658502" y="3351326"/>
                <a:ext cx="120689" cy="157954"/>
              </a:xfrm>
              <a:custGeom>
                <a:avLst/>
                <a:gdLst>
                  <a:gd name="connsiteX0" fmla="*/ 61914 w 120689"/>
                  <a:gd name="connsiteY0" fmla="*/ 157954 h 157954"/>
                  <a:gd name="connsiteX1" fmla="*/ 0 w 120689"/>
                  <a:gd name="connsiteY1" fmla="*/ 139048 h 157954"/>
                  <a:gd name="connsiteX2" fmla="*/ 15597 w 120689"/>
                  <a:gd name="connsiteY2" fmla="*/ 115299 h 157954"/>
                  <a:gd name="connsiteX3" fmla="*/ 60678 w 120689"/>
                  <a:gd name="connsiteY3" fmla="*/ 131784 h 157954"/>
                  <a:gd name="connsiteX4" fmla="*/ 85786 w 120689"/>
                  <a:gd name="connsiteY4" fmla="*/ 115020 h 157954"/>
                  <a:gd name="connsiteX5" fmla="*/ 55732 w 120689"/>
                  <a:gd name="connsiteY5" fmla="*/ 91271 h 157954"/>
                  <a:gd name="connsiteX6" fmla="*/ 6372 w 120689"/>
                  <a:gd name="connsiteY6" fmla="*/ 44145 h 157954"/>
                  <a:gd name="connsiteX7" fmla="*/ 64577 w 120689"/>
                  <a:gd name="connsiteY7" fmla="*/ 0 h 157954"/>
                  <a:gd name="connsiteX8" fmla="*/ 118788 w 120689"/>
                  <a:gd name="connsiteY8" fmla="*/ 16205 h 157954"/>
                  <a:gd name="connsiteX9" fmla="*/ 104427 w 120689"/>
                  <a:gd name="connsiteY9" fmla="*/ 39302 h 157954"/>
                  <a:gd name="connsiteX10" fmla="*/ 65528 w 120689"/>
                  <a:gd name="connsiteY10" fmla="*/ 26077 h 157954"/>
                  <a:gd name="connsiteX11" fmla="*/ 41276 w 120689"/>
                  <a:gd name="connsiteY11" fmla="*/ 41724 h 157954"/>
                  <a:gd name="connsiteX12" fmla="*/ 75895 w 120689"/>
                  <a:gd name="connsiteY12" fmla="*/ 64821 h 157954"/>
                  <a:gd name="connsiteX13" fmla="*/ 120690 w 120689"/>
                  <a:gd name="connsiteY13" fmla="*/ 113716 h 157954"/>
                  <a:gd name="connsiteX14" fmla="*/ 61819 w 120689"/>
                  <a:gd name="connsiteY14" fmla="*/ 157861 h 157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0689" h="157954">
                    <a:moveTo>
                      <a:pt x="61914" y="157954"/>
                    </a:moveTo>
                    <a:cubicBezTo>
                      <a:pt x="33097" y="157954"/>
                      <a:pt x="16263" y="149572"/>
                      <a:pt x="0" y="139048"/>
                    </a:cubicBezTo>
                    <a:lnTo>
                      <a:pt x="15597" y="115299"/>
                    </a:lnTo>
                    <a:cubicBezTo>
                      <a:pt x="28817" y="124612"/>
                      <a:pt x="44129" y="131784"/>
                      <a:pt x="60678" y="131784"/>
                    </a:cubicBezTo>
                    <a:cubicBezTo>
                      <a:pt x="77226" y="131784"/>
                      <a:pt x="85786" y="124612"/>
                      <a:pt x="85786" y="115020"/>
                    </a:cubicBezTo>
                    <a:cubicBezTo>
                      <a:pt x="85786" y="101795"/>
                      <a:pt x="76941" y="96672"/>
                      <a:pt x="55732" y="91271"/>
                    </a:cubicBezTo>
                    <a:cubicBezTo>
                      <a:pt x="32146" y="85310"/>
                      <a:pt x="6372" y="73855"/>
                      <a:pt x="6372" y="44145"/>
                    </a:cubicBezTo>
                    <a:cubicBezTo>
                      <a:pt x="6372" y="16578"/>
                      <a:pt x="30244" y="0"/>
                      <a:pt x="64577" y="0"/>
                    </a:cubicBezTo>
                    <a:cubicBezTo>
                      <a:pt x="86356" y="0"/>
                      <a:pt x="101669" y="4191"/>
                      <a:pt x="118788" y="16205"/>
                    </a:cubicBezTo>
                    <a:lnTo>
                      <a:pt x="104427" y="39302"/>
                    </a:lnTo>
                    <a:cubicBezTo>
                      <a:pt x="91207" y="29430"/>
                      <a:pt x="74659" y="26077"/>
                      <a:pt x="65528" y="26077"/>
                    </a:cubicBezTo>
                    <a:cubicBezTo>
                      <a:pt x="48029" y="26077"/>
                      <a:pt x="41276" y="32410"/>
                      <a:pt x="41276" y="41724"/>
                    </a:cubicBezTo>
                    <a:cubicBezTo>
                      <a:pt x="41276" y="54669"/>
                      <a:pt x="52594" y="58488"/>
                      <a:pt x="75895" y="64821"/>
                    </a:cubicBezTo>
                    <a:cubicBezTo>
                      <a:pt x="95487" y="69943"/>
                      <a:pt x="120690" y="80095"/>
                      <a:pt x="120690" y="113716"/>
                    </a:cubicBezTo>
                    <a:cubicBezTo>
                      <a:pt x="120690" y="144915"/>
                      <a:pt x="90922" y="157861"/>
                      <a:pt x="61819" y="157861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02" name="Freeform 101">
                <a:extLst>
                  <a:ext uri="{FF2B5EF4-FFF2-40B4-BE49-F238E27FC236}">
                    <a16:creationId xmlns:a16="http://schemas.microsoft.com/office/drawing/2014/main" id="{B24B97D9-B407-7306-3312-638F28834BF7}"/>
                  </a:ext>
                </a:extLst>
              </p:cNvPr>
              <p:cNvSpPr/>
              <p:nvPr/>
            </p:nvSpPr>
            <p:spPr>
              <a:xfrm>
                <a:off x="7812954" y="3289300"/>
                <a:ext cx="36425" cy="216069"/>
              </a:xfrm>
              <a:custGeom>
                <a:avLst/>
                <a:gdLst>
                  <a:gd name="connsiteX0" fmla="*/ 0 w 36425"/>
                  <a:gd name="connsiteY0" fmla="*/ 32969 h 216069"/>
                  <a:gd name="connsiteX1" fmla="*/ 0 w 36425"/>
                  <a:gd name="connsiteY1" fmla="*/ 0 h 216069"/>
                  <a:gd name="connsiteX2" fmla="*/ 36426 w 36425"/>
                  <a:gd name="connsiteY2" fmla="*/ 0 h 216069"/>
                  <a:gd name="connsiteX3" fmla="*/ 36426 w 36425"/>
                  <a:gd name="connsiteY3" fmla="*/ 32969 h 216069"/>
                  <a:gd name="connsiteX4" fmla="*/ 0 w 36425"/>
                  <a:gd name="connsiteY4" fmla="*/ 32969 h 216069"/>
                  <a:gd name="connsiteX5" fmla="*/ 1236 w 36425"/>
                  <a:gd name="connsiteY5" fmla="*/ 216069 h 216069"/>
                  <a:gd name="connsiteX6" fmla="*/ 1236 w 36425"/>
                  <a:gd name="connsiteY6" fmla="*/ 66032 h 216069"/>
                  <a:gd name="connsiteX7" fmla="*/ 35284 w 36425"/>
                  <a:gd name="connsiteY7" fmla="*/ 66032 h 216069"/>
                  <a:gd name="connsiteX8" fmla="*/ 35284 w 36425"/>
                  <a:gd name="connsiteY8" fmla="*/ 216069 h 216069"/>
                  <a:gd name="connsiteX9" fmla="*/ 1236 w 36425"/>
                  <a:gd name="connsiteY9" fmla="*/ 216069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6425" h="216069">
                    <a:moveTo>
                      <a:pt x="0" y="32969"/>
                    </a:moveTo>
                    <a:lnTo>
                      <a:pt x="0" y="0"/>
                    </a:lnTo>
                    <a:lnTo>
                      <a:pt x="36426" y="0"/>
                    </a:lnTo>
                    <a:lnTo>
                      <a:pt x="36426" y="32969"/>
                    </a:lnTo>
                    <a:lnTo>
                      <a:pt x="0" y="32969"/>
                    </a:lnTo>
                    <a:close/>
                    <a:moveTo>
                      <a:pt x="1236" y="216069"/>
                    </a:moveTo>
                    <a:lnTo>
                      <a:pt x="1236" y="66032"/>
                    </a:lnTo>
                    <a:lnTo>
                      <a:pt x="35284" y="66032"/>
                    </a:lnTo>
                    <a:lnTo>
                      <a:pt x="35284" y="216069"/>
                    </a:lnTo>
                    <a:lnTo>
                      <a:pt x="1236" y="21606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03" name="Freeform 102">
                <a:extLst>
                  <a:ext uri="{FF2B5EF4-FFF2-40B4-BE49-F238E27FC236}">
                    <a16:creationId xmlns:a16="http://schemas.microsoft.com/office/drawing/2014/main" id="{98A21CBB-C40C-0A05-FA18-36EE5BCA8CA7}"/>
                  </a:ext>
                </a:extLst>
              </p:cNvPr>
              <p:cNvSpPr/>
              <p:nvPr/>
            </p:nvSpPr>
            <p:spPr>
              <a:xfrm>
                <a:off x="7884664" y="3351140"/>
                <a:ext cx="147795" cy="158419"/>
              </a:xfrm>
              <a:custGeom>
                <a:avLst/>
                <a:gdLst>
                  <a:gd name="connsiteX0" fmla="*/ 73898 w 147795"/>
                  <a:gd name="connsiteY0" fmla="*/ 158420 h 158419"/>
                  <a:gd name="connsiteX1" fmla="*/ 0 w 147795"/>
                  <a:gd name="connsiteY1" fmla="*/ 78605 h 158419"/>
                  <a:gd name="connsiteX2" fmla="*/ 73898 w 147795"/>
                  <a:gd name="connsiteY2" fmla="*/ 0 h 158419"/>
                  <a:gd name="connsiteX3" fmla="*/ 147795 w 147795"/>
                  <a:gd name="connsiteY3" fmla="*/ 78605 h 158419"/>
                  <a:gd name="connsiteX4" fmla="*/ 73898 w 147795"/>
                  <a:gd name="connsiteY4" fmla="*/ 158420 h 158419"/>
                  <a:gd name="connsiteX5" fmla="*/ 73898 w 147795"/>
                  <a:gd name="connsiteY5" fmla="*/ 26357 h 158419"/>
                  <a:gd name="connsiteX6" fmla="*/ 34714 w 147795"/>
                  <a:gd name="connsiteY6" fmla="*/ 78605 h 158419"/>
                  <a:gd name="connsiteX7" fmla="*/ 73898 w 147795"/>
                  <a:gd name="connsiteY7" fmla="*/ 132063 h 158419"/>
                  <a:gd name="connsiteX8" fmla="*/ 113081 w 147795"/>
                  <a:gd name="connsiteY8" fmla="*/ 78605 h 158419"/>
                  <a:gd name="connsiteX9" fmla="*/ 73898 w 147795"/>
                  <a:gd name="connsiteY9" fmla="*/ 26357 h 158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7795" h="158419">
                    <a:moveTo>
                      <a:pt x="73898" y="158420"/>
                    </a:moveTo>
                    <a:cubicBezTo>
                      <a:pt x="26725" y="158420"/>
                      <a:pt x="0" y="124799"/>
                      <a:pt x="0" y="78605"/>
                    </a:cubicBezTo>
                    <a:cubicBezTo>
                      <a:pt x="0" y="32410"/>
                      <a:pt x="27581" y="0"/>
                      <a:pt x="73898" y="0"/>
                    </a:cubicBezTo>
                    <a:cubicBezTo>
                      <a:pt x="120214" y="0"/>
                      <a:pt x="147795" y="32410"/>
                      <a:pt x="147795" y="78605"/>
                    </a:cubicBezTo>
                    <a:cubicBezTo>
                      <a:pt x="147795" y="124799"/>
                      <a:pt x="120214" y="158420"/>
                      <a:pt x="73898" y="158420"/>
                    </a:cubicBezTo>
                    <a:close/>
                    <a:moveTo>
                      <a:pt x="73898" y="26357"/>
                    </a:moveTo>
                    <a:cubicBezTo>
                      <a:pt x="47838" y="26357"/>
                      <a:pt x="34714" y="47405"/>
                      <a:pt x="34714" y="78605"/>
                    </a:cubicBezTo>
                    <a:cubicBezTo>
                      <a:pt x="34714" y="109804"/>
                      <a:pt x="48504" y="132063"/>
                      <a:pt x="73898" y="132063"/>
                    </a:cubicBezTo>
                    <a:cubicBezTo>
                      <a:pt x="99291" y="132063"/>
                      <a:pt x="113081" y="109897"/>
                      <a:pt x="113081" y="78605"/>
                    </a:cubicBezTo>
                    <a:cubicBezTo>
                      <a:pt x="113081" y="47312"/>
                      <a:pt x="99006" y="26357"/>
                      <a:pt x="73898" y="26357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04" name="Freeform 103">
                <a:extLst>
                  <a:ext uri="{FF2B5EF4-FFF2-40B4-BE49-F238E27FC236}">
                    <a16:creationId xmlns:a16="http://schemas.microsoft.com/office/drawing/2014/main" id="{169ACFD3-18AB-FE19-69FE-3A8E7974E063}"/>
                  </a:ext>
                </a:extLst>
              </p:cNvPr>
              <p:cNvSpPr/>
              <p:nvPr/>
            </p:nvSpPr>
            <p:spPr>
              <a:xfrm>
                <a:off x="8066222" y="3351140"/>
                <a:ext cx="130105" cy="154228"/>
              </a:xfrm>
              <a:custGeom>
                <a:avLst/>
                <a:gdLst>
                  <a:gd name="connsiteX0" fmla="*/ 96248 w 130105"/>
                  <a:gd name="connsiteY0" fmla="*/ 154229 h 154228"/>
                  <a:gd name="connsiteX1" fmla="*/ 96248 w 130105"/>
                  <a:gd name="connsiteY1" fmla="*/ 67242 h 154228"/>
                  <a:gd name="connsiteX2" fmla="*/ 67716 w 130105"/>
                  <a:gd name="connsiteY2" fmla="*/ 27288 h 154228"/>
                  <a:gd name="connsiteX3" fmla="*/ 35570 w 130105"/>
                  <a:gd name="connsiteY3" fmla="*/ 47684 h 154228"/>
                  <a:gd name="connsiteX4" fmla="*/ 35570 w 130105"/>
                  <a:gd name="connsiteY4" fmla="*/ 154229 h 154228"/>
                  <a:gd name="connsiteX5" fmla="*/ 1522 w 130105"/>
                  <a:gd name="connsiteY5" fmla="*/ 154229 h 154228"/>
                  <a:gd name="connsiteX6" fmla="*/ 1522 w 130105"/>
                  <a:gd name="connsiteY6" fmla="*/ 31200 h 154228"/>
                  <a:gd name="connsiteX7" fmla="*/ 0 w 130105"/>
                  <a:gd name="connsiteY7" fmla="*/ 4191 h 154228"/>
                  <a:gd name="connsiteX8" fmla="*/ 26630 w 130105"/>
                  <a:gd name="connsiteY8" fmla="*/ 4191 h 154228"/>
                  <a:gd name="connsiteX9" fmla="*/ 29958 w 130105"/>
                  <a:gd name="connsiteY9" fmla="*/ 23376 h 154228"/>
                  <a:gd name="connsiteX10" fmla="*/ 75895 w 130105"/>
                  <a:gd name="connsiteY10" fmla="*/ 0 h 154228"/>
                  <a:gd name="connsiteX11" fmla="*/ 130105 w 130105"/>
                  <a:gd name="connsiteY11" fmla="*/ 69291 h 154228"/>
                  <a:gd name="connsiteX12" fmla="*/ 130105 w 130105"/>
                  <a:gd name="connsiteY12" fmla="*/ 154229 h 154228"/>
                  <a:gd name="connsiteX13" fmla="*/ 96057 w 130105"/>
                  <a:gd name="connsiteY13" fmla="*/ 154229 h 1542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30105" h="154228">
                    <a:moveTo>
                      <a:pt x="96248" y="154229"/>
                    </a:moveTo>
                    <a:lnTo>
                      <a:pt x="96248" y="67242"/>
                    </a:lnTo>
                    <a:cubicBezTo>
                      <a:pt x="96248" y="42934"/>
                      <a:pt x="91017" y="27288"/>
                      <a:pt x="67716" y="27288"/>
                    </a:cubicBezTo>
                    <a:cubicBezTo>
                      <a:pt x="53925" y="27288"/>
                      <a:pt x="43178" y="37533"/>
                      <a:pt x="35570" y="47684"/>
                    </a:cubicBezTo>
                    <a:lnTo>
                      <a:pt x="35570" y="154229"/>
                    </a:lnTo>
                    <a:lnTo>
                      <a:pt x="1522" y="154229"/>
                    </a:lnTo>
                    <a:lnTo>
                      <a:pt x="1522" y="31200"/>
                    </a:lnTo>
                    <a:cubicBezTo>
                      <a:pt x="1522" y="26077"/>
                      <a:pt x="285" y="9313"/>
                      <a:pt x="0" y="4191"/>
                    </a:cubicBezTo>
                    <a:lnTo>
                      <a:pt x="26630" y="4191"/>
                    </a:lnTo>
                    <a:lnTo>
                      <a:pt x="29958" y="23376"/>
                    </a:lnTo>
                    <a:cubicBezTo>
                      <a:pt x="39184" y="10803"/>
                      <a:pt x="54781" y="0"/>
                      <a:pt x="75895" y="0"/>
                    </a:cubicBezTo>
                    <a:cubicBezTo>
                      <a:pt x="115459" y="0"/>
                      <a:pt x="130105" y="21048"/>
                      <a:pt x="130105" y="69291"/>
                    </a:cubicBezTo>
                    <a:lnTo>
                      <a:pt x="130105" y="154229"/>
                    </a:lnTo>
                    <a:lnTo>
                      <a:pt x="96057" y="15422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</p:grp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A049F9E6-8BA6-AFE1-D5A1-CAAAECB54C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63379" y="247853"/>
            <a:ext cx="1513752" cy="662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1323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A60C8AD-2BB8-4513-4F7E-2D443D3B8D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406538"/>
            <a:ext cx="12192000" cy="544988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4985672-1D22-1D18-B869-4C01A061C714}"/>
              </a:ext>
            </a:extLst>
          </p:cNvPr>
          <p:cNvSpPr/>
          <p:nvPr userDrawn="1"/>
        </p:nvSpPr>
        <p:spPr>
          <a:xfrm>
            <a:off x="0" y="6138000"/>
            <a:ext cx="12192000" cy="720000"/>
          </a:xfrm>
          <a:prstGeom prst="rect">
            <a:avLst/>
          </a:prstGeom>
          <a:gradFill flip="none" rotWithShape="1">
            <a:gsLst>
              <a:gs pos="100000">
                <a:schemeClr val="tx1">
                  <a:alpha val="0"/>
                </a:schemeClr>
              </a:gs>
              <a:gs pos="0">
                <a:schemeClr val="tx1">
                  <a:alpha val="5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641DD1-7679-677C-E5F7-106CA2181E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3678" y="2276475"/>
            <a:ext cx="10801350" cy="2305050"/>
          </a:xfrm>
          <a:noFill/>
        </p:spPr>
        <p:txBody>
          <a:bodyPr anchor="b" anchorCtr="0">
            <a:noAutofit/>
          </a:bodyPr>
          <a:lstStyle>
            <a:lvl1pPr algn="l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B33BBA0-4572-0EFB-9D24-1C221E3044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2914" y="4972430"/>
            <a:ext cx="7632700" cy="307777"/>
          </a:xfrm>
        </p:spPr>
        <p:txBody>
          <a:bodyPr anchor="t" anchorCtr="0">
            <a:sp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DK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DDA069-1327-124F-225A-A74D981CE04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98761"/>
            <a:ext cx="12192000" cy="307777"/>
          </a:xfrm>
          <a:prstGeom prst="rect">
            <a:avLst/>
          </a:prstGeom>
        </p:spPr>
      </p:pic>
      <p:grpSp>
        <p:nvGrpSpPr>
          <p:cNvPr id="12" name="Graphic 17">
            <a:extLst>
              <a:ext uri="{FF2B5EF4-FFF2-40B4-BE49-F238E27FC236}">
                <a16:creationId xmlns:a16="http://schemas.microsoft.com/office/drawing/2014/main" id="{842BF3AA-0DBD-3297-1431-ED48CF0F71E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9103088" y="6458998"/>
            <a:ext cx="2646000" cy="177687"/>
            <a:chOff x="3994150" y="3289300"/>
            <a:chExt cx="4202178" cy="282193"/>
          </a:xfrm>
          <a:solidFill>
            <a:schemeClr val="bg1"/>
          </a:solidFill>
        </p:grpSpPr>
        <p:grpSp>
          <p:nvGrpSpPr>
            <p:cNvPr id="13" name="Graphic 17">
              <a:extLst>
                <a:ext uri="{FF2B5EF4-FFF2-40B4-BE49-F238E27FC236}">
                  <a16:creationId xmlns:a16="http://schemas.microsoft.com/office/drawing/2014/main" id="{16A51C42-1309-6349-3930-422884ACDD8A}"/>
                </a:ext>
              </a:extLst>
            </p:cNvPr>
            <p:cNvGrpSpPr/>
            <p:nvPr/>
          </p:nvGrpSpPr>
          <p:grpSpPr>
            <a:xfrm>
              <a:off x="3994150" y="3289300"/>
              <a:ext cx="2355593" cy="276140"/>
              <a:chOff x="3994150" y="3289300"/>
              <a:chExt cx="2355593" cy="276140"/>
            </a:xfrm>
            <a:grpFill/>
          </p:grpSpPr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638AD2AF-5C7E-9003-37E7-CCC3343DB851}"/>
                  </a:ext>
                </a:extLst>
              </p:cNvPr>
              <p:cNvSpPr/>
              <p:nvPr/>
            </p:nvSpPr>
            <p:spPr>
              <a:xfrm>
                <a:off x="3994150" y="3293770"/>
                <a:ext cx="153596" cy="211598"/>
              </a:xfrm>
              <a:custGeom>
                <a:avLst/>
                <a:gdLst>
                  <a:gd name="connsiteX0" fmla="*/ 86452 w 153596"/>
                  <a:gd name="connsiteY0" fmla="*/ 16857 h 211598"/>
                  <a:gd name="connsiteX1" fmla="*/ 86452 w 153596"/>
                  <a:gd name="connsiteY1" fmla="*/ 211599 h 211598"/>
                  <a:gd name="connsiteX2" fmla="*/ 67145 w 153596"/>
                  <a:gd name="connsiteY2" fmla="*/ 211599 h 211598"/>
                  <a:gd name="connsiteX3" fmla="*/ 67145 w 153596"/>
                  <a:gd name="connsiteY3" fmla="*/ 16857 h 211598"/>
                  <a:gd name="connsiteX4" fmla="*/ 0 w 153596"/>
                  <a:gd name="connsiteY4" fmla="*/ 16857 h 211598"/>
                  <a:gd name="connsiteX5" fmla="*/ 0 w 153596"/>
                  <a:gd name="connsiteY5" fmla="*/ 0 h 211598"/>
                  <a:gd name="connsiteX6" fmla="*/ 153597 w 153596"/>
                  <a:gd name="connsiteY6" fmla="*/ 0 h 211598"/>
                  <a:gd name="connsiteX7" fmla="*/ 153597 w 153596"/>
                  <a:gd name="connsiteY7" fmla="*/ 16764 h 211598"/>
                  <a:gd name="connsiteX8" fmla="*/ 86452 w 153596"/>
                  <a:gd name="connsiteY8" fmla="*/ 16764 h 2115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3596" h="211598">
                    <a:moveTo>
                      <a:pt x="86452" y="16857"/>
                    </a:moveTo>
                    <a:lnTo>
                      <a:pt x="86452" y="211599"/>
                    </a:lnTo>
                    <a:lnTo>
                      <a:pt x="67145" y="211599"/>
                    </a:lnTo>
                    <a:lnTo>
                      <a:pt x="67145" y="16857"/>
                    </a:lnTo>
                    <a:lnTo>
                      <a:pt x="0" y="16857"/>
                    </a:lnTo>
                    <a:lnTo>
                      <a:pt x="0" y="0"/>
                    </a:lnTo>
                    <a:lnTo>
                      <a:pt x="153597" y="0"/>
                    </a:lnTo>
                    <a:lnTo>
                      <a:pt x="153597" y="16764"/>
                    </a:lnTo>
                    <a:lnTo>
                      <a:pt x="86452" y="16764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9E319C03-71A8-FDC4-0458-2B3CE0E80709}"/>
                  </a:ext>
                </a:extLst>
              </p:cNvPr>
              <p:cNvSpPr/>
              <p:nvPr/>
            </p:nvSpPr>
            <p:spPr>
              <a:xfrm>
                <a:off x="4182936" y="3289300"/>
                <a:ext cx="113461" cy="216162"/>
              </a:xfrm>
              <a:custGeom>
                <a:avLst/>
                <a:gdLst>
                  <a:gd name="connsiteX0" fmla="*/ 94726 w 113461"/>
                  <a:gd name="connsiteY0" fmla="*/ 216069 h 216162"/>
                  <a:gd name="connsiteX1" fmla="*/ 94726 w 113461"/>
                  <a:gd name="connsiteY1" fmla="*/ 120701 h 216162"/>
                  <a:gd name="connsiteX2" fmla="*/ 58586 w 113461"/>
                  <a:gd name="connsiteY2" fmla="*/ 78418 h 216162"/>
                  <a:gd name="connsiteX3" fmla="*/ 18736 w 113461"/>
                  <a:gd name="connsiteY3" fmla="*/ 102726 h 216162"/>
                  <a:gd name="connsiteX4" fmla="*/ 18736 w 113461"/>
                  <a:gd name="connsiteY4" fmla="*/ 216162 h 216162"/>
                  <a:gd name="connsiteX5" fmla="*/ 0 w 113461"/>
                  <a:gd name="connsiteY5" fmla="*/ 216162 h 216162"/>
                  <a:gd name="connsiteX6" fmla="*/ 0 w 113461"/>
                  <a:gd name="connsiteY6" fmla="*/ 0 h 216162"/>
                  <a:gd name="connsiteX7" fmla="*/ 18736 w 113461"/>
                  <a:gd name="connsiteY7" fmla="*/ 0 h 216162"/>
                  <a:gd name="connsiteX8" fmla="*/ 18736 w 113461"/>
                  <a:gd name="connsiteY8" fmla="*/ 84658 h 216162"/>
                  <a:gd name="connsiteX9" fmla="*/ 62580 w 113461"/>
                  <a:gd name="connsiteY9" fmla="*/ 62772 h 216162"/>
                  <a:gd name="connsiteX10" fmla="*/ 113462 w 113461"/>
                  <a:gd name="connsiteY10" fmla="*/ 122191 h 216162"/>
                  <a:gd name="connsiteX11" fmla="*/ 113462 w 113461"/>
                  <a:gd name="connsiteY11" fmla="*/ 216162 h 216162"/>
                  <a:gd name="connsiteX12" fmla="*/ 94726 w 113461"/>
                  <a:gd name="connsiteY12" fmla="*/ 216162 h 216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3461" h="216162">
                    <a:moveTo>
                      <a:pt x="94726" y="216069"/>
                    </a:moveTo>
                    <a:lnTo>
                      <a:pt x="94726" y="120701"/>
                    </a:lnTo>
                    <a:cubicBezTo>
                      <a:pt x="94726" y="93133"/>
                      <a:pt x="83694" y="78418"/>
                      <a:pt x="58586" y="78418"/>
                    </a:cubicBezTo>
                    <a:cubicBezTo>
                      <a:pt x="39850" y="78418"/>
                      <a:pt x="26725" y="90991"/>
                      <a:pt x="18736" y="102726"/>
                    </a:cubicBezTo>
                    <a:lnTo>
                      <a:pt x="18736" y="216162"/>
                    </a:lnTo>
                    <a:lnTo>
                      <a:pt x="0" y="216162"/>
                    </a:lnTo>
                    <a:lnTo>
                      <a:pt x="0" y="0"/>
                    </a:lnTo>
                    <a:lnTo>
                      <a:pt x="18736" y="0"/>
                    </a:lnTo>
                    <a:lnTo>
                      <a:pt x="18736" y="84658"/>
                    </a:lnTo>
                    <a:cubicBezTo>
                      <a:pt x="28532" y="71713"/>
                      <a:pt x="43844" y="62772"/>
                      <a:pt x="62580" y="62772"/>
                    </a:cubicBezTo>
                    <a:cubicBezTo>
                      <a:pt x="101193" y="62772"/>
                      <a:pt x="113462" y="86800"/>
                      <a:pt x="113462" y="122191"/>
                    </a:cubicBezTo>
                    <a:lnTo>
                      <a:pt x="113462" y="216162"/>
                    </a:lnTo>
                    <a:lnTo>
                      <a:pt x="94726" y="21616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26AB0F95-0D2E-7925-292D-3B787F2866C7}"/>
                  </a:ext>
                </a:extLst>
              </p:cNvPr>
              <p:cNvSpPr/>
              <p:nvPr/>
            </p:nvSpPr>
            <p:spPr>
              <a:xfrm>
                <a:off x="4338434" y="3352071"/>
                <a:ext cx="128108" cy="156650"/>
              </a:xfrm>
              <a:custGeom>
                <a:avLst/>
                <a:gdLst>
                  <a:gd name="connsiteX0" fmla="*/ 19877 w 128108"/>
                  <a:gd name="connsiteY0" fmla="*/ 84006 h 156650"/>
                  <a:gd name="connsiteX1" fmla="*/ 70759 w 128108"/>
                  <a:gd name="connsiteY1" fmla="*/ 141004 h 156650"/>
                  <a:gd name="connsiteX2" fmla="*/ 113937 w 128108"/>
                  <a:gd name="connsiteY2" fmla="*/ 125730 h 156650"/>
                  <a:gd name="connsiteX3" fmla="*/ 123163 w 128108"/>
                  <a:gd name="connsiteY3" fmla="*/ 138303 h 156650"/>
                  <a:gd name="connsiteX4" fmla="*/ 70759 w 128108"/>
                  <a:gd name="connsiteY4" fmla="*/ 156650 h 156650"/>
                  <a:gd name="connsiteX5" fmla="*/ 0 w 128108"/>
                  <a:gd name="connsiteY5" fmla="*/ 79815 h 156650"/>
                  <a:gd name="connsiteX6" fmla="*/ 65623 w 128108"/>
                  <a:gd name="connsiteY6" fmla="*/ 0 h 156650"/>
                  <a:gd name="connsiteX7" fmla="*/ 128108 w 128108"/>
                  <a:gd name="connsiteY7" fmla="*/ 84006 h 156650"/>
                  <a:gd name="connsiteX8" fmla="*/ 19877 w 128108"/>
                  <a:gd name="connsiteY8" fmla="*/ 84006 h 156650"/>
                  <a:gd name="connsiteX9" fmla="*/ 65528 w 128108"/>
                  <a:gd name="connsiteY9" fmla="*/ 14994 h 156650"/>
                  <a:gd name="connsiteX10" fmla="*/ 19877 w 128108"/>
                  <a:gd name="connsiteY10" fmla="*/ 69012 h 156650"/>
                  <a:gd name="connsiteX11" fmla="*/ 108802 w 128108"/>
                  <a:gd name="connsiteY11" fmla="*/ 69012 h 156650"/>
                  <a:gd name="connsiteX12" fmla="*/ 65623 w 128108"/>
                  <a:gd name="connsiteY12" fmla="*/ 14994 h 156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8108" h="156650">
                    <a:moveTo>
                      <a:pt x="19877" y="84006"/>
                    </a:moveTo>
                    <a:cubicBezTo>
                      <a:pt x="21399" y="122377"/>
                      <a:pt x="44700" y="141004"/>
                      <a:pt x="70759" y="141004"/>
                    </a:cubicBezTo>
                    <a:cubicBezTo>
                      <a:pt x="88829" y="141004"/>
                      <a:pt x="103285" y="133833"/>
                      <a:pt x="113937" y="125730"/>
                    </a:cubicBezTo>
                    <a:lnTo>
                      <a:pt x="123163" y="138303"/>
                    </a:lnTo>
                    <a:cubicBezTo>
                      <a:pt x="109087" y="149106"/>
                      <a:pt x="92824" y="156650"/>
                      <a:pt x="70759" y="156650"/>
                    </a:cubicBezTo>
                    <a:cubicBezTo>
                      <a:pt x="30910" y="156650"/>
                      <a:pt x="0" y="129642"/>
                      <a:pt x="0" y="79815"/>
                    </a:cubicBezTo>
                    <a:cubicBezTo>
                      <a:pt x="0" y="26077"/>
                      <a:pt x="31575" y="0"/>
                      <a:pt x="65623" y="0"/>
                    </a:cubicBezTo>
                    <a:cubicBezTo>
                      <a:pt x="113747" y="0"/>
                      <a:pt x="128108" y="36881"/>
                      <a:pt x="128108" y="84006"/>
                    </a:cubicBezTo>
                    <a:lnTo>
                      <a:pt x="19877" y="84006"/>
                    </a:lnTo>
                    <a:close/>
                    <a:moveTo>
                      <a:pt x="65528" y="14994"/>
                    </a:moveTo>
                    <a:cubicBezTo>
                      <a:pt x="40991" y="14994"/>
                      <a:pt x="22350" y="32969"/>
                      <a:pt x="19877" y="69012"/>
                    </a:cubicBezTo>
                    <a:lnTo>
                      <a:pt x="108802" y="69012"/>
                    </a:lnTo>
                    <a:cubicBezTo>
                      <a:pt x="108231" y="32690"/>
                      <a:pt x="92824" y="14994"/>
                      <a:pt x="65623" y="14994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0F387F20-ECFE-7FF7-20DF-4F503B37A167}"/>
                  </a:ext>
                </a:extLst>
              </p:cNvPr>
              <p:cNvSpPr/>
              <p:nvPr/>
            </p:nvSpPr>
            <p:spPr>
              <a:xfrm>
                <a:off x="4595317" y="3352071"/>
                <a:ext cx="123828" cy="213368"/>
              </a:xfrm>
              <a:custGeom>
                <a:avLst/>
                <a:gdLst>
                  <a:gd name="connsiteX0" fmla="*/ 62865 w 123828"/>
                  <a:gd name="connsiteY0" fmla="*/ 156650 h 213368"/>
                  <a:gd name="connsiteX1" fmla="*/ 19687 w 123828"/>
                  <a:gd name="connsiteY1" fmla="*/ 138676 h 213368"/>
                  <a:gd name="connsiteX2" fmla="*/ 19687 w 123828"/>
                  <a:gd name="connsiteY2" fmla="*/ 213368 h 213368"/>
                  <a:gd name="connsiteX3" fmla="*/ 951 w 123828"/>
                  <a:gd name="connsiteY3" fmla="*/ 213368 h 213368"/>
                  <a:gd name="connsiteX4" fmla="*/ 951 w 123828"/>
                  <a:gd name="connsiteY4" fmla="*/ 31479 h 213368"/>
                  <a:gd name="connsiteX5" fmla="*/ 0 w 123828"/>
                  <a:gd name="connsiteY5" fmla="*/ 3260 h 213368"/>
                  <a:gd name="connsiteX6" fmla="*/ 15597 w 123828"/>
                  <a:gd name="connsiteY6" fmla="*/ 3260 h 213368"/>
                  <a:gd name="connsiteX7" fmla="*/ 17119 w 123828"/>
                  <a:gd name="connsiteY7" fmla="*/ 26077 h 213368"/>
                  <a:gd name="connsiteX8" fmla="*/ 65243 w 123828"/>
                  <a:gd name="connsiteY8" fmla="*/ 0 h 213368"/>
                  <a:gd name="connsiteX9" fmla="*/ 123828 w 123828"/>
                  <a:gd name="connsiteY9" fmla="*/ 76835 h 213368"/>
                  <a:gd name="connsiteX10" fmla="*/ 62865 w 123828"/>
                  <a:gd name="connsiteY10" fmla="*/ 156650 h 213368"/>
                  <a:gd name="connsiteX11" fmla="*/ 61058 w 123828"/>
                  <a:gd name="connsiteY11" fmla="*/ 15274 h 213368"/>
                  <a:gd name="connsiteX12" fmla="*/ 19687 w 123828"/>
                  <a:gd name="connsiteY12" fmla="*/ 42003 h 213368"/>
                  <a:gd name="connsiteX13" fmla="*/ 19687 w 123828"/>
                  <a:gd name="connsiteY13" fmla="*/ 123309 h 213368"/>
                  <a:gd name="connsiteX14" fmla="*/ 58300 w 123828"/>
                  <a:gd name="connsiteY14" fmla="*/ 141283 h 213368"/>
                  <a:gd name="connsiteX15" fmla="*/ 104237 w 123828"/>
                  <a:gd name="connsiteY15" fmla="*/ 78232 h 213368"/>
                  <a:gd name="connsiteX16" fmla="*/ 61058 w 123828"/>
                  <a:gd name="connsiteY16" fmla="*/ 15181 h 213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3828" h="213368">
                    <a:moveTo>
                      <a:pt x="62865" y="156650"/>
                    </a:moveTo>
                    <a:cubicBezTo>
                      <a:pt x="44129" y="156650"/>
                      <a:pt x="28817" y="149758"/>
                      <a:pt x="19687" y="138676"/>
                    </a:cubicBezTo>
                    <a:lnTo>
                      <a:pt x="19687" y="213368"/>
                    </a:lnTo>
                    <a:lnTo>
                      <a:pt x="951" y="213368"/>
                    </a:lnTo>
                    <a:lnTo>
                      <a:pt x="951" y="31479"/>
                    </a:lnTo>
                    <a:cubicBezTo>
                      <a:pt x="951" y="24308"/>
                      <a:pt x="380" y="9872"/>
                      <a:pt x="0" y="3260"/>
                    </a:cubicBezTo>
                    <a:lnTo>
                      <a:pt x="15597" y="3260"/>
                    </a:lnTo>
                    <a:lnTo>
                      <a:pt x="17119" y="26077"/>
                    </a:lnTo>
                    <a:cubicBezTo>
                      <a:pt x="27200" y="13132"/>
                      <a:pt x="40420" y="0"/>
                      <a:pt x="65243" y="0"/>
                    </a:cubicBezTo>
                    <a:cubicBezTo>
                      <a:pt x="102334" y="0"/>
                      <a:pt x="123828" y="32131"/>
                      <a:pt x="123828" y="76835"/>
                    </a:cubicBezTo>
                    <a:cubicBezTo>
                      <a:pt x="123828" y="121539"/>
                      <a:pt x="102049" y="156650"/>
                      <a:pt x="62865" y="156650"/>
                    </a:cubicBezTo>
                    <a:close/>
                    <a:moveTo>
                      <a:pt x="61058" y="15274"/>
                    </a:moveTo>
                    <a:cubicBezTo>
                      <a:pt x="40515" y="15274"/>
                      <a:pt x="26440" y="32410"/>
                      <a:pt x="19687" y="42003"/>
                    </a:cubicBezTo>
                    <a:lnTo>
                      <a:pt x="19687" y="123309"/>
                    </a:lnTo>
                    <a:cubicBezTo>
                      <a:pt x="28247" y="132622"/>
                      <a:pt x="39564" y="141283"/>
                      <a:pt x="58300" y="141283"/>
                    </a:cubicBezTo>
                    <a:cubicBezTo>
                      <a:pt x="83123" y="141283"/>
                      <a:pt x="104237" y="121446"/>
                      <a:pt x="104237" y="78232"/>
                    </a:cubicBezTo>
                    <a:cubicBezTo>
                      <a:pt x="104237" y="35018"/>
                      <a:pt x="86166" y="15181"/>
                      <a:pt x="61058" y="15181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AFFA88D1-1CC8-924E-6ACB-6FD39E8B713E}"/>
                  </a:ext>
                </a:extLst>
              </p:cNvPr>
              <p:cNvSpPr/>
              <p:nvPr/>
            </p:nvSpPr>
            <p:spPr>
              <a:xfrm>
                <a:off x="4752813" y="3351978"/>
                <a:ext cx="136762" cy="156743"/>
              </a:xfrm>
              <a:custGeom>
                <a:avLst/>
                <a:gdLst>
                  <a:gd name="connsiteX0" fmla="*/ 68381 w 136762"/>
                  <a:gd name="connsiteY0" fmla="*/ 156743 h 156743"/>
                  <a:gd name="connsiteX1" fmla="*/ 0 w 136762"/>
                  <a:gd name="connsiteY1" fmla="*/ 77766 h 156743"/>
                  <a:gd name="connsiteX2" fmla="*/ 68381 w 136762"/>
                  <a:gd name="connsiteY2" fmla="*/ 0 h 156743"/>
                  <a:gd name="connsiteX3" fmla="*/ 136763 w 136762"/>
                  <a:gd name="connsiteY3" fmla="*/ 77766 h 156743"/>
                  <a:gd name="connsiteX4" fmla="*/ 68381 w 136762"/>
                  <a:gd name="connsiteY4" fmla="*/ 156743 h 156743"/>
                  <a:gd name="connsiteX5" fmla="*/ 68381 w 136762"/>
                  <a:gd name="connsiteY5" fmla="*/ 15367 h 156743"/>
                  <a:gd name="connsiteX6" fmla="*/ 19687 w 136762"/>
                  <a:gd name="connsiteY6" fmla="*/ 77766 h 156743"/>
                  <a:gd name="connsiteX7" fmla="*/ 68381 w 136762"/>
                  <a:gd name="connsiteY7" fmla="*/ 141376 h 156743"/>
                  <a:gd name="connsiteX8" fmla="*/ 117076 w 136762"/>
                  <a:gd name="connsiteY8" fmla="*/ 77766 h 156743"/>
                  <a:gd name="connsiteX9" fmla="*/ 68381 w 136762"/>
                  <a:gd name="connsiteY9" fmla="*/ 15367 h 156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6762" h="156743">
                    <a:moveTo>
                      <a:pt x="68381" y="156743"/>
                    </a:moveTo>
                    <a:cubicBezTo>
                      <a:pt x="21494" y="156743"/>
                      <a:pt x="0" y="120701"/>
                      <a:pt x="0" y="77766"/>
                    </a:cubicBezTo>
                    <a:cubicBezTo>
                      <a:pt x="0" y="34832"/>
                      <a:pt x="22635" y="0"/>
                      <a:pt x="68381" y="0"/>
                    </a:cubicBezTo>
                    <a:cubicBezTo>
                      <a:pt x="114128" y="0"/>
                      <a:pt x="136763" y="36043"/>
                      <a:pt x="136763" y="77766"/>
                    </a:cubicBezTo>
                    <a:cubicBezTo>
                      <a:pt x="136763" y="119490"/>
                      <a:pt x="116220" y="156743"/>
                      <a:pt x="68381" y="156743"/>
                    </a:cubicBezTo>
                    <a:close/>
                    <a:moveTo>
                      <a:pt x="68381" y="15367"/>
                    </a:moveTo>
                    <a:cubicBezTo>
                      <a:pt x="36806" y="15367"/>
                      <a:pt x="19687" y="41817"/>
                      <a:pt x="19687" y="77766"/>
                    </a:cubicBezTo>
                    <a:cubicBezTo>
                      <a:pt x="19687" y="113716"/>
                      <a:pt x="35665" y="141376"/>
                      <a:pt x="68381" y="141376"/>
                    </a:cubicBezTo>
                    <a:cubicBezTo>
                      <a:pt x="101098" y="141376"/>
                      <a:pt x="117076" y="114088"/>
                      <a:pt x="117076" y="77766"/>
                    </a:cubicBezTo>
                    <a:cubicBezTo>
                      <a:pt x="117076" y="41444"/>
                      <a:pt x="100813" y="15367"/>
                      <a:pt x="68381" y="15367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D18402FC-D9EE-6502-DF70-9AF1DB9ED11F}"/>
                  </a:ext>
                </a:extLst>
              </p:cNvPr>
              <p:cNvSpPr/>
              <p:nvPr/>
            </p:nvSpPr>
            <p:spPr>
              <a:xfrm>
                <a:off x="4912686" y="3355331"/>
                <a:ext cx="210089" cy="150037"/>
              </a:xfrm>
              <a:custGeom>
                <a:avLst/>
                <a:gdLst>
                  <a:gd name="connsiteX0" fmla="*/ 165390 w 210089"/>
                  <a:gd name="connsiteY0" fmla="*/ 150038 h 150037"/>
                  <a:gd name="connsiteX1" fmla="*/ 141518 w 210089"/>
                  <a:gd name="connsiteY1" fmla="*/ 150038 h 150037"/>
                  <a:gd name="connsiteX2" fmla="*/ 115174 w 210089"/>
                  <a:gd name="connsiteY2" fmla="*/ 60909 h 150037"/>
                  <a:gd name="connsiteX3" fmla="*/ 105092 w 210089"/>
                  <a:gd name="connsiteY3" fmla="*/ 23376 h 150037"/>
                  <a:gd name="connsiteX4" fmla="*/ 95011 w 210089"/>
                  <a:gd name="connsiteY4" fmla="*/ 60909 h 150037"/>
                  <a:gd name="connsiteX5" fmla="*/ 67716 w 210089"/>
                  <a:gd name="connsiteY5" fmla="*/ 150038 h 150037"/>
                  <a:gd name="connsiteX6" fmla="*/ 44129 w 210089"/>
                  <a:gd name="connsiteY6" fmla="*/ 150038 h 150037"/>
                  <a:gd name="connsiteX7" fmla="*/ 0 w 210089"/>
                  <a:gd name="connsiteY7" fmla="*/ 0 h 150037"/>
                  <a:gd name="connsiteX8" fmla="*/ 19877 w 210089"/>
                  <a:gd name="connsiteY8" fmla="*/ 0 h 150037"/>
                  <a:gd name="connsiteX9" fmla="*/ 48029 w 210089"/>
                  <a:gd name="connsiteY9" fmla="*/ 95741 h 150037"/>
                  <a:gd name="connsiteX10" fmla="*/ 56588 w 210089"/>
                  <a:gd name="connsiteY10" fmla="*/ 129921 h 150037"/>
                  <a:gd name="connsiteX11" fmla="*/ 65814 w 210089"/>
                  <a:gd name="connsiteY11" fmla="*/ 95741 h 150037"/>
                  <a:gd name="connsiteX12" fmla="*/ 94631 w 210089"/>
                  <a:gd name="connsiteY12" fmla="*/ 0 h 150037"/>
                  <a:gd name="connsiteX13" fmla="*/ 116410 w 210089"/>
                  <a:gd name="connsiteY13" fmla="*/ 0 h 150037"/>
                  <a:gd name="connsiteX14" fmla="*/ 145227 w 210089"/>
                  <a:gd name="connsiteY14" fmla="*/ 95741 h 150037"/>
                  <a:gd name="connsiteX15" fmla="*/ 154072 w 210089"/>
                  <a:gd name="connsiteY15" fmla="*/ 129921 h 150037"/>
                  <a:gd name="connsiteX16" fmla="*/ 162917 w 210089"/>
                  <a:gd name="connsiteY16" fmla="*/ 95741 h 150037"/>
                  <a:gd name="connsiteX17" fmla="*/ 191734 w 210089"/>
                  <a:gd name="connsiteY17" fmla="*/ 0 h 150037"/>
                  <a:gd name="connsiteX18" fmla="*/ 210090 w 210089"/>
                  <a:gd name="connsiteY18" fmla="*/ 0 h 150037"/>
                  <a:gd name="connsiteX19" fmla="*/ 165295 w 210089"/>
                  <a:gd name="connsiteY19" fmla="*/ 150038 h 150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10089" h="150037">
                    <a:moveTo>
                      <a:pt x="165390" y="150038"/>
                    </a:moveTo>
                    <a:lnTo>
                      <a:pt x="141518" y="150038"/>
                    </a:lnTo>
                    <a:lnTo>
                      <a:pt x="115174" y="60909"/>
                    </a:lnTo>
                    <a:cubicBezTo>
                      <a:pt x="111179" y="47125"/>
                      <a:pt x="105092" y="23376"/>
                      <a:pt x="105092" y="23376"/>
                    </a:cubicBezTo>
                    <a:cubicBezTo>
                      <a:pt x="105092" y="23376"/>
                      <a:pt x="99291" y="46474"/>
                      <a:pt x="95011" y="60909"/>
                    </a:cubicBezTo>
                    <a:lnTo>
                      <a:pt x="67716" y="150038"/>
                    </a:lnTo>
                    <a:lnTo>
                      <a:pt x="44129" y="150038"/>
                    </a:lnTo>
                    <a:lnTo>
                      <a:pt x="0" y="0"/>
                    </a:lnTo>
                    <a:lnTo>
                      <a:pt x="19877" y="0"/>
                    </a:lnTo>
                    <a:lnTo>
                      <a:pt x="48029" y="95741"/>
                    </a:lnTo>
                    <a:cubicBezTo>
                      <a:pt x="51738" y="108314"/>
                      <a:pt x="56588" y="129921"/>
                      <a:pt x="56588" y="129921"/>
                    </a:cubicBezTo>
                    <a:cubicBezTo>
                      <a:pt x="56588" y="129921"/>
                      <a:pt x="62104" y="108314"/>
                      <a:pt x="65814" y="95741"/>
                    </a:cubicBezTo>
                    <a:lnTo>
                      <a:pt x="94631" y="0"/>
                    </a:lnTo>
                    <a:lnTo>
                      <a:pt x="116410" y="0"/>
                    </a:lnTo>
                    <a:lnTo>
                      <a:pt x="145227" y="95741"/>
                    </a:lnTo>
                    <a:cubicBezTo>
                      <a:pt x="149222" y="109245"/>
                      <a:pt x="154072" y="129921"/>
                      <a:pt x="154072" y="129921"/>
                    </a:cubicBezTo>
                    <a:cubicBezTo>
                      <a:pt x="154072" y="129921"/>
                      <a:pt x="159018" y="108873"/>
                      <a:pt x="162917" y="95741"/>
                    </a:cubicBezTo>
                    <a:lnTo>
                      <a:pt x="191734" y="0"/>
                    </a:lnTo>
                    <a:lnTo>
                      <a:pt x="210090" y="0"/>
                    </a:lnTo>
                    <a:lnTo>
                      <a:pt x="165295" y="150038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2FB896B4-ACD9-6EAB-6ED5-B3CC68D26774}"/>
                  </a:ext>
                </a:extLst>
              </p:cNvPr>
              <p:cNvSpPr/>
              <p:nvPr/>
            </p:nvSpPr>
            <p:spPr>
              <a:xfrm>
                <a:off x="5146838" y="3352071"/>
                <a:ext cx="128108" cy="156650"/>
              </a:xfrm>
              <a:custGeom>
                <a:avLst/>
                <a:gdLst>
                  <a:gd name="connsiteX0" fmla="*/ 19877 w 128108"/>
                  <a:gd name="connsiteY0" fmla="*/ 84006 h 156650"/>
                  <a:gd name="connsiteX1" fmla="*/ 70759 w 128108"/>
                  <a:gd name="connsiteY1" fmla="*/ 141004 h 156650"/>
                  <a:gd name="connsiteX2" fmla="*/ 113937 w 128108"/>
                  <a:gd name="connsiteY2" fmla="*/ 125730 h 156650"/>
                  <a:gd name="connsiteX3" fmla="*/ 123163 w 128108"/>
                  <a:gd name="connsiteY3" fmla="*/ 138303 h 156650"/>
                  <a:gd name="connsiteX4" fmla="*/ 70759 w 128108"/>
                  <a:gd name="connsiteY4" fmla="*/ 156650 h 156650"/>
                  <a:gd name="connsiteX5" fmla="*/ 0 w 128108"/>
                  <a:gd name="connsiteY5" fmla="*/ 79815 h 156650"/>
                  <a:gd name="connsiteX6" fmla="*/ 65623 w 128108"/>
                  <a:gd name="connsiteY6" fmla="*/ 0 h 156650"/>
                  <a:gd name="connsiteX7" fmla="*/ 128108 w 128108"/>
                  <a:gd name="connsiteY7" fmla="*/ 84006 h 156650"/>
                  <a:gd name="connsiteX8" fmla="*/ 19877 w 128108"/>
                  <a:gd name="connsiteY8" fmla="*/ 84006 h 156650"/>
                  <a:gd name="connsiteX9" fmla="*/ 65528 w 128108"/>
                  <a:gd name="connsiteY9" fmla="*/ 14994 h 156650"/>
                  <a:gd name="connsiteX10" fmla="*/ 19877 w 128108"/>
                  <a:gd name="connsiteY10" fmla="*/ 69012 h 156650"/>
                  <a:gd name="connsiteX11" fmla="*/ 108802 w 128108"/>
                  <a:gd name="connsiteY11" fmla="*/ 69012 h 156650"/>
                  <a:gd name="connsiteX12" fmla="*/ 65623 w 128108"/>
                  <a:gd name="connsiteY12" fmla="*/ 14994 h 156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8108" h="156650">
                    <a:moveTo>
                      <a:pt x="19877" y="84006"/>
                    </a:moveTo>
                    <a:cubicBezTo>
                      <a:pt x="21399" y="122377"/>
                      <a:pt x="44700" y="141004"/>
                      <a:pt x="70759" y="141004"/>
                    </a:cubicBezTo>
                    <a:cubicBezTo>
                      <a:pt x="88829" y="141004"/>
                      <a:pt x="103285" y="133833"/>
                      <a:pt x="113937" y="125730"/>
                    </a:cubicBezTo>
                    <a:lnTo>
                      <a:pt x="123163" y="138303"/>
                    </a:lnTo>
                    <a:cubicBezTo>
                      <a:pt x="109087" y="149106"/>
                      <a:pt x="92824" y="156650"/>
                      <a:pt x="70759" y="156650"/>
                    </a:cubicBezTo>
                    <a:cubicBezTo>
                      <a:pt x="30910" y="156650"/>
                      <a:pt x="0" y="129642"/>
                      <a:pt x="0" y="79815"/>
                    </a:cubicBezTo>
                    <a:cubicBezTo>
                      <a:pt x="0" y="26077"/>
                      <a:pt x="31575" y="0"/>
                      <a:pt x="65623" y="0"/>
                    </a:cubicBezTo>
                    <a:cubicBezTo>
                      <a:pt x="113747" y="0"/>
                      <a:pt x="128108" y="36881"/>
                      <a:pt x="128108" y="84006"/>
                    </a:cubicBezTo>
                    <a:lnTo>
                      <a:pt x="19877" y="84006"/>
                    </a:lnTo>
                    <a:close/>
                    <a:moveTo>
                      <a:pt x="65528" y="14994"/>
                    </a:moveTo>
                    <a:cubicBezTo>
                      <a:pt x="40991" y="14994"/>
                      <a:pt x="22350" y="32969"/>
                      <a:pt x="19877" y="69012"/>
                    </a:cubicBezTo>
                    <a:lnTo>
                      <a:pt x="108802" y="69012"/>
                    </a:lnTo>
                    <a:cubicBezTo>
                      <a:pt x="108231" y="32690"/>
                      <a:pt x="92824" y="14994"/>
                      <a:pt x="65623" y="14994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E1D163FC-2B4A-F6A1-4BB7-50E1DA8E5902}"/>
                  </a:ext>
                </a:extLst>
              </p:cNvPr>
              <p:cNvSpPr/>
              <p:nvPr/>
            </p:nvSpPr>
            <p:spPr>
              <a:xfrm>
                <a:off x="5314796" y="3351978"/>
                <a:ext cx="81506" cy="153390"/>
              </a:xfrm>
              <a:custGeom>
                <a:avLst/>
                <a:gdLst>
                  <a:gd name="connsiteX0" fmla="*/ 76370 w 81506"/>
                  <a:gd name="connsiteY0" fmla="*/ 21700 h 153390"/>
                  <a:gd name="connsiteX1" fmla="*/ 59822 w 81506"/>
                  <a:gd name="connsiteY1" fmla="*/ 17509 h 153390"/>
                  <a:gd name="connsiteX2" fmla="*/ 19687 w 81506"/>
                  <a:gd name="connsiteY2" fmla="*/ 46287 h 153390"/>
                  <a:gd name="connsiteX3" fmla="*/ 19687 w 81506"/>
                  <a:gd name="connsiteY3" fmla="*/ 153391 h 153390"/>
                  <a:gd name="connsiteX4" fmla="*/ 951 w 81506"/>
                  <a:gd name="connsiteY4" fmla="*/ 153391 h 153390"/>
                  <a:gd name="connsiteX5" fmla="*/ 951 w 81506"/>
                  <a:gd name="connsiteY5" fmla="*/ 30641 h 153390"/>
                  <a:gd name="connsiteX6" fmla="*/ 0 w 81506"/>
                  <a:gd name="connsiteY6" fmla="*/ 3353 h 153390"/>
                  <a:gd name="connsiteX7" fmla="*/ 15027 w 81506"/>
                  <a:gd name="connsiteY7" fmla="*/ 3353 h 153390"/>
                  <a:gd name="connsiteX8" fmla="*/ 16834 w 81506"/>
                  <a:gd name="connsiteY8" fmla="*/ 28219 h 153390"/>
                  <a:gd name="connsiteX9" fmla="*/ 63721 w 81506"/>
                  <a:gd name="connsiteY9" fmla="*/ 0 h 153390"/>
                  <a:gd name="connsiteX10" fmla="*/ 81506 w 81506"/>
                  <a:gd name="connsiteY10" fmla="*/ 2701 h 153390"/>
                  <a:gd name="connsiteX11" fmla="*/ 76275 w 81506"/>
                  <a:gd name="connsiteY11" fmla="*/ 21607 h 153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1506" h="153390">
                    <a:moveTo>
                      <a:pt x="76370" y="21700"/>
                    </a:moveTo>
                    <a:cubicBezTo>
                      <a:pt x="71425" y="18999"/>
                      <a:pt x="66289" y="17509"/>
                      <a:pt x="59822" y="17509"/>
                    </a:cubicBezTo>
                    <a:cubicBezTo>
                      <a:pt x="41086" y="17509"/>
                      <a:pt x="29768" y="28871"/>
                      <a:pt x="19687" y="46287"/>
                    </a:cubicBezTo>
                    <a:lnTo>
                      <a:pt x="19687" y="153391"/>
                    </a:lnTo>
                    <a:lnTo>
                      <a:pt x="951" y="153391"/>
                    </a:lnTo>
                    <a:lnTo>
                      <a:pt x="951" y="30641"/>
                    </a:lnTo>
                    <a:cubicBezTo>
                      <a:pt x="951" y="25519"/>
                      <a:pt x="380" y="8475"/>
                      <a:pt x="0" y="3353"/>
                    </a:cubicBezTo>
                    <a:lnTo>
                      <a:pt x="15027" y="3353"/>
                    </a:lnTo>
                    <a:lnTo>
                      <a:pt x="16834" y="28219"/>
                    </a:lnTo>
                    <a:cubicBezTo>
                      <a:pt x="26059" y="11083"/>
                      <a:pt x="41371" y="0"/>
                      <a:pt x="63721" y="0"/>
                    </a:cubicBezTo>
                    <a:cubicBezTo>
                      <a:pt x="70189" y="0"/>
                      <a:pt x="76275" y="931"/>
                      <a:pt x="81506" y="2701"/>
                    </a:cubicBezTo>
                    <a:lnTo>
                      <a:pt x="76275" y="21607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3CC4DE58-0262-6318-DECE-D7527F42B18C}"/>
                  </a:ext>
                </a:extLst>
              </p:cNvPr>
              <p:cNvSpPr/>
              <p:nvPr/>
            </p:nvSpPr>
            <p:spPr>
              <a:xfrm>
                <a:off x="5510715" y="3289300"/>
                <a:ext cx="123923" cy="219422"/>
              </a:xfrm>
              <a:custGeom>
                <a:avLst/>
                <a:gdLst>
                  <a:gd name="connsiteX0" fmla="*/ 63436 w 123923"/>
                  <a:gd name="connsiteY0" fmla="*/ 219422 h 219422"/>
                  <a:gd name="connsiteX1" fmla="*/ 17119 w 123923"/>
                  <a:gd name="connsiteY1" fmla="*/ 199026 h 219422"/>
                  <a:gd name="connsiteX2" fmla="*/ 15597 w 123923"/>
                  <a:gd name="connsiteY2" fmla="*/ 216162 h 219422"/>
                  <a:gd name="connsiteX3" fmla="*/ 0 w 123923"/>
                  <a:gd name="connsiteY3" fmla="*/ 216162 h 219422"/>
                  <a:gd name="connsiteX4" fmla="*/ 951 w 123923"/>
                  <a:gd name="connsiteY4" fmla="*/ 187943 h 219422"/>
                  <a:gd name="connsiteX5" fmla="*/ 951 w 123923"/>
                  <a:gd name="connsiteY5" fmla="*/ 0 h 219422"/>
                  <a:gd name="connsiteX6" fmla="*/ 19687 w 123923"/>
                  <a:gd name="connsiteY6" fmla="*/ 0 h 219422"/>
                  <a:gd name="connsiteX7" fmla="*/ 19687 w 123923"/>
                  <a:gd name="connsiteY7" fmla="*/ 86707 h 219422"/>
                  <a:gd name="connsiteX8" fmla="*/ 65053 w 123923"/>
                  <a:gd name="connsiteY8" fmla="*/ 62679 h 219422"/>
                  <a:gd name="connsiteX9" fmla="*/ 123924 w 123923"/>
                  <a:gd name="connsiteY9" fmla="*/ 140445 h 219422"/>
                  <a:gd name="connsiteX10" fmla="*/ 63531 w 123923"/>
                  <a:gd name="connsiteY10" fmla="*/ 219422 h 219422"/>
                  <a:gd name="connsiteX11" fmla="*/ 60963 w 123923"/>
                  <a:gd name="connsiteY11" fmla="*/ 78046 h 219422"/>
                  <a:gd name="connsiteX12" fmla="*/ 19592 w 123923"/>
                  <a:gd name="connsiteY12" fmla="*/ 105334 h 219422"/>
                  <a:gd name="connsiteX13" fmla="*/ 19592 w 123923"/>
                  <a:gd name="connsiteY13" fmla="*/ 186080 h 219422"/>
                  <a:gd name="connsiteX14" fmla="*/ 58776 w 123923"/>
                  <a:gd name="connsiteY14" fmla="*/ 204055 h 219422"/>
                  <a:gd name="connsiteX15" fmla="*/ 104141 w 123923"/>
                  <a:gd name="connsiteY15" fmla="*/ 141004 h 219422"/>
                  <a:gd name="connsiteX16" fmla="*/ 60963 w 123923"/>
                  <a:gd name="connsiteY16" fmla="*/ 77953 h 219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3923" h="219422">
                    <a:moveTo>
                      <a:pt x="63436" y="219422"/>
                    </a:moveTo>
                    <a:cubicBezTo>
                      <a:pt x="41086" y="219422"/>
                      <a:pt x="27010" y="211040"/>
                      <a:pt x="17119" y="199026"/>
                    </a:cubicBezTo>
                    <a:lnTo>
                      <a:pt x="15597" y="216162"/>
                    </a:lnTo>
                    <a:lnTo>
                      <a:pt x="0" y="216162"/>
                    </a:lnTo>
                    <a:cubicBezTo>
                      <a:pt x="285" y="209550"/>
                      <a:pt x="951" y="195114"/>
                      <a:pt x="951" y="187943"/>
                    </a:cubicBezTo>
                    <a:lnTo>
                      <a:pt x="951" y="0"/>
                    </a:lnTo>
                    <a:lnTo>
                      <a:pt x="19687" y="0"/>
                    </a:lnTo>
                    <a:lnTo>
                      <a:pt x="19687" y="86707"/>
                    </a:lnTo>
                    <a:cubicBezTo>
                      <a:pt x="27961" y="75904"/>
                      <a:pt x="40801" y="62679"/>
                      <a:pt x="65053" y="62679"/>
                    </a:cubicBezTo>
                    <a:cubicBezTo>
                      <a:pt x="100908" y="62679"/>
                      <a:pt x="123924" y="92668"/>
                      <a:pt x="123924" y="140445"/>
                    </a:cubicBezTo>
                    <a:cubicBezTo>
                      <a:pt x="123924" y="184311"/>
                      <a:pt x="103381" y="219422"/>
                      <a:pt x="63531" y="219422"/>
                    </a:cubicBezTo>
                    <a:close/>
                    <a:moveTo>
                      <a:pt x="60963" y="78046"/>
                    </a:moveTo>
                    <a:cubicBezTo>
                      <a:pt x="39849" y="78046"/>
                      <a:pt x="26059" y="95462"/>
                      <a:pt x="19592" y="105334"/>
                    </a:cubicBezTo>
                    <a:lnTo>
                      <a:pt x="19592" y="186080"/>
                    </a:lnTo>
                    <a:cubicBezTo>
                      <a:pt x="29673" y="196325"/>
                      <a:pt x="39849" y="204055"/>
                      <a:pt x="58776" y="204055"/>
                    </a:cubicBezTo>
                    <a:cubicBezTo>
                      <a:pt x="85405" y="204055"/>
                      <a:pt x="104141" y="180679"/>
                      <a:pt x="104141" y="141004"/>
                    </a:cubicBezTo>
                    <a:cubicBezTo>
                      <a:pt x="104141" y="93878"/>
                      <a:pt x="82647" y="77953"/>
                      <a:pt x="60963" y="77953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34123698-1069-7C33-6451-589895D15371}"/>
                  </a:ext>
                </a:extLst>
              </p:cNvPr>
              <p:cNvSpPr/>
              <p:nvPr/>
            </p:nvSpPr>
            <p:spPr>
              <a:xfrm>
                <a:off x="5668021" y="3352071"/>
                <a:ext cx="128108" cy="156650"/>
              </a:xfrm>
              <a:custGeom>
                <a:avLst/>
                <a:gdLst>
                  <a:gd name="connsiteX0" fmla="*/ 19877 w 128108"/>
                  <a:gd name="connsiteY0" fmla="*/ 84006 h 156650"/>
                  <a:gd name="connsiteX1" fmla="*/ 70759 w 128108"/>
                  <a:gd name="connsiteY1" fmla="*/ 141004 h 156650"/>
                  <a:gd name="connsiteX2" fmla="*/ 113937 w 128108"/>
                  <a:gd name="connsiteY2" fmla="*/ 125730 h 156650"/>
                  <a:gd name="connsiteX3" fmla="*/ 123163 w 128108"/>
                  <a:gd name="connsiteY3" fmla="*/ 138303 h 156650"/>
                  <a:gd name="connsiteX4" fmla="*/ 70759 w 128108"/>
                  <a:gd name="connsiteY4" fmla="*/ 156650 h 156650"/>
                  <a:gd name="connsiteX5" fmla="*/ 0 w 128108"/>
                  <a:gd name="connsiteY5" fmla="*/ 79815 h 156650"/>
                  <a:gd name="connsiteX6" fmla="*/ 65623 w 128108"/>
                  <a:gd name="connsiteY6" fmla="*/ 0 h 156650"/>
                  <a:gd name="connsiteX7" fmla="*/ 128108 w 128108"/>
                  <a:gd name="connsiteY7" fmla="*/ 84006 h 156650"/>
                  <a:gd name="connsiteX8" fmla="*/ 19877 w 128108"/>
                  <a:gd name="connsiteY8" fmla="*/ 84006 h 156650"/>
                  <a:gd name="connsiteX9" fmla="*/ 65528 w 128108"/>
                  <a:gd name="connsiteY9" fmla="*/ 14994 h 156650"/>
                  <a:gd name="connsiteX10" fmla="*/ 19877 w 128108"/>
                  <a:gd name="connsiteY10" fmla="*/ 69012 h 156650"/>
                  <a:gd name="connsiteX11" fmla="*/ 108802 w 128108"/>
                  <a:gd name="connsiteY11" fmla="*/ 69012 h 156650"/>
                  <a:gd name="connsiteX12" fmla="*/ 65623 w 128108"/>
                  <a:gd name="connsiteY12" fmla="*/ 14994 h 156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8108" h="156650">
                    <a:moveTo>
                      <a:pt x="19877" y="84006"/>
                    </a:moveTo>
                    <a:cubicBezTo>
                      <a:pt x="21399" y="122377"/>
                      <a:pt x="44700" y="141004"/>
                      <a:pt x="70759" y="141004"/>
                    </a:cubicBezTo>
                    <a:cubicBezTo>
                      <a:pt x="88829" y="141004"/>
                      <a:pt x="103285" y="133833"/>
                      <a:pt x="113937" y="125730"/>
                    </a:cubicBezTo>
                    <a:lnTo>
                      <a:pt x="123163" y="138303"/>
                    </a:lnTo>
                    <a:cubicBezTo>
                      <a:pt x="109087" y="149106"/>
                      <a:pt x="92824" y="156650"/>
                      <a:pt x="70759" y="156650"/>
                    </a:cubicBezTo>
                    <a:cubicBezTo>
                      <a:pt x="30910" y="156650"/>
                      <a:pt x="0" y="129642"/>
                      <a:pt x="0" y="79815"/>
                    </a:cubicBezTo>
                    <a:cubicBezTo>
                      <a:pt x="0" y="26077"/>
                      <a:pt x="31575" y="0"/>
                      <a:pt x="65623" y="0"/>
                    </a:cubicBezTo>
                    <a:cubicBezTo>
                      <a:pt x="113747" y="0"/>
                      <a:pt x="128108" y="36881"/>
                      <a:pt x="128108" y="84006"/>
                    </a:cubicBezTo>
                    <a:lnTo>
                      <a:pt x="19877" y="84006"/>
                    </a:lnTo>
                    <a:close/>
                    <a:moveTo>
                      <a:pt x="65528" y="14994"/>
                    </a:moveTo>
                    <a:cubicBezTo>
                      <a:pt x="40991" y="14994"/>
                      <a:pt x="22350" y="32969"/>
                      <a:pt x="19877" y="69012"/>
                    </a:cubicBezTo>
                    <a:lnTo>
                      <a:pt x="108802" y="69012"/>
                    </a:lnTo>
                    <a:cubicBezTo>
                      <a:pt x="108231" y="32690"/>
                      <a:pt x="92824" y="14994"/>
                      <a:pt x="65623" y="14994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36" name="Freeform 35">
                <a:extLst>
                  <a:ext uri="{FF2B5EF4-FFF2-40B4-BE49-F238E27FC236}">
                    <a16:creationId xmlns:a16="http://schemas.microsoft.com/office/drawing/2014/main" id="{12CFCE80-1F72-58CC-47FF-BC764BAE4356}"/>
                  </a:ext>
                </a:extLst>
              </p:cNvPr>
              <p:cNvSpPr/>
              <p:nvPr/>
            </p:nvSpPr>
            <p:spPr>
              <a:xfrm>
                <a:off x="5836835" y="3289300"/>
                <a:ext cx="113461" cy="216162"/>
              </a:xfrm>
              <a:custGeom>
                <a:avLst/>
                <a:gdLst>
                  <a:gd name="connsiteX0" fmla="*/ 94726 w 113461"/>
                  <a:gd name="connsiteY0" fmla="*/ 216069 h 216162"/>
                  <a:gd name="connsiteX1" fmla="*/ 94726 w 113461"/>
                  <a:gd name="connsiteY1" fmla="*/ 120701 h 216162"/>
                  <a:gd name="connsiteX2" fmla="*/ 58586 w 113461"/>
                  <a:gd name="connsiteY2" fmla="*/ 78418 h 216162"/>
                  <a:gd name="connsiteX3" fmla="*/ 18736 w 113461"/>
                  <a:gd name="connsiteY3" fmla="*/ 102726 h 216162"/>
                  <a:gd name="connsiteX4" fmla="*/ 18736 w 113461"/>
                  <a:gd name="connsiteY4" fmla="*/ 216162 h 216162"/>
                  <a:gd name="connsiteX5" fmla="*/ 0 w 113461"/>
                  <a:gd name="connsiteY5" fmla="*/ 216162 h 216162"/>
                  <a:gd name="connsiteX6" fmla="*/ 0 w 113461"/>
                  <a:gd name="connsiteY6" fmla="*/ 0 h 216162"/>
                  <a:gd name="connsiteX7" fmla="*/ 18736 w 113461"/>
                  <a:gd name="connsiteY7" fmla="*/ 0 h 216162"/>
                  <a:gd name="connsiteX8" fmla="*/ 18736 w 113461"/>
                  <a:gd name="connsiteY8" fmla="*/ 84658 h 216162"/>
                  <a:gd name="connsiteX9" fmla="*/ 62580 w 113461"/>
                  <a:gd name="connsiteY9" fmla="*/ 62772 h 216162"/>
                  <a:gd name="connsiteX10" fmla="*/ 113462 w 113461"/>
                  <a:gd name="connsiteY10" fmla="*/ 122191 h 216162"/>
                  <a:gd name="connsiteX11" fmla="*/ 113462 w 113461"/>
                  <a:gd name="connsiteY11" fmla="*/ 216162 h 216162"/>
                  <a:gd name="connsiteX12" fmla="*/ 94726 w 113461"/>
                  <a:gd name="connsiteY12" fmla="*/ 216162 h 216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3461" h="216162">
                    <a:moveTo>
                      <a:pt x="94726" y="216069"/>
                    </a:moveTo>
                    <a:lnTo>
                      <a:pt x="94726" y="120701"/>
                    </a:lnTo>
                    <a:cubicBezTo>
                      <a:pt x="94726" y="93133"/>
                      <a:pt x="83694" y="78418"/>
                      <a:pt x="58586" y="78418"/>
                    </a:cubicBezTo>
                    <a:cubicBezTo>
                      <a:pt x="39850" y="78418"/>
                      <a:pt x="26725" y="90991"/>
                      <a:pt x="18736" y="102726"/>
                    </a:cubicBezTo>
                    <a:lnTo>
                      <a:pt x="18736" y="216162"/>
                    </a:lnTo>
                    <a:lnTo>
                      <a:pt x="0" y="216162"/>
                    </a:lnTo>
                    <a:lnTo>
                      <a:pt x="0" y="0"/>
                    </a:lnTo>
                    <a:lnTo>
                      <a:pt x="18736" y="0"/>
                    </a:lnTo>
                    <a:lnTo>
                      <a:pt x="18736" y="84658"/>
                    </a:lnTo>
                    <a:cubicBezTo>
                      <a:pt x="28532" y="71713"/>
                      <a:pt x="43844" y="62772"/>
                      <a:pt x="62580" y="62772"/>
                    </a:cubicBezTo>
                    <a:cubicBezTo>
                      <a:pt x="101193" y="62772"/>
                      <a:pt x="113462" y="86800"/>
                      <a:pt x="113462" y="122191"/>
                    </a:cubicBezTo>
                    <a:lnTo>
                      <a:pt x="113462" y="216162"/>
                    </a:lnTo>
                    <a:lnTo>
                      <a:pt x="94726" y="21616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37" name="Freeform 36">
                <a:extLst>
                  <a:ext uri="{FF2B5EF4-FFF2-40B4-BE49-F238E27FC236}">
                    <a16:creationId xmlns:a16="http://schemas.microsoft.com/office/drawing/2014/main" id="{6FDDFBDC-B453-7D2A-C574-D85BCC191BA0}"/>
                  </a:ext>
                </a:extLst>
              </p:cNvPr>
              <p:cNvSpPr/>
              <p:nvPr/>
            </p:nvSpPr>
            <p:spPr>
              <a:xfrm>
                <a:off x="5999371" y="3289300"/>
                <a:ext cx="21779" cy="216069"/>
              </a:xfrm>
              <a:custGeom>
                <a:avLst/>
                <a:gdLst>
                  <a:gd name="connsiteX0" fmla="*/ 0 w 21779"/>
                  <a:gd name="connsiteY0" fmla="*/ 23097 h 216069"/>
                  <a:gd name="connsiteX1" fmla="*/ 0 w 21779"/>
                  <a:gd name="connsiteY1" fmla="*/ 0 h 216069"/>
                  <a:gd name="connsiteX2" fmla="*/ 21779 w 21779"/>
                  <a:gd name="connsiteY2" fmla="*/ 0 h 216069"/>
                  <a:gd name="connsiteX3" fmla="*/ 21779 w 21779"/>
                  <a:gd name="connsiteY3" fmla="*/ 23097 h 216069"/>
                  <a:gd name="connsiteX4" fmla="*/ 0 w 21779"/>
                  <a:gd name="connsiteY4" fmla="*/ 23097 h 216069"/>
                  <a:gd name="connsiteX5" fmla="*/ 1522 w 21779"/>
                  <a:gd name="connsiteY5" fmla="*/ 216069 h 216069"/>
                  <a:gd name="connsiteX6" fmla="*/ 1522 w 21779"/>
                  <a:gd name="connsiteY6" fmla="*/ 66032 h 216069"/>
                  <a:gd name="connsiteX7" fmla="*/ 20258 w 21779"/>
                  <a:gd name="connsiteY7" fmla="*/ 66032 h 216069"/>
                  <a:gd name="connsiteX8" fmla="*/ 20258 w 21779"/>
                  <a:gd name="connsiteY8" fmla="*/ 216069 h 216069"/>
                  <a:gd name="connsiteX9" fmla="*/ 1522 w 21779"/>
                  <a:gd name="connsiteY9" fmla="*/ 216069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779" h="216069">
                    <a:moveTo>
                      <a:pt x="0" y="23097"/>
                    </a:moveTo>
                    <a:lnTo>
                      <a:pt x="0" y="0"/>
                    </a:lnTo>
                    <a:lnTo>
                      <a:pt x="21779" y="0"/>
                    </a:lnTo>
                    <a:lnTo>
                      <a:pt x="21779" y="23097"/>
                    </a:lnTo>
                    <a:lnTo>
                      <a:pt x="0" y="23097"/>
                    </a:lnTo>
                    <a:close/>
                    <a:moveTo>
                      <a:pt x="1522" y="216069"/>
                    </a:moveTo>
                    <a:lnTo>
                      <a:pt x="1522" y="66032"/>
                    </a:lnTo>
                    <a:lnTo>
                      <a:pt x="20258" y="66032"/>
                    </a:lnTo>
                    <a:lnTo>
                      <a:pt x="20258" y="216069"/>
                    </a:lnTo>
                    <a:lnTo>
                      <a:pt x="1522" y="21606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38" name="Freeform 37">
                <a:extLst>
                  <a:ext uri="{FF2B5EF4-FFF2-40B4-BE49-F238E27FC236}">
                    <a16:creationId xmlns:a16="http://schemas.microsoft.com/office/drawing/2014/main" id="{80F813B3-C579-E53D-C075-FDBF2A80D2DA}"/>
                  </a:ext>
                </a:extLst>
              </p:cNvPr>
              <p:cNvSpPr/>
              <p:nvPr/>
            </p:nvSpPr>
            <p:spPr>
              <a:xfrm>
                <a:off x="6069179" y="3351978"/>
                <a:ext cx="114222" cy="153390"/>
              </a:xfrm>
              <a:custGeom>
                <a:avLst/>
                <a:gdLst>
                  <a:gd name="connsiteX0" fmla="*/ 95677 w 114222"/>
                  <a:gd name="connsiteY0" fmla="*/ 153391 h 153390"/>
                  <a:gd name="connsiteX1" fmla="*/ 95677 w 114222"/>
                  <a:gd name="connsiteY1" fmla="*/ 58301 h 153390"/>
                  <a:gd name="connsiteX2" fmla="*/ 59537 w 114222"/>
                  <a:gd name="connsiteY2" fmla="*/ 15646 h 153390"/>
                  <a:gd name="connsiteX3" fmla="*/ 19687 w 114222"/>
                  <a:gd name="connsiteY3" fmla="*/ 39954 h 153390"/>
                  <a:gd name="connsiteX4" fmla="*/ 19687 w 114222"/>
                  <a:gd name="connsiteY4" fmla="*/ 153391 h 153390"/>
                  <a:gd name="connsiteX5" fmla="*/ 951 w 114222"/>
                  <a:gd name="connsiteY5" fmla="*/ 153391 h 153390"/>
                  <a:gd name="connsiteX6" fmla="*/ 951 w 114222"/>
                  <a:gd name="connsiteY6" fmla="*/ 30920 h 153390"/>
                  <a:gd name="connsiteX7" fmla="*/ 0 w 114222"/>
                  <a:gd name="connsiteY7" fmla="*/ 3353 h 153390"/>
                  <a:gd name="connsiteX8" fmla="*/ 15598 w 114222"/>
                  <a:gd name="connsiteY8" fmla="*/ 3353 h 153390"/>
                  <a:gd name="connsiteX9" fmla="*/ 17119 w 114222"/>
                  <a:gd name="connsiteY9" fmla="*/ 24028 h 153390"/>
                  <a:gd name="connsiteX10" fmla="*/ 63056 w 114222"/>
                  <a:gd name="connsiteY10" fmla="*/ 0 h 153390"/>
                  <a:gd name="connsiteX11" fmla="*/ 114223 w 114222"/>
                  <a:gd name="connsiteY11" fmla="*/ 59419 h 153390"/>
                  <a:gd name="connsiteX12" fmla="*/ 114223 w 114222"/>
                  <a:gd name="connsiteY12" fmla="*/ 153391 h 153390"/>
                  <a:gd name="connsiteX13" fmla="*/ 95487 w 114222"/>
                  <a:gd name="connsiteY13" fmla="*/ 153391 h 153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14222" h="153390">
                    <a:moveTo>
                      <a:pt x="95677" y="153391"/>
                    </a:moveTo>
                    <a:lnTo>
                      <a:pt x="95677" y="58301"/>
                    </a:lnTo>
                    <a:cubicBezTo>
                      <a:pt x="95677" y="31013"/>
                      <a:pt x="84359" y="15646"/>
                      <a:pt x="59537" y="15646"/>
                    </a:cubicBezTo>
                    <a:cubicBezTo>
                      <a:pt x="39279" y="15646"/>
                      <a:pt x="27010" y="29151"/>
                      <a:pt x="19687" y="39954"/>
                    </a:cubicBezTo>
                    <a:lnTo>
                      <a:pt x="19687" y="153391"/>
                    </a:lnTo>
                    <a:lnTo>
                      <a:pt x="951" y="153391"/>
                    </a:lnTo>
                    <a:lnTo>
                      <a:pt x="951" y="30920"/>
                    </a:lnTo>
                    <a:cubicBezTo>
                      <a:pt x="951" y="25798"/>
                      <a:pt x="381" y="8382"/>
                      <a:pt x="0" y="3353"/>
                    </a:cubicBezTo>
                    <a:lnTo>
                      <a:pt x="15598" y="3353"/>
                    </a:lnTo>
                    <a:lnTo>
                      <a:pt x="17119" y="24028"/>
                    </a:lnTo>
                    <a:cubicBezTo>
                      <a:pt x="26344" y="10803"/>
                      <a:pt x="42513" y="0"/>
                      <a:pt x="63056" y="0"/>
                    </a:cubicBezTo>
                    <a:cubicBezTo>
                      <a:pt x="100432" y="0"/>
                      <a:pt x="114223" y="23097"/>
                      <a:pt x="114223" y="59419"/>
                    </a:cubicBezTo>
                    <a:lnTo>
                      <a:pt x="114223" y="153391"/>
                    </a:lnTo>
                    <a:lnTo>
                      <a:pt x="95487" y="153391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39" name="Freeform 38">
                <a:extLst>
                  <a:ext uri="{FF2B5EF4-FFF2-40B4-BE49-F238E27FC236}">
                    <a16:creationId xmlns:a16="http://schemas.microsoft.com/office/drawing/2014/main" id="{A245479B-4B83-C686-1227-4B0E2A9D2B84}"/>
                  </a:ext>
                </a:extLst>
              </p:cNvPr>
              <p:cNvSpPr/>
              <p:nvPr/>
            </p:nvSpPr>
            <p:spPr>
              <a:xfrm>
                <a:off x="6224013" y="3289300"/>
                <a:ext cx="125730" cy="219328"/>
              </a:xfrm>
              <a:custGeom>
                <a:avLst/>
                <a:gdLst>
                  <a:gd name="connsiteX0" fmla="*/ 109753 w 125730"/>
                  <a:gd name="connsiteY0" fmla="*/ 216069 h 219328"/>
                  <a:gd name="connsiteX1" fmla="*/ 108231 w 125730"/>
                  <a:gd name="connsiteY1" fmla="*/ 192320 h 219328"/>
                  <a:gd name="connsiteX2" fmla="*/ 60392 w 125730"/>
                  <a:gd name="connsiteY2" fmla="*/ 219329 h 219328"/>
                  <a:gd name="connsiteX3" fmla="*/ 0 w 125730"/>
                  <a:gd name="connsiteY3" fmla="*/ 140352 h 219328"/>
                  <a:gd name="connsiteX4" fmla="*/ 63151 w 125730"/>
                  <a:gd name="connsiteY4" fmla="*/ 62586 h 219328"/>
                  <a:gd name="connsiteX5" fmla="*/ 106044 w 125730"/>
                  <a:gd name="connsiteY5" fmla="*/ 79350 h 219328"/>
                  <a:gd name="connsiteX6" fmla="*/ 106044 w 125730"/>
                  <a:gd name="connsiteY6" fmla="*/ 0 h 219328"/>
                  <a:gd name="connsiteX7" fmla="*/ 124779 w 125730"/>
                  <a:gd name="connsiteY7" fmla="*/ 0 h 219328"/>
                  <a:gd name="connsiteX8" fmla="*/ 124779 w 125730"/>
                  <a:gd name="connsiteY8" fmla="*/ 187850 h 219328"/>
                  <a:gd name="connsiteX9" fmla="*/ 125730 w 125730"/>
                  <a:gd name="connsiteY9" fmla="*/ 216069 h 219328"/>
                  <a:gd name="connsiteX10" fmla="*/ 109753 w 125730"/>
                  <a:gd name="connsiteY10" fmla="*/ 216069 h 219328"/>
                  <a:gd name="connsiteX11" fmla="*/ 106044 w 125730"/>
                  <a:gd name="connsiteY11" fmla="*/ 95369 h 219328"/>
                  <a:gd name="connsiteX12" fmla="*/ 67145 w 125730"/>
                  <a:gd name="connsiteY12" fmla="*/ 77953 h 219328"/>
                  <a:gd name="connsiteX13" fmla="*/ 19592 w 125730"/>
                  <a:gd name="connsiteY13" fmla="*/ 141004 h 219328"/>
                  <a:gd name="connsiteX14" fmla="*/ 64958 w 125730"/>
                  <a:gd name="connsiteY14" fmla="*/ 204055 h 219328"/>
                  <a:gd name="connsiteX15" fmla="*/ 106044 w 125730"/>
                  <a:gd name="connsiteY15" fmla="*/ 177046 h 219328"/>
                  <a:gd name="connsiteX16" fmla="*/ 106044 w 125730"/>
                  <a:gd name="connsiteY16" fmla="*/ 95462 h 2193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5730" h="219328">
                    <a:moveTo>
                      <a:pt x="109753" y="216069"/>
                    </a:moveTo>
                    <a:lnTo>
                      <a:pt x="108231" y="192320"/>
                    </a:lnTo>
                    <a:cubicBezTo>
                      <a:pt x="99386" y="204893"/>
                      <a:pt x="84645" y="219329"/>
                      <a:pt x="60392" y="219329"/>
                    </a:cubicBezTo>
                    <a:cubicBezTo>
                      <a:pt x="19592" y="219329"/>
                      <a:pt x="0" y="183938"/>
                      <a:pt x="0" y="140352"/>
                    </a:cubicBezTo>
                    <a:cubicBezTo>
                      <a:pt x="0" y="91736"/>
                      <a:pt x="28151" y="62586"/>
                      <a:pt x="63151" y="62586"/>
                    </a:cubicBezTo>
                    <a:cubicBezTo>
                      <a:pt x="82172" y="62586"/>
                      <a:pt x="97199" y="70409"/>
                      <a:pt x="106044" y="79350"/>
                    </a:cubicBezTo>
                    <a:lnTo>
                      <a:pt x="106044" y="0"/>
                    </a:lnTo>
                    <a:lnTo>
                      <a:pt x="124779" y="0"/>
                    </a:lnTo>
                    <a:lnTo>
                      <a:pt x="124779" y="187850"/>
                    </a:lnTo>
                    <a:cubicBezTo>
                      <a:pt x="124779" y="195021"/>
                      <a:pt x="125350" y="209457"/>
                      <a:pt x="125730" y="216069"/>
                    </a:cubicBezTo>
                    <a:lnTo>
                      <a:pt x="109753" y="216069"/>
                    </a:lnTo>
                    <a:close/>
                    <a:moveTo>
                      <a:pt x="106044" y="95369"/>
                    </a:moveTo>
                    <a:cubicBezTo>
                      <a:pt x="96533" y="86335"/>
                      <a:pt x="86737" y="77953"/>
                      <a:pt x="67145" y="77953"/>
                    </a:cubicBezTo>
                    <a:cubicBezTo>
                      <a:pt x="47553" y="77953"/>
                      <a:pt x="19592" y="93878"/>
                      <a:pt x="19592" y="141004"/>
                    </a:cubicBezTo>
                    <a:cubicBezTo>
                      <a:pt x="19592" y="178257"/>
                      <a:pt x="36140" y="204055"/>
                      <a:pt x="64958" y="204055"/>
                    </a:cubicBezTo>
                    <a:cubicBezTo>
                      <a:pt x="84264" y="204055"/>
                      <a:pt x="97484" y="190271"/>
                      <a:pt x="106044" y="177046"/>
                    </a:cubicBezTo>
                    <a:lnTo>
                      <a:pt x="106044" y="9546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</p:grpSp>
        <p:grpSp>
          <p:nvGrpSpPr>
            <p:cNvPr id="14" name="Graphic 17">
              <a:extLst>
                <a:ext uri="{FF2B5EF4-FFF2-40B4-BE49-F238E27FC236}">
                  <a16:creationId xmlns:a16="http://schemas.microsoft.com/office/drawing/2014/main" id="{BAD01340-3C66-5E17-379B-D843827E50B3}"/>
                </a:ext>
              </a:extLst>
            </p:cNvPr>
            <p:cNvGrpSpPr/>
            <p:nvPr/>
          </p:nvGrpSpPr>
          <p:grpSpPr>
            <a:xfrm>
              <a:off x="6465963" y="3289300"/>
              <a:ext cx="1730364" cy="282193"/>
              <a:chOff x="6465963" y="3289300"/>
              <a:chExt cx="1730364" cy="282193"/>
            </a:xfrm>
            <a:grpFill/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93F44E80-8447-343F-D655-26FC41862E89}"/>
                  </a:ext>
                </a:extLst>
              </p:cNvPr>
              <p:cNvSpPr/>
              <p:nvPr/>
            </p:nvSpPr>
            <p:spPr>
              <a:xfrm>
                <a:off x="6465963" y="3355424"/>
                <a:ext cx="145512" cy="216069"/>
              </a:xfrm>
              <a:custGeom>
                <a:avLst/>
                <a:gdLst>
                  <a:gd name="connsiteX0" fmla="*/ 93204 w 145512"/>
                  <a:gd name="connsiteY0" fmla="*/ 161121 h 216069"/>
                  <a:gd name="connsiteX1" fmla="*/ 18451 w 145512"/>
                  <a:gd name="connsiteY1" fmla="*/ 216069 h 216069"/>
                  <a:gd name="connsiteX2" fmla="*/ 13220 w 145512"/>
                  <a:gd name="connsiteY2" fmla="*/ 189061 h 216069"/>
                  <a:gd name="connsiteX3" fmla="*/ 58871 w 145512"/>
                  <a:gd name="connsiteY3" fmla="*/ 159072 h 216069"/>
                  <a:gd name="connsiteX4" fmla="*/ 61914 w 145512"/>
                  <a:gd name="connsiteY4" fmla="*/ 149479 h 216069"/>
                  <a:gd name="connsiteX5" fmla="*/ 0 w 145512"/>
                  <a:gd name="connsiteY5" fmla="*/ 0 h 216069"/>
                  <a:gd name="connsiteX6" fmla="*/ 36426 w 145512"/>
                  <a:gd name="connsiteY6" fmla="*/ 0 h 216069"/>
                  <a:gd name="connsiteX7" fmla="*/ 63056 w 145512"/>
                  <a:gd name="connsiteY7" fmla="*/ 68453 h 216069"/>
                  <a:gd name="connsiteX8" fmla="*/ 78368 w 145512"/>
                  <a:gd name="connsiteY8" fmla="*/ 114368 h 216069"/>
                  <a:gd name="connsiteX9" fmla="*/ 111179 w 145512"/>
                  <a:gd name="connsiteY9" fmla="*/ 0 h 216069"/>
                  <a:gd name="connsiteX10" fmla="*/ 145513 w 145512"/>
                  <a:gd name="connsiteY10" fmla="*/ 0 h 216069"/>
                  <a:gd name="connsiteX11" fmla="*/ 93109 w 145512"/>
                  <a:gd name="connsiteY11" fmla="*/ 161214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5512" h="216069">
                    <a:moveTo>
                      <a:pt x="93204" y="161121"/>
                    </a:moveTo>
                    <a:cubicBezTo>
                      <a:pt x="80650" y="199492"/>
                      <a:pt x="52118" y="211878"/>
                      <a:pt x="18451" y="216069"/>
                    </a:cubicBezTo>
                    <a:lnTo>
                      <a:pt x="13220" y="189061"/>
                    </a:lnTo>
                    <a:cubicBezTo>
                      <a:pt x="37472" y="185428"/>
                      <a:pt x="53640" y="175277"/>
                      <a:pt x="58871" y="159072"/>
                    </a:cubicBezTo>
                    <a:lnTo>
                      <a:pt x="61914" y="149479"/>
                    </a:lnTo>
                    <a:lnTo>
                      <a:pt x="0" y="0"/>
                    </a:lnTo>
                    <a:lnTo>
                      <a:pt x="36426" y="0"/>
                    </a:lnTo>
                    <a:lnTo>
                      <a:pt x="63056" y="68453"/>
                    </a:lnTo>
                    <a:cubicBezTo>
                      <a:pt x="70379" y="87638"/>
                      <a:pt x="78368" y="114368"/>
                      <a:pt x="78368" y="114368"/>
                    </a:cubicBezTo>
                    <a:lnTo>
                      <a:pt x="111179" y="0"/>
                    </a:lnTo>
                    <a:lnTo>
                      <a:pt x="145513" y="0"/>
                    </a:lnTo>
                    <a:lnTo>
                      <a:pt x="93109" y="161214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FEF9EAD4-EDFA-C006-DE69-63EDA03DFF0B}"/>
                  </a:ext>
                </a:extLst>
              </p:cNvPr>
              <p:cNvSpPr/>
              <p:nvPr/>
            </p:nvSpPr>
            <p:spPr>
              <a:xfrm>
                <a:off x="6629927" y="3351140"/>
                <a:ext cx="147795" cy="158419"/>
              </a:xfrm>
              <a:custGeom>
                <a:avLst/>
                <a:gdLst>
                  <a:gd name="connsiteX0" fmla="*/ 73898 w 147795"/>
                  <a:gd name="connsiteY0" fmla="*/ 158420 h 158419"/>
                  <a:gd name="connsiteX1" fmla="*/ 0 w 147795"/>
                  <a:gd name="connsiteY1" fmla="*/ 78605 h 158419"/>
                  <a:gd name="connsiteX2" fmla="*/ 73898 w 147795"/>
                  <a:gd name="connsiteY2" fmla="*/ 0 h 158419"/>
                  <a:gd name="connsiteX3" fmla="*/ 147795 w 147795"/>
                  <a:gd name="connsiteY3" fmla="*/ 78605 h 158419"/>
                  <a:gd name="connsiteX4" fmla="*/ 73898 w 147795"/>
                  <a:gd name="connsiteY4" fmla="*/ 158420 h 158419"/>
                  <a:gd name="connsiteX5" fmla="*/ 73898 w 147795"/>
                  <a:gd name="connsiteY5" fmla="*/ 26357 h 158419"/>
                  <a:gd name="connsiteX6" fmla="*/ 34714 w 147795"/>
                  <a:gd name="connsiteY6" fmla="*/ 78605 h 158419"/>
                  <a:gd name="connsiteX7" fmla="*/ 73898 w 147795"/>
                  <a:gd name="connsiteY7" fmla="*/ 132063 h 158419"/>
                  <a:gd name="connsiteX8" fmla="*/ 113081 w 147795"/>
                  <a:gd name="connsiteY8" fmla="*/ 78605 h 158419"/>
                  <a:gd name="connsiteX9" fmla="*/ 73898 w 147795"/>
                  <a:gd name="connsiteY9" fmla="*/ 26357 h 158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7795" h="158419">
                    <a:moveTo>
                      <a:pt x="73898" y="158420"/>
                    </a:moveTo>
                    <a:cubicBezTo>
                      <a:pt x="26725" y="158420"/>
                      <a:pt x="0" y="124799"/>
                      <a:pt x="0" y="78605"/>
                    </a:cubicBezTo>
                    <a:cubicBezTo>
                      <a:pt x="0" y="32410"/>
                      <a:pt x="27581" y="0"/>
                      <a:pt x="73898" y="0"/>
                    </a:cubicBezTo>
                    <a:cubicBezTo>
                      <a:pt x="120214" y="0"/>
                      <a:pt x="147795" y="32410"/>
                      <a:pt x="147795" y="78605"/>
                    </a:cubicBezTo>
                    <a:cubicBezTo>
                      <a:pt x="147795" y="124799"/>
                      <a:pt x="120214" y="158420"/>
                      <a:pt x="73898" y="158420"/>
                    </a:cubicBezTo>
                    <a:close/>
                    <a:moveTo>
                      <a:pt x="73898" y="26357"/>
                    </a:moveTo>
                    <a:cubicBezTo>
                      <a:pt x="47838" y="26357"/>
                      <a:pt x="34714" y="47405"/>
                      <a:pt x="34714" y="78605"/>
                    </a:cubicBezTo>
                    <a:cubicBezTo>
                      <a:pt x="34714" y="109804"/>
                      <a:pt x="48504" y="132063"/>
                      <a:pt x="73898" y="132063"/>
                    </a:cubicBezTo>
                    <a:cubicBezTo>
                      <a:pt x="99291" y="132063"/>
                      <a:pt x="113081" y="109897"/>
                      <a:pt x="113081" y="78605"/>
                    </a:cubicBezTo>
                    <a:cubicBezTo>
                      <a:pt x="113081" y="47312"/>
                      <a:pt x="99005" y="26357"/>
                      <a:pt x="73898" y="26357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77BF0AAC-0CBC-F279-24CC-E5A021AC360C}"/>
                  </a:ext>
                </a:extLst>
              </p:cNvPr>
              <p:cNvSpPr/>
              <p:nvPr/>
            </p:nvSpPr>
            <p:spPr>
              <a:xfrm>
                <a:off x="6812911" y="3355331"/>
                <a:ext cx="127252" cy="153949"/>
              </a:xfrm>
              <a:custGeom>
                <a:avLst/>
                <a:gdLst>
                  <a:gd name="connsiteX0" fmla="*/ 99957 w 127252"/>
                  <a:gd name="connsiteY0" fmla="*/ 150038 h 153949"/>
                  <a:gd name="connsiteX1" fmla="*/ 97199 w 127252"/>
                  <a:gd name="connsiteY1" fmla="*/ 132622 h 153949"/>
                  <a:gd name="connsiteX2" fmla="*/ 53069 w 127252"/>
                  <a:gd name="connsiteY2" fmla="*/ 153949 h 153949"/>
                  <a:gd name="connsiteX3" fmla="*/ 0 w 127252"/>
                  <a:gd name="connsiteY3" fmla="*/ 95462 h 153949"/>
                  <a:gd name="connsiteX4" fmla="*/ 0 w 127252"/>
                  <a:gd name="connsiteY4" fmla="*/ 0 h 153949"/>
                  <a:gd name="connsiteX5" fmla="*/ 34048 w 127252"/>
                  <a:gd name="connsiteY5" fmla="*/ 0 h 153949"/>
                  <a:gd name="connsiteX6" fmla="*/ 34048 w 127252"/>
                  <a:gd name="connsiteY6" fmla="*/ 90619 h 153949"/>
                  <a:gd name="connsiteX7" fmla="*/ 60107 w 127252"/>
                  <a:gd name="connsiteY7" fmla="*/ 127220 h 153949"/>
                  <a:gd name="connsiteX8" fmla="*/ 91682 w 127252"/>
                  <a:gd name="connsiteY8" fmla="*/ 108035 h 153949"/>
                  <a:gd name="connsiteX9" fmla="*/ 91682 w 127252"/>
                  <a:gd name="connsiteY9" fmla="*/ 0 h 153949"/>
                  <a:gd name="connsiteX10" fmla="*/ 125731 w 127252"/>
                  <a:gd name="connsiteY10" fmla="*/ 0 h 153949"/>
                  <a:gd name="connsiteX11" fmla="*/ 125731 w 127252"/>
                  <a:gd name="connsiteY11" fmla="*/ 123029 h 153949"/>
                  <a:gd name="connsiteX12" fmla="*/ 127252 w 127252"/>
                  <a:gd name="connsiteY12" fmla="*/ 150038 h 153949"/>
                  <a:gd name="connsiteX13" fmla="*/ 99957 w 127252"/>
                  <a:gd name="connsiteY13" fmla="*/ 150038 h 153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7252" h="153949">
                    <a:moveTo>
                      <a:pt x="99957" y="150038"/>
                    </a:moveTo>
                    <a:lnTo>
                      <a:pt x="97199" y="132622"/>
                    </a:lnTo>
                    <a:cubicBezTo>
                      <a:pt x="86452" y="146126"/>
                      <a:pt x="71425" y="153949"/>
                      <a:pt x="53069" y="153949"/>
                    </a:cubicBezTo>
                    <a:cubicBezTo>
                      <a:pt x="15027" y="153949"/>
                      <a:pt x="0" y="131784"/>
                      <a:pt x="0" y="95462"/>
                    </a:cubicBezTo>
                    <a:lnTo>
                      <a:pt x="0" y="0"/>
                    </a:lnTo>
                    <a:lnTo>
                      <a:pt x="34048" y="0"/>
                    </a:lnTo>
                    <a:lnTo>
                      <a:pt x="34048" y="90619"/>
                    </a:lnTo>
                    <a:cubicBezTo>
                      <a:pt x="34048" y="117069"/>
                      <a:pt x="39850" y="127220"/>
                      <a:pt x="60107" y="127220"/>
                    </a:cubicBezTo>
                    <a:cubicBezTo>
                      <a:pt x="76085" y="127220"/>
                      <a:pt x="86452" y="115485"/>
                      <a:pt x="91682" y="108035"/>
                    </a:cubicBezTo>
                    <a:lnTo>
                      <a:pt x="91682" y="0"/>
                    </a:lnTo>
                    <a:lnTo>
                      <a:pt x="125731" y="0"/>
                    </a:lnTo>
                    <a:lnTo>
                      <a:pt x="125731" y="123029"/>
                    </a:lnTo>
                    <a:cubicBezTo>
                      <a:pt x="125731" y="128151"/>
                      <a:pt x="126967" y="144915"/>
                      <a:pt x="127252" y="150038"/>
                    </a:cubicBezTo>
                    <a:lnTo>
                      <a:pt x="99957" y="150038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9F132D36-DBE9-EB79-7DE2-E716F58641B1}"/>
                  </a:ext>
                </a:extLst>
              </p:cNvPr>
              <p:cNvSpPr/>
              <p:nvPr/>
            </p:nvSpPr>
            <p:spPr>
              <a:xfrm>
                <a:off x="6980013" y="3351140"/>
                <a:ext cx="93204" cy="154228"/>
              </a:xfrm>
              <a:custGeom>
                <a:avLst/>
                <a:gdLst>
                  <a:gd name="connsiteX0" fmla="*/ 83123 w 93204"/>
                  <a:gd name="connsiteY0" fmla="*/ 37160 h 154228"/>
                  <a:gd name="connsiteX1" fmla="*/ 68381 w 93204"/>
                  <a:gd name="connsiteY1" fmla="*/ 32690 h 154228"/>
                  <a:gd name="connsiteX2" fmla="*/ 35570 w 93204"/>
                  <a:gd name="connsiteY2" fmla="*/ 56066 h 154228"/>
                  <a:gd name="connsiteX3" fmla="*/ 35570 w 93204"/>
                  <a:gd name="connsiteY3" fmla="*/ 154229 h 154228"/>
                  <a:gd name="connsiteX4" fmla="*/ 1521 w 93204"/>
                  <a:gd name="connsiteY4" fmla="*/ 154229 h 154228"/>
                  <a:gd name="connsiteX5" fmla="*/ 1521 w 93204"/>
                  <a:gd name="connsiteY5" fmla="*/ 32410 h 154228"/>
                  <a:gd name="connsiteX6" fmla="*/ 0 w 93204"/>
                  <a:gd name="connsiteY6" fmla="*/ 4191 h 154228"/>
                  <a:gd name="connsiteX7" fmla="*/ 26059 w 93204"/>
                  <a:gd name="connsiteY7" fmla="*/ 4191 h 154228"/>
                  <a:gd name="connsiteX8" fmla="*/ 28817 w 93204"/>
                  <a:gd name="connsiteY8" fmla="*/ 29710 h 154228"/>
                  <a:gd name="connsiteX9" fmla="*/ 77892 w 93204"/>
                  <a:gd name="connsiteY9" fmla="*/ 0 h 154228"/>
                  <a:gd name="connsiteX10" fmla="*/ 93204 w 93204"/>
                  <a:gd name="connsiteY10" fmla="*/ 2421 h 154228"/>
                  <a:gd name="connsiteX11" fmla="*/ 83123 w 93204"/>
                  <a:gd name="connsiteY11" fmla="*/ 37253 h 1542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93204" h="154228">
                    <a:moveTo>
                      <a:pt x="83123" y="37160"/>
                    </a:moveTo>
                    <a:cubicBezTo>
                      <a:pt x="78177" y="34180"/>
                      <a:pt x="73898" y="32690"/>
                      <a:pt x="68381" y="32690"/>
                    </a:cubicBezTo>
                    <a:cubicBezTo>
                      <a:pt x="53640" y="32690"/>
                      <a:pt x="44129" y="42934"/>
                      <a:pt x="35570" y="56066"/>
                    </a:cubicBezTo>
                    <a:lnTo>
                      <a:pt x="35570" y="154229"/>
                    </a:lnTo>
                    <a:lnTo>
                      <a:pt x="1521" y="154229"/>
                    </a:lnTo>
                    <a:lnTo>
                      <a:pt x="1521" y="32410"/>
                    </a:lnTo>
                    <a:cubicBezTo>
                      <a:pt x="1521" y="27288"/>
                      <a:pt x="285" y="9313"/>
                      <a:pt x="0" y="4191"/>
                    </a:cubicBezTo>
                    <a:lnTo>
                      <a:pt x="26059" y="4191"/>
                    </a:lnTo>
                    <a:lnTo>
                      <a:pt x="28817" y="29710"/>
                    </a:lnTo>
                    <a:cubicBezTo>
                      <a:pt x="37091" y="14063"/>
                      <a:pt x="51452" y="0"/>
                      <a:pt x="77892" y="0"/>
                    </a:cubicBezTo>
                    <a:cubicBezTo>
                      <a:pt x="83123" y="0"/>
                      <a:pt x="88924" y="931"/>
                      <a:pt x="93204" y="2421"/>
                    </a:cubicBezTo>
                    <a:lnTo>
                      <a:pt x="83123" y="37253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10DCBF52-0351-AD78-9AF6-AA27C7FDB235}"/>
                  </a:ext>
                </a:extLst>
              </p:cNvPr>
              <p:cNvSpPr/>
              <p:nvPr/>
            </p:nvSpPr>
            <p:spPr>
              <a:xfrm>
                <a:off x="7192956" y="3351140"/>
                <a:ext cx="218744" cy="154321"/>
              </a:xfrm>
              <a:custGeom>
                <a:avLst/>
                <a:gdLst>
                  <a:gd name="connsiteX0" fmla="*/ 184982 w 218744"/>
                  <a:gd name="connsiteY0" fmla="*/ 154229 h 154321"/>
                  <a:gd name="connsiteX1" fmla="*/ 184982 w 218744"/>
                  <a:gd name="connsiteY1" fmla="*/ 67242 h 154321"/>
                  <a:gd name="connsiteX2" fmla="*/ 157972 w 218744"/>
                  <a:gd name="connsiteY2" fmla="*/ 27288 h 154321"/>
                  <a:gd name="connsiteX3" fmla="*/ 126682 w 218744"/>
                  <a:gd name="connsiteY3" fmla="*/ 47405 h 154321"/>
                  <a:gd name="connsiteX4" fmla="*/ 127252 w 218744"/>
                  <a:gd name="connsiteY4" fmla="*/ 57277 h 154321"/>
                  <a:gd name="connsiteX5" fmla="*/ 127252 w 218744"/>
                  <a:gd name="connsiteY5" fmla="*/ 154229 h 154321"/>
                  <a:gd name="connsiteX6" fmla="*/ 93204 w 218744"/>
                  <a:gd name="connsiteY6" fmla="*/ 154229 h 154321"/>
                  <a:gd name="connsiteX7" fmla="*/ 93204 w 218744"/>
                  <a:gd name="connsiteY7" fmla="*/ 67522 h 154321"/>
                  <a:gd name="connsiteX8" fmla="*/ 66194 w 218744"/>
                  <a:gd name="connsiteY8" fmla="*/ 27288 h 154321"/>
                  <a:gd name="connsiteX9" fmla="*/ 35570 w 218744"/>
                  <a:gd name="connsiteY9" fmla="*/ 47405 h 154321"/>
                  <a:gd name="connsiteX10" fmla="*/ 35570 w 218744"/>
                  <a:gd name="connsiteY10" fmla="*/ 154229 h 154321"/>
                  <a:gd name="connsiteX11" fmla="*/ 1522 w 218744"/>
                  <a:gd name="connsiteY11" fmla="*/ 154229 h 154321"/>
                  <a:gd name="connsiteX12" fmla="*/ 1522 w 218744"/>
                  <a:gd name="connsiteY12" fmla="*/ 31200 h 154321"/>
                  <a:gd name="connsiteX13" fmla="*/ 0 w 218744"/>
                  <a:gd name="connsiteY13" fmla="*/ 4191 h 154321"/>
                  <a:gd name="connsiteX14" fmla="*/ 26630 w 218744"/>
                  <a:gd name="connsiteY14" fmla="*/ 4191 h 154321"/>
                  <a:gd name="connsiteX15" fmla="*/ 29958 w 218744"/>
                  <a:gd name="connsiteY15" fmla="*/ 22818 h 154321"/>
                  <a:gd name="connsiteX16" fmla="*/ 72281 w 218744"/>
                  <a:gd name="connsiteY16" fmla="*/ 0 h 154321"/>
                  <a:gd name="connsiteX17" fmla="*/ 118217 w 218744"/>
                  <a:gd name="connsiteY17" fmla="*/ 24028 h 154321"/>
                  <a:gd name="connsiteX18" fmla="*/ 164154 w 218744"/>
                  <a:gd name="connsiteY18" fmla="*/ 0 h 154321"/>
                  <a:gd name="connsiteX19" fmla="*/ 218745 w 218744"/>
                  <a:gd name="connsiteY19" fmla="*/ 68453 h 154321"/>
                  <a:gd name="connsiteX20" fmla="*/ 218745 w 218744"/>
                  <a:gd name="connsiteY20" fmla="*/ 154322 h 154321"/>
                  <a:gd name="connsiteX21" fmla="*/ 184697 w 218744"/>
                  <a:gd name="connsiteY21" fmla="*/ 154322 h 1543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18744" h="154321">
                    <a:moveTo>
                      <a:pt x="184982" y="154229"/>
                    </a:moveTo>
                    <a:lnTo>
                      <a:pt x="184982" y="67242"/>
                    </a:lnTo>
                    <a:cubicBezTo>
                      <a:pt x="184982" y="42655"/>
                      <a:pt x="179180" y="27288"/>
                      <a:pt x="157972" y="27288"/>
                    </a:cubicBezTo>
                    <a:cubicBezTo>
                      <a:pt x="144181" y="27288"/>
                      <a:pt x="133719" y="37160"/>
                      <a:pt x="126682" y="47405"/>
                    </a:cubicBezTo>
                    <a:cubicBezTo>
                      <a:pt x="126967" y="50106"/>
                      <a:pt x="127252" y="54297"/>
                      <a:pt x="127252" y="57277"/>
                    </a:cubicBezTo>
                    <a:lnTo>
                      <a:pt x="127252" y="154229"/>
                    </a:lnTo>
                    <a:lnTo>
                      <a:pt x="93204" y="154229"/>
                    </a:lnTo>
                    <a:lnTo>
                      <a:pt x="93204" y="67522"/>
                    </a:lnTo>
                    <a:cubicBezTo>
                      <a:pt x="93204" y="41724"/>
                      <a:pt x="88639" y="27288"/>
                      <a:pt x="66194" y="27288"/>
                    </a:cubicBezTo>
                    <a:cubicBezTo>
                      <a:pt x="53355" y="27288"/>
                      <a:pt x="42322" y="38092"/>
                      <a:pt x="35570" y="47405"/>
                    </a:cubicBezTo>
                    <a:lnTo>
                      <a:pt x="35570" y="154229"/>
                    </a:lnTo>
                    <a:lnTo>
                      <a:pt x="1522" y="154229"/>
                    </a:lnTo>
                    <a:lnTo>
                      <a:pt x="1522" y="31200"/>
                    </a:lnTo>
                    <a:cubicBezTo>
                      <a:pt x="1522" y="26077"/>
                      <a:pt x="285" y="9313"/>
                      <a:pt x="0" y="4191"/>
                    </a:cubicBezTo>
                    <a:lnTo>
                      <a:pt x="26630" y="4191"/>
                    </a:lnTo>
                    <a:lnTo>
                      <a:pt x="29958" y="22818"/>
                    </a:lnTo>
                    <a:cubicBezTo>
                      <a:pt x="40991" y="9872"/>
                      <a:pt x="55067" y="0"/>
                      <a:pt x="72281" y="0"/>
                    </a:cubicBezTo>
                    <a:cubicBezTo>
                      <a:pt x="96153" y="0"/>
                      <a:pt x="109087" y="9034"/>
                      <a:pt x="118217" y="24028"/>
                    </a:cubicBezTo>
                    <a:cubicBezTo>
                      <a:pt x="128013" y="11083"/>
                      <a:pt x="142755" y="0"/>
                      <a:pt x="164154" y="0"/>
                    </a:cubicBezTo>
                    <a:cubicBezTo>
                      <a:pt x="202481" y="0"/>
                      <a:pt x="218745" y="20676"/>
                      <a:pt x="218745" y="68453"/>
                    </a:cubicBezTo>
                    <a:lnTo>
                      <a:pt x="218745" y="154322"/>
                    </a:lnTo>
                    <a:lnTo>
                      <a:pt x="184697" y="15432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7A2BE8D5-042D-1A27-C4BE-0DF6F3EF2DA0}"/>
                  </a:ext>
                </a:extLst>
              </p:cNvPr>
              <p:cNvSpPr/>
              <p:nvPr/>
            </p:nvSpPr>
            <p:spPr>
              <a:xfrm>
                <a:off x="7454879" y="3289300"/>
                <a:ext cx="36425" cy="216069"/>
              </a:xfrm>
              <a:custGeom>
                <a:avLst/>
                <a:gdLst>
                  <a:gd name="connsiteX0" fmla="*/ 0 w 36425"/>
                  <a:gd name="connsiteY0" fmla="*/ 32969 h 216069"/>
                  <a:gd name="connsiteX1" fmla="*/ 0 w 36425"/>
                  <a:gd name="connsiteY1" fmla="*/ 0 h 216069"/>
                  <a:gd name="connsiteX2" fmla="*/ 36426 w 36425"/>
                  <a:gd name="connsiteY2" fmla="*/ 0 h 216069"/>
                  <a:gd name="connsiteX3" fmla="*/ 36426 w 36425"/>
                  <a:gd name="connsiteY3" fmla="*/ 32969 h 216069"/>
                  <a:gd name="connsiteX4" fmla="*/ 0 w 36425"/>
                  <a:gd name="connsiteY4" fmla="*/ 32969 h 216069"/>
                  <a:gd name="connsiteX5" fmla="*/ 1236 w 36425"/>
                  <a:gd name="connsiteY5" fmla="*/ 216069 h 216069"/>
                  <a:gd name="connsiteX6" fmla="*/ 1236 w 36425"/>
                  <a:gd name="connsiteY6" fmla="*/ 66032 h 216069"/>
                  <a:gd name="connsiteX7" fmla="*/ 35284 w 36425"/>
                  <a:gd name="connsiteY7" fmla="*/ 66032 h 216069"/>
                  <a:gd name="connsiteX8" fmla="*/ 35284 w 36425"/>
                  <a:gd name="connsiteY8" fmla="*/ 216069 h 216069"/>
                  <a:gd name="connsiteX9" fmla="*/ 1236 w 36425"/>
                  <a:gd name="connsiteY9" fmla="*/ 216069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6425" h="216069">
                    <a:moveTo>
                      <a:pt x="0" y="32969"/>
                    </a:moveTo>
                    <a:lnTo>
                      <a:pt x="0" y="0"/>
                    </a:lnTo>
                    <a:lnTo>
                      <a:pt x="36426" y="0"/>
                    </a:lnTo>
                    <a:lnTo>
                      <a:pt x="36426" y="32969"/>
                    </a:lnTo>
                    <a:lnTo>
                      <a:pt x="0" y="32969"/>
                    </a:lnTo>
                    <a:close/>
                    <a:moveTo>
                      <a:pt x="1236" y="216069"/>
                    </a:moveTo>
                    <a:lnTo>
                      <a:pt x="1236" y="66032"/>
                    </a:lnTo>
                    <a:lnTo>
                      <a:pt x="35284" y="66032"/>
                    </a:lnTo>
                    <a:lnTo>
                      <a:pt x="35284" y="216069"/>
                    </a:lnTo>
                    <a:lnTo>
                      <a:pt x="1236" y="21606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8BBC0770-2629-ECF2-F877-444A21CD1196}"/>
                  </a:ext>
                </a:extLst>
              </p:cNvPr>
              <p:cNvSpPr/>
              <p:nvPr/>
            </p:nvSpPr>
            <p:spPr>
              <a:xfrm>
                <a:off x="7520502" y="3351326"/>
                <a:ext cx="120689" cy="157954"/>
              </a:xfrm>
              <a:custGeom>
                <a:avLst/>
                <a:gdLst>
                  <a:gd name="connsiteX0" fmla="*/ 61914 w 120689"/>
                  <a:gd name="connsiteY0" fmla="*/ 157954 h 157954"/>
                  <a:gd name="connsiteX1" fmla="*/ 0 w 120689"/>
                  <a:gd name="connsiteY1" fmla="*/ 139048 h 157954"/>
                  <a:gd name="connsiteX2" fmla="*/ 15598 w 120689"/>
                  <a:gd name="connsiteY2" fmla="*/ 115299 h 157954"/>
                  <a:gd name="connsiteX3" fmla="*/ 60678 w 120689"/>
                  <a:gd name="connsiteY3" fmla="*/ 131784 h 157954"/>
                  <a:gd name="connsiteX4" fmla="*/ 85786 w 120689"/>
                  <a:gd name="connsiteY4" fmla="*/ 115020 h 157954"/>
                  <a:gd name="connsiteX5" fmla="*/ 55732 w 120689"/>
                  <a:gd name="connsiteY5" fmla="*/ 91271 h 157954"/>
                  <a:gd name="connsiteX6" fmla="*/ 6372 w 120689"/>
                  <a:gd name="connsiteY6" fmla="*/ 44145 h 157954"/>
                  <a:gd name="connsiteX7" fmla="*/ 64577 w 120689"/>
                  <a:gd name="connsiteY7" fmla="*/ 0 h 157954"/>
                  <a:gd name="connsiteX8" fmla="*/ 118788 w 120689"/>
                  <a:gd name="connsiteY8" fmla="*/ 16205 h 157954"/>
                  <a:gd name="connsiteX9" fmla="*/ 104427 w 120689"/>
                  <a:gd name="connsiteY9" fmla="*/ 39302 h 157954"/>
                  <a:gd name="connsiteX10" fmla="*/ 65528 w 120689"/>
                  <a:gd name="connsiteY10" fmla="*/ 26077 h 157954"/>
                  <a:gd name="connsiteX11" fmla="*/ 41276 w 120689"/>
                  <a:gd name="connsiteY11" fmla="*/ 41724 h 157954"/>
                  <a:gd name="connsiteX12" fmla="*/ 75895 w 120689"/>
                  <a:gd name="connsiteY12" fmla="*/ 64821 h 157954"/>
                  <a:gd name="connsiteX13" fmla="*/ 120690 w 120689"/>
                  <a:gd name="connsiteY13" fmla="*/ 113716 h 157954"/>
                  <a:gd name="connsiteX14" fmla="*/ 61819 w 120689"/>
                  <a:gd name="connsiteY14" fmla="*/ 157861 h 157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0689" h="157954">
                    <a:moveTo>
                      <a:pt x="61914" y="157954"/>
                    </a:moveTo>
                    <a:cubicBezTo>
                      <a:pt x="33097" y="157954"/>
                      <a:pt x="16263" y="149572"/>
                      <a:pt x="0" y="139048"/>
                    </a:cubicBezTo>
                    <a:lnTo>
                      <a:pt x="15598" y="115299"/>
                    </a:lnTo>
                    <a:cubicBezTo>
                      <a:pt x="28817" y="124612"/>
                      <a:pt x="44129" y="131784"/>
                      <a:pt x="60678" y="131784"/>
                    </a:cubicBezTo>
                    <a:cubicBezTo>
                      <a:pt x="77226" y="131784"/>
                      <a:pt x="85786" y="124612"/>
                      <a:pt x="85786" y="115020"/>
                    </a:cubicBezTo>
                    <a:cubicBezTo>
                      <a:pt x="85786" y="101795"/>
                      <a:pt x="76941" y="96672"/>
                      <a:pt x="55732" y="91271"/>
                    </a:cubicBezTo>
                    <a:cubicBezTo>
                      <a:pt x="32146" y="85310"/>
                      <a:pt x="6372" y="73855"/>
                      <a:pt x="6372" y="44145"/>
                    </a:cubicBezTo>
                    <a:cubicBezTo>
                      <a:pt x="6372" y="16578"/>
                      <a:pt x="30244" y="0"/>
                      <a:pt x="64577" y="0"/>
                    </a:cubicBezTo>
                    <a:cubicBezTo>
                      <a:pt x="86356" y="0"/>
                      <a:pt x="101669" y="4191"/>
                      <a:pt x="118788" y="16205"/>
                    </a:cubicBezTo>
                    <a:lnTo>
                      <a:pt x="104427" y="39302"/>
                    </a:lnTo>
                    <a:cubicBezTo>
                      <a:pt x="91207" y="29430"/>
                      <a:pt x="74659" y="26077"/>
                      <a:pt x="65528" y="26077"/>
                    </a:cubicBezTo>
                    <a:cubicBezTo>
                      <a:pt x="48029" y="26077"/>
                      <a:pt x="41276" y="32410"/>
                      <a:pt x="41276" y="41724"/>
                    </a:cubicBezTo>
                    <a:cubicBezTo>
                      <a:pt x="41276" y="54669"/>
                      <a:pt x="52594" y="58488"/>
                      <a:pt x="75895" y="64821"/>
                    </a:cubicBezTo>
                    <a:cubicBezTo>
                      <a:pt x="95487" y="69943"/>
                      <a:pt x="120690" y="80095"/>
                      <a:pt x="120690" y="113716"/>
                    </a:cubicBezTo>
                    <a:cubicBezTo>
                      <a:pt x="120690" y="144915"/>
                      <a:pt x="90922" y="157861"/>
                      <a:pt x="61819" y="157861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6E52C48F-4E41-581C-0E20-D0B1337AEFA5}"/>
                  </a:ext>
                </a:extLst>
              </p:cNvPr>
              <p:cNvSpPr/>
              <p:nvPr/>
            </p:nvSpPr>
            <p:spPr>
              <a:xfrm>
                <a:off x="7658502" y="3351326"/>
                <a:ext cx="120689" cy="157954"/>
              </a:xfrm>
              <a:custGeom>
                <a:avLst/>
                <a:gdLst>
                  <a:gd name="connsiteX0" fmla="*/ 61914 w 120689"/>
                  <a:gd name="connsiteY0" fmla="*/ 157954 h 157954"/>
                  <a:gd name="connsiteX1" fmla="*/ 0 w 120689"/>
                  <a:gd name="connsiteY1" fmla="*/ 139048 h 157954"/>
                  <a:gd name="connsiteX2" fmla="*/ 15597 w 120689"/>
                  <a:gd name="connsiteY2" fmla="*/ 115299 h 157954"/>
                  <a:gd name="connsiteX3" fmla="*/ 60678 w 120689"/>
                  <a:gd name="connsiteY3" fmla="*/ 131784 h 157954"/>
                  <a:gd name="connsiteX4" fmla="*/ 85786 w 120689"/>
                  <a:gd name="connsiteY4" fmla="*/ 115020 h 157954"/>
                  <a:gd name="connsiteX5" fmla="*/ 55732 w 120689"/>
                  <a:gd name="connsiteY5" fmla="*/ 91271 h 157954"/>
                  <a:gd name="connsiteX6" fmla="*/ 6372 w 120689"/>
                  <a:gd name="connsiteY6" fmla="*/ 44145 h 157954"/>
                  <a:gd name="connsiteX7" fmla="*/ 64577 w 120689"/>
                  <a:gd name="connsiteY7" fmla="*/ 0 h 157954"/>
                  <a:gd name="connsiteX8" fmla="*/ 118788 w 120689"/>
                  <a:gd name="connsiteY8" fmla="*/ 16205 h 157954"/>
                  <a:gd name="connsiteX9" fmla="*/ 104427 w 120689"/>
                  <a:gd name="connsiteY9" fmla="*/ 39302 h 157954"/>
                  <a:gd name="connsiteX10" fmla="*/ 65528 w 120689"/>
                  <a:gd name="connsiteY10" fmla="*/ 26077 h 157954"/>
                  <a:gd name="connsiteX11" fmla="*/ 41276 w 120689"/>
                  <a:gd name="connsiteY11" fmla="*/ 41724 h 157954"/>
                  <a:gd name="connsiteX12" fmla="*/ 75895 w 120689"/>
                  <a:gd name="connsiteY12" fmla="*/ 64821 h 157954"/>
                  <a:gd name="connsiteX13" fmla="*/ 120690 w 120689"/>
                  <a:gd name="connsiteY13" fmla="*/ 113716 h 157954"/>
                  <a:gd name="connsiteX14" fmla="*/ 61819 w 120689"/>
                  <a:gd name="connsiteY14" fmla="*/ 157861 h 157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0689" h="157954">
                    <a:moveTo>
                      <a:pt x="61914" y="157954"/>
                    </a:moveTo>
                    <a:cubicBezTo>
                      <a:pt x="33097" y="157954"/>
                      <a:pt x="16263" y="149572"/>
                      <a:pt x="0" y="139048"/>
                    </a:cubicBezTo>
                    <a:lnTo>
                      <a:pt x="15597" y="115299"/>
                    </a:lnTo>
                    <a:cubicBezTo>
                      <a:pt x="28817" y="124612"/>
                      <a:pt x="44129" y="131784"/>
                      <a:pt x="60678" y="131784"/>
                    </a:cubicBezTo>
                    <a:cubicBezTo>
                      <a:pt x="77226" y="131784"/>
                      <a:pt x="85786" y="124612"/>
                      <a:pt x="85786" y="115020"/>
                    </a:cubicBezTo>
                    <a:cubicBezTo>
                      <a:pt x="85786" y="101795"/>
                      <a:pt x="76941" y="96672"/>
                      <a:pt x="55732" y="91271"/>
                    </a:cubicBezTo>
                    <a:cubicBezTo>
                      <a:pt x="32146" y="85310"/>
                      <a:pt x="6372" y="73855"/>
                      <a:pt x="6372" y="44145"/>
                    </a:cubicBezTo>
                    <a:cubicBezTo>
                      <a:pt x="6372" y="16578"/>
                      <a:pt x="30244" y="0"/>
                      <a:pt x="64577" y="0"/>
                    </a:cubicBezTo>
                    <a:cubicBezTo>
                      <a:pt x="86356" y="0"/>
                      <a:pt x="101669" y="4191"/>
                      <a:pt x="118788" y="16205"/>
                    </a:cubicBezTo>
                    <a:lnTo>
                      <a:pt x="104427" y="39302"/>
                    </a:lnTo>
                    <a:cubicBezTo>
                      <a:pt x="91207" y="29430"/>
                      <a:pt x="74659" y="26077"/>
                      <a:pt x="65528" y="26077"/>
                    </a:cubicBezTo>
                    <a:cubicBezTo>
                      <a:pt x="48029" y="26077"/>
                      <a:pt x="41276" y="32410"/>
                      <a:pt x="41276" y="41724"/>
                    </a:cubicBezTo>
                    <a:cubicBezTo>
                      <a:pt x="41276" y="54669"/>
                      <a:pt x="52594" y="58488"/>
                      <a:pt x="75895" y="64821"/>
                    </a:cubicBezTo>
                    <a:cubicBezTo>
                      <a:pt x="95487" y="69943"/>
                      <a:pt x="120690" y="80095"/>
                      <a:pt x="120690" y="113716"/>
                    </a:cubicBezTo>
                    <a:cubicBezTo>
                      <a:pt x="120690" y="144915"/>
                      <a:pt x="90922" y="157861"/>
                      <a:pt x="61819" y="157861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6C1F57CE-E6C4-C3A7-E0CE-58F921EFB2BD}"/>
                  </a:ext>
                </a:extLst>
              </p:cNvPr>
              <p:cNvSpPr/>
              <p:nvPr/>
            </p:nvSpPr>
            <p:spPr>
              <a:xfrm>
                <a:off x="7812954" y="3289300"/>
                <a:ext cx="36425" cy="216069"/>
              </a:xfrm>
              <a:custGeom>
                <a:avLst/>
                <a:gdLst>
                  <a:gd name="connsiteX0" fmla="*/ 0 w 36425"/>
                  <a:gd name="connsiteY0" fmla="*/ 32969 h 216069"/>
                  <a:gd name="connsiteX1" fmla="*/ 0 w 36425"/>
                  <a:gd name="connsiteY1" fmla="*/ 0 h 216069"/>
                  <a:gd name="connsiteX2" fmla="*/ 36426 w 36425"/>
                  <a:gd name="connsiteY2" fmla="*/ 0 h 216069"/>
                  <a:gd name="connsiteX3" fmla="*/ 36426 w 36425"/>
                  <a:gd name="connsiteY3" fmla="*/ 32969 h 216069"/>
                  <a:gd name="connsiteX4" fmla="*/ 0 w 36425"/>
                  <a:gd name="connsiteY4" fmla="*/ 32969 h 216069"/>
                  <a:gd name="connsiteX5" fmla="*/ 1236 w 36425"/>
                  <a:gd name="connsiteY5" fmla="*/ 216069 h 216069"/>
                  <a:gd name="connsiteX6" fmla="*/ 1236 w 36425"/>
                  <a:gd name="connsiteY6" fmla="*/ 66032 h 216069"/>
                  <a:gd name="connsiteX7" fmla="*/ 35284 w 36425"/>
                  <a:gd name="connsiteY7" fmla="*/ 66032 h 216069"/>
                  <a:gd name="connsiteX8" fmla="*/ 35284 w 36425"/>
                  <a:gd name="connsiteY8" fmla="*/ 216069 h 216069"/>
                  <a:gd name="connsiteX9" fmla="*/ 1236 w 36425"/>
                  <a:gd name="connsiteY9" fmla="*/ 216069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6425" h="216069">
                    <a:moveTo>
                      <a:pt x="0" y="32969"/>
                    </a:moveTo>
                    <a:lnTo>
                      <a:pt x="0" y="0"/>
                    </a:lnTo>
                    <a:lnTo>
                      <a:pt x="36426" y="0"/>
                    </a:lnTo>
                    <a:lnTo>
                      <a:pt x="36426" y="32969"/>
                    </a:lnTo>
                    <a:lnTo>
                      <a:pt x="0" y="32969"/>
                    </a:lnTo>
                    <a:close/>
                    <a:moveTo>
                      <a:pt x="1236" y="216069"/>
                    </a:moveTo>
                    <a:lnTo>
                      <a:pt x="1236" y="66032"/>
                    </a:lnTo>
                    <a:lnTo>
                      <a:pt x="35284" y="66032"/>
                    </a:lnTo>
                    <a:lnTo>
                      <a:pt x="35284" y="216069"/>
                    </a:lnTo>
                    <a:lnTo>
                      <a:pt x="1236" y="21606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731E96B7-E74F-C264-B64F-68289A6A9EF0}"/>
                  </a:ext>
                </a:extLst>
              </p:cNvPr>
              <p:cNvSpPr/>
              <p:nvPr/>
            </p:nvSpPr>
            <p:spPr>
              <a:xfrm>
                <a:off x="7884664" y="3351140"/>
                <a:ext cx="147795" cy="158419"/>
              </a:xfrm>
              <a:custGeom>
                <a:avLst/>
                <a:gdLst>
                  <a:gd name="connsiteX0" fmla="*/ 73898 w 147795"/>
                  <a:gd name="connsiteY0" fmla="*/ 158420 h 158419"/>
                  <a:gd name="connsiteX1" fmla="*/ 0 w 147795"/>
                  <a:gd name="connsiteY1" fmla="*/ 78605 h 158419"/>
                  <a:gd name="connsiteX2" fmla="*/ 73898 w 147795"/>
                  <a:gd name="connsiteY2" fmla="*/ 0 h 158419"/>
                  <a:gd name="connsiteX3" fmla="*/ 147795 w 147795"/>
                  <a:gd name="connsiteY3" fmla="*/ 78605 h 158419"/>
                  <a:gd name="connsiteX4" fmla="*/ 73898 w 147795"/>
                  <a:gd name="connsiteY4" fmla="*/ 158420 h 158419"/>
                  <a:gd name="connsiteX5" fmla="*/ 73898 w 147795"/>
                  <a:gd name="connsiteY5" fmla="*/ 26357 h 158419"/>
                  <a:gd name="connsiteX6" fmla="*/ 34714 w 147795"/>
                  <a:gd name="connsiteY6" fmla="*/ 78605 h 158419"/>
                  <a:gd name="connsiteX7" fmla="*/ 73898 w 147795"/>
                  <a:gd name="connsiteY7" fmla="*/ 132063 h 158419"/>
                  <a:gd name="connsiteX8" fmla="*/ 113081 w 147795"/>
                  <a:gd name="connsiteY8" fmla="*/ 78605 h 158419"/>
                  <a:gd name="connsiteX9" fmla="*/ 73898 w 147795"/>
                  <a:gd name="connsiteY9" fmla="*/ 26357 h 158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7795" h="158419">
                    <a:moveTo>
                      <a:pt x="73898" y="158420"/>
                    </a:moveTo>
                    <a:cubicBezTo>
                      <a:pt x="26725" y="158420"/>
                      <a:pt x="0" y="124799"/>
                      <a:pt x="0" y="78605"/>
                    </a:cubicBezTo>
                    <a:cubicBezTo>
                      <a:pt x="0" y="32410"/>
                      <a:pt x="27581" y="0"/>
                      <a:pt x="73898" y="0"/>
                    </a:cubicBezTo>
                    <a:cubicBezTo>
                      <a:pt x="120214" y="0"/>
                      <a:pt x="147795" y="32410"/>
                      <a:pt x="147795" y="78605"/>
                    </a:cubicBezTo>
                    <a:cubicBezTo>
                      <a:pt x="147795" y="124799"/>
                      <a:pt x="120214" y="158420"/>
                      <a:pt x="73898" y="158420"/>
                    </a:cubicBezTo>
                    <a:close/>
                    <a:moveTo>
                      <a:pt x="73898" y="26357"/>
                    </a:moveTo>
                    <a:cubicBezTo>
                      <a:pt x="47838" y="26357"/>
                      <a:pt x="34714" y="47405"/>
                      <a:pt x="34714" y="78605"/>
                    </a:cubicBezTo>
                    <a:cubicBezTo>
                      <a:pt x="34714" y="109804"/>
                      <a:pt x="48504" y="132063"/>
                      <a:pt x="73898" y="132063"/>
                    </a:cubicBezTo>
                    <a:cubicBezTo>
                      <a:pt x="99291" y="132063"/>
                      <a:pt x="113081" y="109897"/>
                      <a:pt x="113081" y="78605"/>
                    </a:cubicBezTo>
                    <a:cubicBezTo>
                      <a:pt x="113081" y="47312"/>
                      <a:pt x="99006" y="26357"/>
                      <a:pt x="73898" y="26357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CBD71552-58B7-8DFE-B304-1C32FC307BDE}"/>
                  </a:ext>
                </a:extLst>
              </p:cNvPr>
              <p:cNvSpPr/>
              <p:nvPr/>
            </p:nvSpPr>
            <p:spPr>
              <a:xfrm>
                <a:off x="8066222" y="3351140"/>
                <a:ext cx="130105" cy="154228"/>
              </a:xfrm>
              <a:custGeom>
                <a:avLst/>
                <a:gdLst>
                  <a:gd name="connsiteX0" fmla="*/ 96248 w 130105"/>
                  <a:gd name="connsiteY0" fmla="*/ 154229 h 154228"/>
                  <a:gd name="connsiteX1" fmla="*/ 96248 w 130105"/>
                  <a:gd name="connsiteY1" fmla="*/ 67242 h 154228"/>
                  <a:gd name="connsiteX2" fmla="*/ 67716 w 130105"/>
                  <a:gd name="connsiteY2" fmla="*/ 27288 h 154228"/>
                  <a:gd name="connsiteX3" fmla="*/ 35570 w 130105"/>
                  <a:gd name="connsiteY3" fmla="*/ 47684 h 154228"/>
                  <a:gd name="connsiteX4" fmla="*/ 35570 w 130105"/>
                  <a:gd name="connsiteY4" fmla="*/ 154229 h 154228"/>
                  <a:gd name="connsiteX5" fmla="*/ 1522 w 130105"/>
                  <a:gd name="connsiteY5" fmla="*/ 154229 h 154228"/>
                  <a:gd name="connsiteX6" fmla="*/ 1522 w 130105"/>
                  <a:gd name="connsiteY6" fmla="*/ 31200 h 154228"/>
                  <a:gd name="connsiteX7" fmla="*/ 0 w 130105"/>
                  <a:gd name="connsiteY7" fmla="*/ 4191 h 154228"/>
                  <a:gd name="connsiteX8" fmla="*/ 26630 w 130105"/>
                  <a:gd name="connsiteY8" fmla="*/ 4191 h 154228"/>
                  <a:gd name="connsiteX9" fmla="*/ 29958 w 130105"/>
                  <a:gd name="connsiteY9" fmla="*/ 23376 h 154228"/>
                  <a:gd name="connsiteX10" fmla="*/ 75895 w 130105"/>
                  <a:gd name="connsiteY10" fmla="*/ 0 h 154228"/>
                  <a:gd name="connsiteX11" fmla="*/ 130105 w 130105"/>
                  <a:gd name="connsiteY11" fmla="*/ 69291 h 154228"/>
                  <a:gd name="connsiteX12" fmla="*/ 130105 w 130105"/>
                  <a:gd name="connsiteY12" fmla="*/ 154229 h 154228"/>
                  <a:gd name="connsiteX13" fmla="*/ 96057 w 130105"/>
                  <a:gd name="connsiteY13" fmla="*/ 154229 h 1542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30105" h="154228">
                    <a:moveTo>
                      <a:pt x="96248" y="154229"/>
                    </a:moveTo>
                    <a:lnTo>
                      <a:pt x="96248" y="67242"/>
                    </a:lnTo>
                    <a:cubicBezTo>
                      <a:pt x="96248" y="42934"/>
                      <a:pt x="91017" y="27288"/>
                      <a:pt x="67716" y="27288"/>
                    </a:cubicBezTo>
                    <a:cubicBezTo>
                      <a:pt x="53925" y="27288"/>
                      <a:pt x="43178" y="37533"/>
                      <a:pt x="35570" y="47684"/>
                    </a:cubicBezTo>
                    <a:lnTo>
                      <a:pt x="35570" y="154229"/>
                    </a:lnTo>
                    <a:lnTo>
                      <a:pt x="1522" y="154229"/>
                    </a:lnTo>
                    <a:lnTo>
                      <a:pt x="1522" y="31200"/>
                    </a:lnTo>
                    <a:cubicBezTo>
                      <a:pt x="1522" y="26077"/>
                      <a:pt x="285" y="9313"/>
                      <a:pt x="0" y="4191"/>
                    </a:cubicBezTo>
                    <a:lnTo>
                      <a:pt x="26630" y="4191"/>
                    </a:lnTo>
                    <a:lnTo>
                      <a:pt x="29958" y="23376"/>
                    </a:lnTo>
                    <a:cubicBezTo>
                      <a:pt x="39184" y="10803"/>
                      <a:pt x="54781" y="0"/>
                      <a:pt x="75895" y="0"/>
                    </a:cubicBezTo>
                    <a:cubicBezTo>
                      <a:pt x="115459" y="0"/>
                      <a:pt x="130105" y="21048"/>
                      <a:pt x="130105" y="69291"/>
                    </a:cubicBezTo>
                    <a:lnTo>
                      <a:pt x="130105" y="154229"/>
                    </a:lnTo>
                    <a:lnTo>
                      <a:pt x="96057" y="15422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</p:grp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B8C0B796-FAF2-5FEA-BEB1-A3004967892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63379" y="247853"/>
            <a:ext cx="1513752" cy="662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3719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Placeholder 35">
            <a:extLst>
              <a:ext uri="{FF2B5EF4-FFF2-40B4-BE49-F238E27FC236}">
                <a16:creationId xmlns:a16="http://schemas.microsoft.com/office/drawing/2014/main" id="{A2ADC49E-47C7-1C81-2B21-F7A84984BA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1406538"/>
            <a:ext cx="12192000" cy="5449881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84553877-9E04-C3FA-51DA-BB4282AAD082}"/>
              </a:ext>
            </a:extLst>
          </p:cNvPr>
          <p:cNvSpPr/>
          <p:nvPr userDrawn="1"/>
        </p:nvSpPr>
        <p:spPr>
          <a:xfrm>
            <a:off x="0" y="3646190"/>
            <a:ext cx="12192000" cy="1867104"/>
          </a:xfrm>
          <a:prstGeom prst="rect">
            <a:avLst/>
          </a:prstGeom>
          <a:gradFill flip="none" rotWithShape="1">
            <a:gsLst>
              <a:gs pos="100000">
                <a:schemeClr val="tx1">
                  <a:alpha val="0"/>
                </a:schemeClr>
              </a:gs>
              <a:gs pos="0">
                <a:schemeClr val="tx1">
                  <a:alpha val="0"/>
                </a:schemeClr>
              </a:gs>
              <a:gs pos="50000">
                <a:schemeClr val="tx1">
                  <a:alpha val="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CA9C52B-0E0D-882C-6C69-937FD57A38D7}"/>
              </a:ext>
            </a:extLst>
          </p:cNvPr>
          <p:cNvSpPr/>
          <p:nvPr userDrawn="1"/>
        </p:nvSpPr>
        <p:spPr>
          <a:xfrm>
            <a:off x="0" y="6138000"/>
            <a:ext cx="12192000" cy="720000"/>
          </a:xfrm>
          <a:prstGeom prst="rect">
            <a:avLst/>
          </a:prstGeom>
          <a:gradFill flip="none" rotWithShape="1">
            <a:gsLst>
              <a:gs pos="100000">
                <a:schemeClr val="tx1">
                  <a:alpha val="0"/>
                </a:schemeClr>
              </a:gs>
              <a:gs pos="0">
                <a:schemeClr val="tx1">
                  <a:alpha val="5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641DD1-7679-677C-E5F7-106CA2181E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3678" y="2276475"/>
            <a:ext cx="10801350" cy="2305050"/>
          </a:xfrm>
          <a:noFill/>
        </p:spPr>
        <p:txBody>
          <a:bodyPr anchor="b" anchorCtr="0">
            <a:noAutofit/>
          </a:bodyPr>
          <a:lstStyle>
            <a:lvl1pPr algn="l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B33BBA0-4572-0EFB-9D24-1C221E3044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2914" y="4972430"/>
            <a:ext cx="7632700" cy="307777"/>
          </a:xfrm>
        </p:spPr>
        <p:txBody>
          <a:bodyPr anchor="t" anchorCtr="0">
            <a:sp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DK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DDA069-1327-124F-225A-A74D981CE04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98761"/>
            <a:ext cx="12192000" cy="307777"/>
          </a:xfrm>
          <a:prstGeom prst="rect">
            <a:avLst/>
          </a:prstGeom>
        </p:spPr>
      </p:pic>
      <p:grpSp>
        <p:nvGrpSpPr>
          <p:cNvPr id="37" name="Graphic 17">
            <a:extLst>
              <a:ext uri="{FF2B5EF4-FFF2-40B4-BE49-F238E27FC236}">
                <a16:creationId xmlns:a16="http://schemas.microsoft.com/office/drawing/2014/main" id="{36E3B021-4009-B374-EA96-D7BA80F330F4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9103088" y="6458998"/>
            <a:ext cx="2646000" cy="177687"/>
            <a:chOff x="3994150" y="3289300"/>
            <a:chExt cx="4202178" cy="282193"/>
          </a:xfrm>
          <a:solidFill>
            <a:schemeClr val="bg1"/>
          </a:solidFill>
        </p:grpSpPr>
        <p:grpSp>
          <p:nvGrpSpPr>
            <p:cNvPr id="38" name="Graphic 17">
              <a:extLst>
                <a:ext uri="{FF2B5EF4-FFF2-40B4-BE49-F238E27FC236}">
                  <a16:creationId xmlns:a16="http://schemas.microsoft.com/office/drawing/2014/main" id="{177082D1-5F9E-B2C5-B38F-9E969A2305BF}"/>
                </a:ext>
              </a:extLst>
            </p:cNvPr>
            <p:cNvGrpSpPr/>
            <p:nvPr/>
          </p:nvGrpSpPr>
          <p:grpSpPr>
            <a:xfrm>
              <a:off x="3994150" y="3289300"/>
              <a:ext cx="2355593" cy="276140"/>
              <a:chOff x="3994150" y="3289300"/>
              <a:chExt cx="2355593" cy="276140"/>
            </a:xfrm>
            <a:grpFill/>
          </p:grpSpPr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7634E960-B343-C9C9-08E5-03394291F387}"/>
                  </a:ext>
                </a:extLst>
              </p:cNvPr>
              <p:cNvSpPr/>
              <p:nvPr/>
            </p:nvSpPr>
            <p:spPr>
              <a:xfrm>
                <a:off x="3994150" y="3293770"/>
                <a:ext cx="153596" cy="211598"/>
              </a:xfrm>
              <a:custGeom>
                <a:avLst/>
                <a:gdLst>
                  <a:gd name="connsiteX0" fmla="*/ 86452 w 153596"/>
                  <a:gd name="connsiteY0" fmla="*/ 16857 h 211598"/>
                  <a:gd name="connsiteX1" fmla="*/ 86452 w 153596"/>
                  <a:gd name="connsiteY1" fmla="*/ 211599 h 211598"/>
                  <a:gd name="connsiteX2" fmla="*/ 67145 w 153596"/>
                  <a:gd name="connsiteY2" fmla="*/ 211599 h 211598"/>
                  <a:gd name="connsiteX3" fmla="*/ 67145 w 153596"/>
                  <a:gd name="connsiteY3" fmla="*/ 16857 h 211598"/>
                  <a:gd name="connsiteX4" fmla="*/ 0 w 153596"/>
                  <a:gd name="connsiteY4" fmla="*/ 16857 h 211598"/>
                  <a:gd name="connsiteX5" fmla="*/ 0 w 153596"/>
                  <a:gd name="connsiteY5" fmla="*/ 0 h 211598"/>
                  <a:gd name="connsiteX6" fmla="*/ 153597 w 153596"/>
                  <a:gd name="connsiteY6" fmla="*/ 0 h 211598"/>
                  <a:gd name="connsiteX7" fmla="*/ 153597 w 153596"/>
                  <a:gd name="connsiteY7" fmla="*/ 16764 h 211598"/>
                  <a:gd name="connsiteX8" fmla="*/ 86452 w 153596"/>
                  <a:gd name="connsiteY8" fmla="*/ 16764 h 2115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3596" h="211598">
                    <a:moveTo>
                      <a:pt x="86452" y="16857"/>
                    </a:moveTo>
                    <a:lnTo>
                      <a:pt x="86452" y="211599"/>
                    </a:lnTo>
                    <a:lnTo>
                      <a:pt x="67145" y="211599"/>
                    </a:lnTo>
                    <a:lnTo>
                      <a:pt x="67145" y="16857"/>
                    </a:lnTo>
                    <a:lnTo>
                      <a:pt x="0" y="16857"/>
                    </a:lnTo>
                    <a:lnTo>
                      <a:pt x="0" y="0"/>
                    </a:lnTo>
                    <a:lnTo>
                      <a:pt x="153597" y="0"/>
                    </a:lnTo>
                    <a:lnTo>
                      <a:pt x="153597" y="16764"/>
                    </a:lnTo>
                    <a:lnTo>
                      <a:pt x="86452" y="16764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96962BBC-0DCA-1287-BA47-48A146C85BE3}"/>
                  </a:ext>
                </a:extLst>
              </p:cNvPr>
              <p:cNvSpPr/>
              <p:nvPr/>
            </p:nvSpPr>
            <p:spPr>
              <a:xfrm>
                <a:off x="4182936" y="3289300"/>
                <a:ext cx="113461" cy="216162"/>
              </a:xfrm>
              <a:custGeom>
                <a:avLst/>
                <a:gdLst>
                  <a:gd name="connsiteX0" fmla="*/ 94726 w 113461"/>
                  <a:gd name="connsiteY0" fmla="*/ 216069 h 216162"/>
                  <a:gd name="connsiteX1" fmla="*/ 94726 w 113461"/>
                  <a:gd name="connsiteY1" fmla="*/ 120701 h 216162"/>
                  <a:gd name="connsiteX2" fmla="*/ 58586 w 113461"/>
                  <a:gd name="connsiteY2" fmla="*/ 78418 h 216162"/>
                  <a:gd name="connsiteX3" fmla="*/ 18736 w 113461"/>
                  <a:gd name="connsiteY3" fmla="*/ 102726 h 216162"/>
                  <a:gd name="connsiteX4" fmla="*/ 18736 w 113461"/>
                  <a:gd name="connsiteY4" fmla="*/ 216162 h 216162"/>
                  <a:gd name="connsiteX5" fmla="*/ 0 w 113461"/>
                  <a:gd name="connsiteY5" fmla="*/ 216162 h 216162"/>
                  <a:gd name="connsiteX6" fmla="*/ 0 w 113461"/>
                  <a:gd name="connsiteY6" fmla="*/ 0 h 216162"/>
                  <a:gd name="connsiteX7" fmla="*/ 18736 w 113461"/>
                  <a:gd name="connsiteY7" fmla="*/ 0 h 216162"/>
                  <a:gd name="connsiteX8" fmla="*/ 18736 w 113461"/>
                  <a:gd name="connsiteY8" fmla="*/ 84658 h 216162"/>
                  <a:gd name="connsiteX9" fmla="*/ 62580 w 113461"/>
                  <a:gd name="connsiteY9" fmla="*/ 62772 h 216162"/>
                  <a:gd name="connsiteX10" fmla="*/ 113462 w 113461"/>
                  <a:gd name="connsiteY10" fmla="*/ 122191 h 216162"/>
                  <a:gd name="connsiteX11" fmla="*/ 113462 w 113461"/>
                  <a:gd name="connsiteY11" fmla="*/ 216162 h 216162"/>
                  <a:gd name="connsiteX12" fmla="*/ 94726 w 113461"/>
                  <a:gd name="connsiteY12" fmla="*/ 216162 h 216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3461" h="216162">
                    <a:moveTo>
                      <a:pt x="94726" y="216069"/>
                    </a:moveTo>
                    <a:lnTo>
                      <a:pt x="94726" y="120701"/>
                    </a:lnTo>
                    <a:cubicBezTo>
                      <a:pt x="94726" y="93133"/>
                      <a:pt x="83694" y="78418"/>
                      <a:pt x="58586" y="78418"/>
                    </a:cubicBezTo>
                    <a:cubicBezTo>
                      <a:pt x="39850" y="78418"/>
                      <a:pt x="26725" y="90991"/>
                      <a:pt x="18736" y="102726"/>
                    </a:cubicBezTo>
                    <a:lnTo>
                      <a:pt x="18736" y="216162"/>
                    </a:lnTo>
                    <a:lnTo>
                      <a:pt x="0" y="216162"/>
                    </a:lnTo>
                    <a:lnTo>
                      <a:pt x="0" y="0"/>
                    </a:lnTo>
                    <a:lnTo>
                      <a:pt x="18736" y="0"/>
                    </a:lnTo>
                    <a:lnTo>
                      <a:pt x="18736" y="84658"/>
                    </a:lnTo>
                    <a:cubicBezTo>
                      <a:pt x="28532" y="71713"/>
                      <a:pt x="43844" y="62772"/>
                      <a:pt x="62580" y="62772"/>
                    </a:cubicBezTo>
                    <a:cubicBezTo>
                      <a:pt x="101193" y="62772"/>
                      <a:pt x="113462" y="86800"/>
                      <a:pt x="113462" y="122191"/>
                    </a:cubicBezTo>
                    <a:lnTo>
                      <a:pt x="113462" y="216162"/>
                    </a:lnTo>
                    <a:lnTo>
                      <a:pt x="94726" y="21616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E21D99E8-B27D-16FE-430A-009ED03829E4}"/>
                  </a:ext>
                </a:extLst>
              </p:cNvPr>
              <p:cNvSpPr/>
              <p:nvPr/>
            </p:nvSpPr>
            <p:spPr>
              <a:xfrm>
                <a:off x="4338434" y="3352071"/>
                <a:ext cx="128108" cy="156650"/>
              </a:xfrm>
              <a:custGeom>
                <a:avLst/>
                <a:gdLst>
                  <a:gd name="connsiteX0" fmla="*/ 19877 w 128108"/>
                  <a:gd name="connsiteY0" fmla="*/ 84006 h 156650"/>
                  <a:gd name="connsiteX1" fmla="*/ 70759 w 128108"/>
                  <a:gd name="connsiteY1" fmla="*/ 141004 h 156650"/>
                  <a:gd name="connsiteX2" fmla="*/ 113937 w 128108"/>
                  <a:gd name="connsiteY2" fmla="*/ 125730 h 156650"/>
                  <a:gd name="connsiteX3" fmla="*/ 123163 w 128108"/>
                  <a:gd name="connsiteY3" fmla="*/ 138303 h 156650"/>
                  <a:gd name="connsiteX4" fmla="*/ 70759 w 128108"/>
                  <a:gd name="connsiteY4" fmla="*/ 156650 h 156650"/>
                  <a:gd name="connsiteX5" fmla="*/ 0 w 128108"/>
                  <a:gd name="connsiteY5" fmla="*/ 79815 h 156650"/>
                  <a:gd name="connsiteX6" fmla="*/ 65623 w 128108"/>
                  <a:gd name="connsiteY6" fmla="*/ 0 h 156650"/>
                  <a:gd name="connsiteX7" fmla="*/ 128108 w 128108"/>
                  <a:gd name="connsiteY7" fmla="*/ 84006 h 156650"/>
                  <a:gd name="connsiteX8" fmla="*/ 19877 w 128108"/>
                  <a:gd name="connsiteY8" fmla="*/ 84006 h 156650"/>
                  <a:gd name="connsiteX9" fmla="*/ 65528 w 128108"/>
                  <a:gd name="connsiteY9" fmla="*/ 14994 h 156650"/>
                  <a:gd name="connsiteX10" fmla="*/ 19877 w 128108"/>
                  <a:gd name="connsiteY10" fmla="*/ 69012 h 156650"/>
                  <a:gd name="connsiteX11" fmla="*/ 108802 w 128108"/>
                  <a:gd name="connsiteY11" fmla="*/ 69012 h 156650"/>
                  <a:gd name="connsiteX12" fmla="*/ 65623 w 128108"/>
                  <a:gd name="connsiteY12" fmla="*/ 14994 h 156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8108" h="156650">
                    <a:moveTo>
                      <a:pt x="19877" y="84006"/>
                    </a:moveTo>
                    <a:cubicBezTo>
                      <a:pt x="21399" y="122377"/>
                      <a:pt x="44700" y="141004"/>
                      <a:pt x="70759" y="141004"/>
                    </a:cubicBezTo>
                    <a:cubicBezTo>
                      <a:pt x="88829" y="141004"/>
                      <a:pt x="103285" y="133833"/>
                      <a:pt x="113937" y="125730"/>
                    </a:cubicBezTo>
                    <a:lnTo>
                      <a:pt x="123163" y="138303"/>
                    </a:lnTo>
                    <a:cubicBezTo>
                      <a:pt x="109087" y="149106"/>
                      <a:pt x="92824" y="156650"/>
                      <a:pt x="70759" y="156650"/>
                    </a:cubicBezTo>
                    <a:cubicBezTo>
                      <a:pt x="30910" y="156650"/>
                      <a:pt x="0" y="129642"/>
                      <a:pt x="0" y="79815"/>
                    </a:cubicBezTo>
                    <a:cubicBezTo>
                      <a:pt x="0" y="26077"/>
                      <a:pt x="31575" y="0"/>
                      <a:pt x="65623" y="0"/>
                    </a:cubicBezTo>
                    <a:cubicBezTo>
                      <a:pt x="113747" y="0"/>
                      <a:pt x="128108" y="36881"/>
                      <a:pt x="128108" y="84006"/>
                    </a:cubicBezTo>
                    <a:lnTo>
                      <a:pt x="19877" y="84006"/>
                    </a:lnTo>
                    <a:close/>
                    <a:moveTo>
                      <a:pt x="65528" y="14994"/>
                    </a:moveTo>
                    <a:cubicBezTo>
                      <a:pt x="40991" y="14994"/>
                      <a:pt x="22350" y="32969"/>
                      <a:pt x="19877" y="69012"/>
                    </a:cubicBezTo>
                    <a:lnTo>
                      <a:pt x="108802" y="69012"/>
                    </a:lnTo>
                    <a:cubicBezTo>
                      <a:pt x="108231" y="32690"/>
                      <a:pt x="92824" y="14994"/>
                      <a:pt x="65623" y="14994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CD84FE87-8C4E-B528-2340-817101F58938}"/>
                  </a:ext>
                </a:extLst>
              </p:cNvPr>
              <p:cNvSpPr/>
              <p:nvPr/>
            </p:nvSpPr>
            <p:spPr>
              <a:xfrm>
                <a:off x="4595317" y="3352071"/>
                <a:ext cx="123828" cy="213368"/>
              </a:xfrm>
              <a:custGeom>
                <a:avLst/>
                <a:gdLst>
                  <a:gd name="connsiteX0" fmla="*/ 62865 w 123828"/>
                  <a:gd name="connsiteY0" fmla="*/ 156650 h 213368"/>
                  <a:gd name="connsiteX1" fmla="*/ 19687 w 123828"/>
                  <a:gd name="connsiteY1" fmla="*/ 138676 h 213368"/>
                  <a:gd name="connsiteX2" fmla="*/ 19687 w 123828"/>
                  <a:gd name="connsiteY2" fmla="*/ 213368 h 213368"/>
                  <a:gd name="connsiteX3" fmla="*/ 951 w 123828"/>
                  <a:gd name="connsiteY3" fmla="*/ 213368 h 213368"/>
                  <a:gd name="connsiteX4" fmla="*/ 951 w 123828"/>
                  <a:gd name="connsiteY4" fmla="*/ 31479 h 213368"/>
                  <a:gd name="connsiteX5" fmla="*/ 0 w 123828"/>
                  <a:gd name="connsiteY5" fmla="*/ 3260 h 213368"/>
                  <a:gd name="connsiteX6" fmla="*/ 15597 w 123828"/>
                  <a:gd name="connsiteY6" fmla="*/ 3260 h 213368"/>
                  <a:gd name="connsiteX7" fmla="*/ 17119 w 123828"/>
                  <a:gd name="connsiteY7" fmla="*/ 26077 h 213368"/>
                  <a:gd name="connsiteX8" fmla="*/ 65243 w 123828"/>
                  <a:gd name="connsiteY8" fmla="*/ 0 h 213368"/>
                  <a:gd name="connsiteX9" fmla="*/ 123828 w 123828"/>
                  <a:gd name="connsiteY9" fmla="*/ 76835 h 213368"/>
                  <a:gd name="connsiteX10" fmla="*/ 62865 w 123828"/>
                  <a:gd name="connsiteY10" fmla="*/ 156650 h 213368"/>
                  <a:gd name="connsiteX11" fmla="*/ 61058 w 123828"/>
                  <a:gd name="connsiteY11" fmla="*/ 15274 h 213368"/>
                  <a:gd name="connsiteX12" fmla="*/ 19687 w 123828"/>
                  <a:gd name="connsiteY12" fmla="*/ 42003 h 213368"/>
                  <a:gd name="connsiteX13" fmla="*/ 19687 w 123828"/>
                  <a:gd name="connsiteY13" fmla="*/ 123309 h 213368"/>
                  <a:gd name="connsiteX14" fmla="*/ 58300 w 123828"/>
                  <a:gd name="connsiteY14" fmla="*/ 141283 h 213368"/>
                  <a:gd name="connsiteX15" fmla="*/ 104237 w 123828"/>
                  <a:gd name="connsiteY15" fmla="*/ 78232 h 213368"/>
                  <a:gd name="connsiteX16" fmla="*/ 61058 w 123828"/>
                  <a:gd name="connsiteY16" fmla="*/ 15181 h 213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3828" h="213368">
                    <a:moveTo>
                      <a:pt x="62865" y="156650"/>
                    </a:moveTo>
                    <a:cubicBezTo>
                      <a:pt x="44129" y="156650"/>
                      <a:pt x="28817" y="149758"/>
                      <a:pt x="19687" y="138676"/>
                    </a:cubicBezTo>
                    <a:lnTo>
                      <a:pt x="19687" y="213368"/>
                    </a:lnTo>
                    <a:lnTo>
                      <a:pt x="951" y="213368"/>
                    </a:lnTo>
                    <a:lnTo>
                      <a:pt x="951" y="31479"/>
                    </a:lnTo>
                    <a:cubicBezTo>
                      <a:pt x="951" y="24308"/>
                      <a:pt x="380" y="9872"/>
                      <a:pt x="0" y="3260"/>
                    </a:cubicBezTo>
                    <a:lnTo>
                      <a:pt x="15597" y="3260"/>
                    </a:lnTo>
                    <a:lnTo>
                      <a:pt x="17119" y="26077"/>
                    </a:lnTo>
                    <a:cubicBezTo>
                      <a:pt x="27200" y="13132"/>
                      <a:pt x="40420" y="0"/>
                      <a:pt x="65243" y="0"/>
                    </a:cubicBezTo>
                    <a:cubicBezTo>
                      <a:pt x="102334" y="0"/>
                      <a:pt x="123828" y="32131"/>
                      <a:pt x="123828" y="76835"/>
                    </a:cubicBezTo>
                    <a:cubicBezTo>
                      <a:pt x="123828" y="121539"/>
                      <a:pt x="102049" y="156650"/>
                      <a:pt x="62865" y="156650"/>
                    </a:cubicBezTo>
                    <a:close/>
                    <a:moveTo>
                      <a:pt x="61058" y="15274"/>
                    </a:moveTo>
                    <a:cubicBezTo>
                      <a:pt x="40515" y="15274"/>
                      <a:pt x="26440" y="32410"/>
                      <a:pt x="19687" y="42003"/>
                    </a:cubicBezTo>
                    <a:lnTo>
                      <a:pt x="19687" y="123309"/>
                    </a:lnTo>
                    <a:cubicBezTo>
                      <a:pt x="28247" y="132622"/>
                      <a:pt x="39564" y="141283"/>
                      <a:pt x="58300" y="141283"/>
                    </a:cubicBezTo>
                    <a:cubicBezTo>
                      <a:pt x="83123" y="141283"/>
                      <a:pt x="104237" y="121446"/>
                      <a:pt x="104237" y="78232"/>
                    </a:cubicBezTo>
                    <a:cubicBezTo>
                      <a:pt x="104237" y="35018"/>
                      <a:pt x="86166" y="15181"/>
                      <a:pt x="61058" y="15181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AD4A74D6-4249-59E3-878D-C3E897C77749}"/>
                  </a:ext>
                </a:extLst>
              </p:cNvPr>
              <p:cNvSpPr/>
              <p:nvPr/>
            </p:nvSpPr>
            <p:spPr>
              <a:xfrm>
                <a:off x="4752813" y="3351978"/>
                <a:ext cx="136762" cy="156743"/>
              </a:xfrm>
              <a:custGeom>
                <a:avLst/>
                <a:gdLst>
                  <a:gd name="connsiteX0" fmla="*/ 68381 w 136762"/>
                  <a:gd name="connsiteY0" fmla="*/ 156743 h 156743"/>
                  <a:gd name="connsiteX1" fmla="*/ 0 w 136762"/>
                  <a:gd name="connsiteY1" fmla="*/ 77766 h 156743"/>
                  <a:gd name="connsiteX2" fmla="*/ 68381 w 136762"/>
                  <a:gd name="connsiteY2" fmla="*/ 0 h 156743"/>
                  <a:gd name="connsiteX3" fmla="*/ 136763 w 136762"/>
                  <a:gd name="connsiteY3" fmla="*/ 77766 h 156743"/>
                  <a:gd name="connsiteX4" fmla="*/ 68381 w 136762"/>
                  <a:gd name="connsiteY4" fmla="*/ 156743 h 156743"/>
                  <a:gd name="connsiteX5" fmla="*/ 68381 w 136762"/>
                  <a:gd name="connsiteY5" fmla="*/ 15367 h 156743"/>
                  <a:gd name="connsiteX6" fmla="*/ 19687 w 136762"/>
                  <a:gd name="connsiteY6" fmla="*/ 77766 h 156743"/>
                  <a:gd name="connsiteX7" fmla="*/ 68381 w 136762"/>
                  <a:gd name="connsiteY7" fmla="*/ 141376 h 156743"/>
                  <a:gd name="connsiteX8" fmla="*/ 117076 w 136762"/>
                  <a:gd name="connsiteY8" fmla="*/ 77766 h 156743"/>
                  <a:gd name="connsiteX9" fmla="*/ 68381 w 136762"/>
                  <a:gd name="connsiteY9" fmla="*/ 15367 h 156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6762" h="156743">
                    <a:moveTo>
                      <a:pt x="68381" y="156743"/>
                    </a:moveTo>
                    <a:cubicBezTo>
                      <a:pt x="21494" y="156743"/>
                      <a:pt x="0" y="120701"/>
                      <a:pt x="0" y="77766"/>
                    </a:cubicBezTo>
                    <a:cubicBezTo>
                      <a:pt x="0" y="34832"/>
                      <a:pt x="22635" y="0"/>
                      <a:pt x="68381" y="0"/>
                    </a:cubicBezTo>
                    <a:cubicBezTo>
                      <a:pt x="114128" y="0"/>
                      <a:pt x="136763" y="36043"/>
                      <a:pt x="136763" y="77766"/>
                    </a:cubicBezTo>
                    <a:cubicBezTo>
                      <a:pt x="136763" y="119490"/>
                      <a:pt x="116220" y="156743"/>
                      <a:pt x="68381" y="156743"/>
                    </a:cubicBezTo>
                    <a:close/>
                    <a:moveTo>
                      <a:pt x="68381" y="15367"/>
                    </a:moveTo>
                    <a:cubicBezTo>
                      <a:pt x="36806" y="15367"/>
                      <a:pt x="19687" y="41817"/>
                      <a:pt x="19687" y="77766"/>
                    </a:cubicBezTo>
                    <a:cubicBezTo>
                      <a:pt x="19687" y="113716"/>
                      <a:pt x="35665" y="141376"/>
                      <a:pt x="68381" y="141376"/>
                    </a:cubicBezTo>
                    <a:cubicBezTo>
                      <a:pt x="101098" y="141376"/>
                      <a:pt x="117076" y="114088"/>
                      <a:pt x="117076" y="77766"/>
                    </a:cubicBezTo>
                    <a:cubicBezTo>
                      <a:pt x="117076" y="41444"/>
                      <a:pt x="100813" y="15367"/>
                      <a:pt x="68381" y="15367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E756EEB9-E12B-22B8-B211-ED61251C06AA}"/>
                  </a:ext>
                </a:extLst>
              </p:cNvPr>
              <p:cNvSpPr/>
              <p:nvPr/>
            </p:nvSpPr>
            <p:spPr>
              <a:xfrm>
                <a:off x="4912686" y="3355331"/>
                <a:ext cx="210089" cy="150037"/>
              </a:xfrm>
              <a:custGeom>
                <a:avLst/>
                <a:gdLst>
                  <a:gd name="connsiteX0" fmla="*/ 165390 w 210089"/>
                  <a:gd name="connsiteY0" fmla="*/ 150038 h 150037"/>
                  <a:gd name="connsiteX1" fmla="*/ 141518 w 210089"/>
                  <a:gd name="connsiteY1" fmla="*/ 150038 h 150037"/>
                  <a:gd name="connsiteX2" fmla="*/ 115174 w 210089"/>
                  <a:gd name="connsiteY2" fmla="*/ 60909 h 150037"/>
                  <a:gd name="connsiteX3" fmla="*/ 105092 w 210089"/>
                  <a:gd name="connsiteY3" fmla="*/ 23376 h 150037"/>
                  <a:gd name="connsiteX4" fmla="*/ 95011 w 210089"/>
                  <a:gd name="connsiteY4" fmla="*/ 60909 h 150037"/>
                  <a:gd name="connsiteX5" fmla="*/ 67716 w 210089"/>
                  <a:gd name="connsiteY5" fmla="*/ 150038 h 150037"/>
                  <a:gd name="connsiteX6" fmla="*/ 44129 w 210089"/>
                  <a:gd name="connsiteY6" fmla="*/ 150038 h 150037"/>
                  <a:gd name="connsiteX7" fmla="*/ 0 w 210089"/>
                  <a:gd name="connsiteY7" fmla="*/ 0 h 150037"/>
                  <a:gd name="connsiteX8" fmla="*/ 19877 w 210089"/>
                  <a:gd name="connsiteY8" fmla="*/ 0 h 150037"/>
                  <a:gd name="connsiteX9" fmla="*/ 48029 w 210089"/>
                  <a:gd name="connsiteY9" fmla="*/ 95741 h 150037"/>
                  <a:gd name="connsiteX10" fmla="*/ 56588 w 210089"/>
                  <a:gd name="connsiteY10" fmla="*/ 129921 h 150037"/>
                  <a:gd name="connsiteX11" fmla="*/ 65814 w 210089"/>
                  <a:gd name="connsiteY11" fmla="*/ 95741 h 150037"/>
                  <a:gd name="connsiteX12" fmla="*/ 94631 w 210089"/>
                  <a:gd name="connsiteY12" fmla="*/ 0 h 150037"/>
                  <a:gd name="connsiteX13" fmla="*/ 116410 w 210089"/>
                  <a:gd name="connsiteY13" fmla="*/ 0 h 150037"/>
                  <a:gd name="connsiteX14" fmla="*/ 145227 w 210089"/>
                  <a:gd name="connsiteY14" fmla="*/ 95741 h 150037"/>
                  <a:gd name="connsiteX15" fmla="*/ 154072 w 210089"/>
                  <a:gd name="connsiteY15" fmla="*/ 129921 h 150037"/>
                  <a:gd name="connsiteX16" fmla="*/ 162917 w 210089"/>
                  <a:gd name="connsiteY16" fmla="*/ 95741 h 150037"/>
                  <a:gd name="connsiteX17" fmla="*/ 191734 w 210089"/>
                  <a:gd name="connsiteY17" fmla="*/ 0 h 150037"/>
                  <a:gd name="connsiteX18" fmla="*/ 210090 w 210089"/>
                  <a:gd name="connsiteY18" fmla="*/ 0 h 150037"/>
                  <a:gd name="connsiteX19" fmla="*/ 165295 w 210089"/>
                  <a:gd name="connsiteY19" fmla="*/ 150038 h 150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10089" h="150037">
                    <a:moveTo>
                      <a:pt x="165390" y="150038"/>
                    </a:moveTo>
                    <a:lnTo>
                      <a:pt x="141518" y="150038"/>
                    </a:lnTo>
                    <a:lnTo>
                      <a:pt x="115174" y="60909"/>
                    </a:lnTo>
                    <a:cubicBezTo>
                      <a:pt x="111179" y="47125"/>
                      <a:pt x="105092" y="23376"/>
                      <a:pt x="105092" y="23376"/>
                    </a:cubicBezTo>
                    <a:cubicBezTo>
                      <a:pt x="105092" y="23376"/>
                      <a:pt x="99291" y="46474"/>
                      <a:pt x="95011" y="60909"/>
                    </a:cubicBezTo>
                    <a:lnTo>
                      <a:pt x="67716" y="150038"/>
                    </a:lnTo>
                    <a:lnTo>
                      <a:pt x="44129" y="150038"/>
                    </a:lnTo>
                    <a:lnTo>
                      <a:pt x="0" y="0"/>
                    </a:lnTo>
                    <a:lnTo>
                      <a:pt x="19877" y="0"/>
                    </a:lnTo>
                    <a:lnTo>
                      <a:pt x="48029" y="95741"/>
                    </a:lnTo>
                    <a:cubicBezTo>
                      <a:pt x="51738" y="108314"/>
                      <a:pt x="56588" y="129921"/>
                      <a:pt x="56588" y="129921"/>
                    </a:cubicBezTo>
                    <a:cubicBezTo>
                      <a:pt x="56588" y="129921"/>
                      <a:pt x="62104" y="108314"/>
                      <a:pt x="65814" y="95741"/>
                    </a:cubicBezTo>
                    <a:lnTo>
                      <a:pt x="94631" y="0"/>
                    </a:lnTo>
                    <a:lnTo>
                      <a:pt x="116410" y="0"/>
                    </a:lnTo>
                    <a:lnTo>
                      <a:pt x="145227" y="95741"/>
                    </a:lnTo>
                    <a:cubicBezTo>
                      <a:pt x="149222" y="109245"/>
                      <a:pt x="154072" y="129921"/>
                      <a:pt x="154072" y="129921"/>
                    </a:cubicBezTo>
                    <a:cubicBezTo>
                      <a:pt x="154072" y="129921"/>
                      <a:pt x="159018" y="108873"/>
                      <a:pt x="162917" y="95741"/>
                    </a:cubicBezTo>
                    <a:lnTo>
                      <a:pt x="191734" y="0"/>
                    </a:lnTo>
                    <a:lnTo>
                      <a:pt x="210090" y="0"/>
                    </a:lnTo>
                    <a:lnTo>
                      <a:pt x="165295" y="150038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4C6D44AB-3888-ACE0-9462-2637B09FD00A}"/>
                  </a:ext>
                </a:extLst>
              </p:cNvPr>
              <p:cNvSpPr/>
              <p:nvPr/>
            </p:nvSpPr>
            <p:spPr>
              <a:xfrm>
                <a:off x="5146838" y="3352071"/>
                <a:ext cx="128108" cy="156650"/>
              </a:xfrm>
              <a:custGeom>
                <a:avLst/>
                <a:gdLst>
                  <a:gd name="connsiteX0" fmla="*/ 19877 w 128108"/>
                  <a:gd name="connsiteY0" fmla="*/ 84006 h 156650"/>
                  <a:gd name="connsiteX1" fmla="*/ 70759 w 128108"/>
                  <a:gd name="connsiteY1" fmla="*/ 141004 h 156650"/>
                  <a:gd name="connsiteX2" fmla="*/ 113937 w 128108"/>
                  <a:gd name="connsiteY2" fmla="*/ 125730 h 156650"/>
                  <a:gd name="connsiteX3" fmla="*/ 123163 w 128108"/>
                  <a:gd name="connsiteY3" fmla="*/ 138303 h 156650"/>
                  <a:gd name="connsiteX4" fmla="*/ 70759 w 128108"/>
                  <a:gd name="connsiteY4" fmla="*/ 156650 h 156650"/>
                  <a:gd name="connsiteX5" fmla="*/ 0 w 128108"/>
                  <a:gd name="connsiteY5" fmla="*/ 79815 h 156650"/>
                  <a:gd name="connsiteX6" fmla="*/ 65623 w 128108"/>
                  <a:gd name="connsiteY6" fmla="*/ 0 h 156650"/>
                  <a:gd name="connsiteX7" fmla="*/ 128108 w 128108"/>
                  <a:gd name="connsiteY7" fmla="*/ 84006 h 156650"/>
                  <a:gd name="connsiteX8" fmla="*/ 19877 w 128108"/>
                  <a:gd name="connsiteY8" fmla="*/ 84006 h 156650"/>
                  <a:gd name="connsiteX9" fmla="*/ 65528 w 128108"/>
                  <a:gd name="connsiteY9" fmla="*/ 14994 h 156650"/>
                  <a:gd name="connsiteX10" fmla="*/ 19877 w 128108"/>
                  <a:gd name="connsiteY10" fmla="*/ 69012 h 156650"/>
                  <a:gd name="connsiteX11" fmla="*/ 108802 w 128108"/>
                  <a:gd name="connsiteY11" fmla="*/ 69012 h 156650"/>
                  <a:gd name="connsiteX12" fmla="*/ 65623 w 128108"/>
                  <a:gd name="connsiteY12" fmla="*/ 14994 h 156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8108" h="156650">
                    <a:moveTo>
                      <a:pt x="19877" y="84006"/>
                    </a:moveTo>
                    <a:cubicBezTo>
                      <a:pt x="21399" y="122377"/>
                      <a:pt x="44700" y="141004"/>
                      <a:pt x="70759" y="141004"/>
                    </a:cubicBezTo>
                    <a:cubicBezTo>
                      <a:pt x="88829" y="141004"/>
                      <a:pt x="103285" y="133833"/>
                      <a:pt x="113937" y="125730"/>
                    </a:cubicBezTo>
                    <a:lnTo>
                      <a:pt x="123163" y="138303"/>
                    </a:lnTo>
                    <a:cubicBezTo>
                      <a:pt x="109087" y="149106"/>
                      <a:pt x="92824" y="156650"/>
                      <a:pt x="70759" y="156650"/>
                    </a:cubicBezTo>
                    <a:cubicBezTo>
                      <a:pt x="30910" y="156650"/>
                      <a:pt x="0" y="129642"/>
                      <a:pt x="0" y="79815"/>
                    </a:cubicBezTo>
                    <a:cubicBezTo>
                      <a:pt x="0" y="26077"/>
                      <a:pt x="31575" y="0"/>
                      <a:pt x="65623" y="0"/>
                    </a:cubicBezTo>
                    <a:cubicBezTo>
                      <a:pt x="113747" y="0"/>
                      <a:pt x="128108" y="36881"/>
                      <a:pt x="128108" y="84006"/>
                    </a:cubicBezTo>
                    <a:lnTo>
                      <a:pt x="19877" y="84006"/>
                    </a:lnTo>
                    <a:close/>
                    <a:moveTo>
                      <a:pt x="65528" y="14994"/>
                    </a:moveTo>
                    <a:cubicBezTo>
                      <a:pt x="40991" y="14994"/>
                      <a:pt x="22350" y="32969"/>
                      <a:pt x="19877" y="69012"/>
                    </a:cubicBezTo>
                    <a:lnTo>
                      <a:pt x="108802" y="69012"/>
                    </a:lnTo>
                    <a:cubicBezTo>
                      <a:pt x="108231" y="32690"/>
                      <a:pt x="92824" y="14994"/>
                      <a:pt x="65623" y="14994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9" name="Freeform 58">
                <a:extLst>
                  <a:ext uri="{FF2B5EF4-FFF2-40B4-BE49-F238E27FC236}">
                    <a16:creationId xmlns:a16="http://schemas.microsoft.com/office/drawing/2014/main" id="{01B6AF5E-6B80-71EE-63E3-08A70ACC47A9}"/>
                  </a:ext>
                </a:extLst>
              </p:cNvPr>
              <p:cNvSpPr/>
              <p:nvPr/>
            </p:nvSpPr>
            <p:spPr>
              <a:xfrm>
                <a:off x="5314796" y="3351978"/>
                <a:ext cx="81506" cy="153390"/>
              </a:xfrm>
              <a:custGeom>
                <a:avLst/>
                <a:gdLst>
                  <a:gd name="connsiteX0" fmla="*/ 76370 w 81506"/>
                  <a:gd name="connsiteY0" fmla="*/ 21700 h 153390"/>
                  <a:gd name="connsiteX1" fmla="*/ 59822 w 81506"/>
                  <a:gd name="connsiteY1" fmla="*/ 17509 h 153390"/>
                  <a:gd name="connsiteX2" fmla="*/ 19687 w 81506"/>
                  <a:gd name="connsiteY2" fmla="*/ 46287 h 153390"/>
                  <a:gd name="connsiteX3" fmla="*/ 19687 w 81506"/>
                  <a:gd name="connsiteY3" fmla="*/ 153391 h 153390"/>
                  <a:gd name="connsiteX4" fmla="*/ 951 w 81506"/>
                  <a:gd name="connsiteY4" fmla="*/ 153391 h 153390"/>
                  <a:gd name="connsiteX5" fmla="*/ 951 w 81506"/>
                  <a:gd name="connsiteY5" fmla="*/ 30641 h 153390"/>
                  <a:gd name="connsiteX6" fmla="*/ 0 w 81506"/>
                  <a:gd name="connsiteY6" fmla="*/ 3353 h 153390"/>
                  <a:gd name="connsiteX7" fmla="*/ 15027 w 81506"/>
                  <a:gd name="connsiteY7" fmla="*/ 3353 h 153390"/>
                  <a:gd name="connsiteX8" fmla="*/ 16834 w 81506"/>
                  <a:gd name="connsiteY8" fmla="*/ 28219 h 153390"/>
                  <a:gd name="connsiteX9" fmla="*/ 63721 w 81506"/>
                  <a:gd name="connsiteY9" fmla="*/ 0 h 153390"/>
                  <a:gd name="connsiteX10" fmla="*/ 81506 w 81506"/>
                  <a:gd name="connsiteY10" fmla="*/ 2701 h 153390"/>
                  <a:gd name="connsiteX11" fmla="*/ 76275 w 81506"/>
                  <a:gd name="connsiteY11" fmla="*/ 21607 h 153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1506" h="153390">
                    <a:moveTo>
                      <a:pt x="76370" y="21700"/>
                    </a:moveTo>
                    <a:cubicBezTo>
                      <a:pt x="71425" y="18999"/>
                      <a:pt x="66289" y="17509"/>
                      <a:pt x="59822" y="17509"/>
                    </a:cubicBezTo>
                    <a:cubicBezTo>
                      <a:pt x="41086" y="17509"/>
                      <a:pt x="29768" y="28871"/>
                      <a:pt x="19687" y="46287"/>
                    </a:cubicBezTo>
                    <a:lnTo>
                      <a:pt x="19687" y="153391"/>
                    </a:lnTo>
                    <a:lnTo>
                      <a:pt x="951" y="153391"/>
                    </a:lnTo>
                    <a:lnTo>
                      <a:pt x="951" y="30641"/>
                    </a:lnTo>
                    <a:cubicBezTo>
                      <a:pt x="951" y="25519"/>
                      <a:pt x="380" y="8475"/>
                      <a:pt x="0" y="3353"/>
                    </a:cubicBezTo>
                    <a:lnTo>
                      <a:pt x="15027" y="3353"/>
                    </a:lnTo>
                    <a:lnTo>
                      <a:pt x="16834" y="28219"/>
                    </a:lnTo>
                    <a:cubicBezTo>
                      <a:pt x="26059" y="11083"/>
                      <a:pt x="41371" y="0"/>
                      <a:pt x="63721" y="0"/>
                    </a:cubicBezTo>
                    <a:cubicBezTo>
                      <a:pt x="70189" y="0"/>
                      <a:pt x="76275" y="931"/>
                      <a:pt x="81506" y="2701"/>
                    </a:cubicBezTo>
                    <a:lnTo>
                      <a:pt x="76275" y="21607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60" name="Freeform 59">
                <a:extLst>
                  <a:ext uri="{FF2B5EF4-FFF2-40B4-BE49-F238E27FC236}">
                    <a16:creationId xmlns:a16="http://schemas.microsoft.com/office/drawing/2014/main" id="{D67E31EE-CE00-D6ED-54C6-FFB9D3324DD9}"/>
                  </a:ext>
                </a:extLst>
              </p:cNvPr>
              <p:cNvSpPr/>
              <p:nvPr/>
            </p:nvSpPr>
            <p:spPr>
              <a:xfrm>
                <a:off x="5510715" y="3289300"/>
                <a:ext cx="123923" cy="219422"/>
              </a:xfrm>
              <a:custGeom>
                <a:avLst/>
                <a:gdLst>
                  <a:gd name="connsiteX0" fmla="*/ 63436 w 123923"/>
                  <a:gd name="connsiteY0" fmla="*/ 219422 h 219422"/>
                  <a:gd name="connsiteX1" fmla="*/ 17119 w 123923"/>
                  <a:gd name="connsiteY1" fmla="*/ 199026 h 219422"/>
                  <a:gd name="connsiteX2" fmla="*/ 15597 w 123923"/>
                  <a:gd name="connsiteY2" fmla="*/ 216162 h 219422"/>
                  <a:gd name="connsiteX3" fmla="*/ 0 w 123923"/>
                  <a:gd name="connsiteY3" fmla="*/ 216162 h 219422"/>
                  <a:gd name="connsiteX4" fmla="*/ 951 w 123923"/>
                  <a:gd name="connsiteY4" fmla="*/ 187943 h 219422"/>
                  <a:gd name="connsiteX5" fmla="*/ 951 w 123923"/>
                  <a:gd name="connsiteY5" fmla="*/ 0 h 219422"/>
                  <a:gd name="connsiteX6" fmla="*/ 19687 w 123923"/>
                  <a:gd name="connsiteY6" fmla="*/ 0 h 219422"/>
                  <a:gd name="connsiteX7" fmla="*/ 19687 w 123923"/>
                  <a:gd name="connsiteY7" fmla="*/ 86707 h 219422"/>
                  <a:gd name="connsiteX8" fmla="*/ 65053 w 123923"/>
                  <a:gd name="connsiteY8" fmla="*/ 62679 h 219422"/>
                  <a:gd name="connsiteX9" fmla="*/ 123924 w 123923"/>
                  <a:gd name="connsiteY9" fmla="*/ 140445 h 219422"/>
                  <a:gd name="connsiteX10" fmla="*/ 63531 w 123923"/>
                  <a:gd name="connsiteY10" fmla="*/ 219422 h 219422"/>
                  <a:gd name="connsiteX11" fmla="*/ 60963 w 123923"/>
                  <a:gd name="connsiteY11" fmla="*/ 78046 h 219422"/>
                  <a:gd name="connsiteX12" fmla="*/ 19592 w 123923"/>
                  <a:gd name="connsiteY12" fmla="*/ 105334 h 219422"/>
                  <a:gd name="connsiteX13" fmla="*/ 19592 w 123923"/>
                  <a:gd name="connsiteY13" fmla="*/ 186080 h 219422"/>
                  <a:gd name="connsiteX14" fmla="*/ 58776 w 123923"/>
                  <a:gd name="connsiteY14" fmla="*/ 204055 h 219422"/>
                  <a:gd name="connsiteX15" fmla="*/ 104141 w 123923"/>
                  <a:gd name="connsiteY15" fmla="*/ 141004 h 219422"/>
                  <a:gd name="connsiteX16" fmla="*/ 60963 w 123923"/>
                  <a:gd name="connsiteY16" fmla="*/ 77953 h 219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3923" h="219422">
                    <a:moveTo>
                      <a:pt x="63436" y="219422"/>
                    </a:moveTo>
                    <a:cubicBezTo>
                      <a:pt x="41086" y="219422"/>
                      <a:pt x="27010" y="211040"/>
                      <a:pt x="17119" y="199026"/>
                    </a:cubicBezTo>
                    <a:lnTo>
                      <a:pt x="15597" y="216162"/>
                    </a:lnTo>
                    <a:lnTo>
                      <a:pt x="0" y="216162"/>
                    </a:lnTo>
                    <a:cubicBezTo>
                      <a:pt x="285" y="209550"/>
                      <a:pt x="951" y="195114"/>
                      <a:pt x="951" y="187943"/>
                    </a:cubicBezTo>
                    <a:lnTo>
                      <a:pt x="951" y="0"/>
                    </a:lnTo>
                    <a:lnTo>
                      <a:pt x="19687" y="0"/>
                    </a:lnTo>
                    <a:lnTo>
                      <a:pt x="19687" y="86707"/>
                    </a:lnTo>
                    <a:cubicBezTo>
                      <a:pt x="27961" y="75904"/>
                      <a:pt x="40801" y="62679"/>
                      <a:pt x="65053" y="62679"/>
                    </a:cubicBezTo>
                    <a:cubicBezTo>
                      <a:pt x="100908" y="62679"/>
                      <a:pt x="123924" y="92668"/>
                      <a:pt x="123924" y="140445"/>
                    </a:cubicBezTo>
                    <a:cubicBezTo>
                      <a:pt x="123924" y="184311"/>
                      <a:pt x="103381" y="219422"/>
                      <a:pt x="63531" y="219422"/>
                    </a:cubicBezTo>
                    <a:close/>
                    <a:moveTo>
                      <a:pt x="60963" y="78046"/>
                    </a:moveTo>
                    <a:cubicBezTo>
                      <a:pt x="39849" y="78046"/>
                      <a:pt x="26059" y="95462"/>
                      <a:pt x="19592" y="105334"/>
                    </a:cubicBezTo>
                    <a:lnTo>
                      <a:pt x="19592" y="186080"/>
                    </a:lnTo>
                    <a:cubicBezTo>
                      <a:pt x="29673" y="196325"/>
                      <a:pt x="39849" y="204055"/>
                      <a:pt x="58776" y="204055"/>
                    </a:cubicBezTo>
                    <a:cubicBezTo>
                      <a:pt x="85405" y="204055"/>
                      <a:pt x="104141" y="180679"/>
                      <a:pt x="104141" y="141004"/>
                    </a:cubicBezTo>
                    <a:cubicBezTo>
                      <a:pt x="104141" y="93878"/>
                      <a:pt x="82647" y="77953"/>
                      <a:pt x="60963" y="77953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61" name="Freeform 60">
                <a:extLst>
                  <a:ext uri="{FF2B5EF4-FFF2-40B4-BE49-F238E27FC236}">
                    <a16:creationId xmlns:a16="http://schemas.microsoft.com/office/drawing/2014/main" id="{71EFB426-E805-F9CD-1B8C-E02421D41BA2}"/>
                  </a:ext>
                </a:extLst>
              </p:cNvPr>
              <p:cNvSpPr/>
              <p:nvPr/>
            </p:nvSpPr>
            <p:spPr>
              <a:xfrm>
                <a:off x="5668021" y="3352071"/>
                <a:ext cx="128108" cy="156650"/>
              </a:xfrm>
              <a:custGeom>
                <a:avLst/>
                <a:gdLst>
                  <a:gd name="connsiteX0" fmla="*/ 19877 w 128108"/>
                  <a:gd name="connsiteY0" fmla="*/ 84006 h 156650"/>
                  <a:gd name="connsiteX1" fmla="*/ 70759 w 128108"/>
                  <a:gd name="connsiteY1" fmla="*/ 141004 h 156650"/>
                  <a:gd name="connsiteX2" fmla="*/ 113937 w 128108"/>
                  <a:gd name="connsiteY2" fmla="*/ 125730 h 156650"/>
                  <a:gd name="connsiteX3" fmla="*/ 123163 w 128108"/>
                  <a:gd name="connsiteY3" fmla="*/ 138303 h 156650"/>
                  <a:gd name="connsiteX4" fmla="*/ 70759 w 128108"/>
                  <a:gd name="connsiteY4" fmla="*/ 156650 h 156650"/>
                  <a:gd name="connsiteX5" fmla="*/ 0 w 128108"/>
                  <a:gd name="connsiteY5" fmla="*/ 79815 h 156650"/>
                  <a:gd name="connsiteX6" fmla="*/ 65623 w 128108"/>
                  <a:gd name="connsiteY6" fmla="*/ 0 h 156650"/>
                  <a:gd name="connsiteX7" fmla="*/ 128108 w 128108"/>
                  <a:gd name="connsiteY7" fmla="*/ 84006 h 156650"/>
                  <a:gd name="connsiteX8" fmla="*/ 19877 w 128108"/>
                  <a:gd name="connsiteY8" fmla="*/ 84006 h 156650"/>
                  <a:gd name="connsiteX9" fmla="*/ 65528 w 128108"/>
                  <a:gd name="connsiteY9" fmla="*/ 14994 h 156650"/>
                  <a:gd name="connsiteX10" fmla="*/ 19877 w 128108"/>
                  <a:gd name="connsiteY10" fmla="*/ 69012 h 156650"/>
                  <a:gd name="connsiteX11" fmla="*/ 108802 w 128108"/>
                  <a:gd name="connsiteY11" fmla="*/ 69012 h 156650"/>
                  <a:gd name="connsiteX12" fmla="*/ 65623 w 128108"/>
                  <a:gd name="connsiteY12" fmla="*/ 14994 h 156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8108" h="156650">
                    <a:moveTo>
                      <a:pt x="19877" y="84006"/>
                    </a:moveTo>
                    <a:cubicBezTo>
                      <a:pt x="21399" y="122377"/>
                      <a:pt x="44700" y="141004"/>
                      <a:pt x="70759" y="141004"/>
                    </a:cubicBezTo>
                    <a:cubicBezTo>
                      <a:pt x="88829" y="141004"/>
                      <a:pt x="103285" y="133833"/>
                      <a:pt x="113937" y="125730"/>
                    </a:cubicBezTo>
                    <a:lnTo>
                      <a:pt x="123163" y="138303"/>
                    </a:lnTo>
                    <a:cubicBezTo>
                      <a:pt x="109087" y="149106"/>
                      <a:pt x="92824" y="156650"/>
                      <a:pt x="70759" y="156650"/>
                    </a:cubicBezTo>
                    <a:cubicBezTo>
                      <a:pt x="30910" y="156650"/>
                      <a:pt x="0" y="129642"/>
                      <a:pt x="0" y="79815"/>
                    </a:cubicBezTo>
                    <a:cubicBezTo>
                      <a:pt x="0" y="26077"/>
                      <a:pt x="31575" y="0"/>
                      <a:pt x="65623" y="0"/>
                    </a:cubicBezTo>
                    <a:cubicBezTo>
                      <a:pt x="113747" y="0"/>
                      <a:pt x="128108" y="36881"/>
                      <a:pt x="128108" y="84006"/>
                    </a:cubicBezTo>
                    <a:lnTo>
                      <a:pt x="19877" y="84006"/>
                    </a:lnTo>
                    <a:close/>
                    <a:moveTo>
                      <a:pt x="65528" y="14994"/>
                    </a:moveTo>
                    <a:cubicBezTo>
                      <a:pt x="40991" y="14994"/>
                      <a:pt x="22350" y="32969"/>
                      <a:pt x="19877" y="69012"/>
                    </a:cubicBezTo>
                    <a:lnTo>
                      <a:pt x="108802" y="69012"/>
                    </a:lnTo>
                    <a:cubicBezTo>
                      <a:pt x="108231" y="32690"/>
                      <a:pt x="92824" y="14994"/>
                      <a:pt x="65623" y="14994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62" name="Freeform 61">
                <a:extLst>
                  <a:ext uri="{FF2B5EF4-FFF2-40B4-BE49-F238E27FC236}">
                    <a16:creationId xmlns:a16="http://schemas.microsoft.com/office/drawing/2014/main" id="{D9058440-3650-C4B3-D4CF-B1E1CA4D5C33}"/>
                  </a:ext>
                </a:extLst>
              </p:cNvPr>
              <p:cNvSpPr/>
              <p:nvPr/>
            </p:nvSpPr>
            <p:spPr>
              <a:xfrm>
                <a:off x="5836835" y="3289300"/>
                <a:ext cx="113461" cy="216162"/>
              </a:xfrm>
              <a:custGeom>
                <a:avLst/>
                <a:gdLst>
                  <a:gd name="connsiteX0" fmla="*/ 94726 w 113461"/>
                  <a:gd name="connsiteY0" fmla="*/ 216069 h 216162"/>
                  <a:gd name="connsiteX1" fmla="*/ 94726 w 113461"/>
                  <a:gd name="connsiteY1" fmla="*/ 120701 h 216162"/>
                  <a:gd name="connsiteX2" fmla="*/ 58586 w 113461"/>
                  <a:gd name="connsiteY2" fmla="*/ 78418 h 216162"/>
                  <a:gd name="connsiteX3" fmla="*/ 18736 w 113461"/>
                  <a:gd name="connsiteY3" fmla="*/ 102726 h 216162"/>
                  <a:gd name="connsiteX4" fmla="*/ 18736 w 113461"/>
                  <a:gd name="connsiteY4" fmla="*/ 216162 h 216162"/>
                  <a:gd name="connsiteX5" fmla="*/ 0 w 113461"/>
                  <a:gd name="connsiteY5" fmla="*/ 216162 h 216162"/>
                  <a:gd name="connsiteX6" fmla="*/ 0 w 113461"/>
                  <a:gd name="connsiteY6" fmla="*/ 0 h 216162"/>
                  <a:gd name="connsiteX7" fmla="*/ 18736 w 113461"/>
                  <a:gd name="connsiteY7" fmla="*/ 0 h 216162"/>
                  <a:gd name="connsiteX8" fmla="*/ 18736 w 113461"/>
                  <a:gd name="connsiteY8" fmla="*/ 84658 h 216162"/>
                  <a:gd name="connsiteX9" fmla="*/ 62580 w 113461"/>
                  <a:gd name="connsiteY9" fmla="*/ 62772 h 216162"/>
                  <a:gd name="connsiteX10" fmla="*/ 113462 w 113461"/>
                  <a:gd name="connsiteY10" fmla="*/ 122191 h 216162"/>
                  <a:gd name="connsiteX11" fmla="*/ 113462 w 113461"/>
                  <a:gd name="connsiteY11" fmla="*/ 216162 h 216162"/>
                  <a:gd name="connsiteX12" fmla="*/ 94726 w 113461"/>
                  <a:gd name="connsiteY12" fmla="*/ 216162 h 216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3461" h="216162">
                    <a:moveTo>
                      <a:pt x="94726" y="216069"/>
                    </a:moveTo>
                    <a:lnTo>
                      <a:pt x="94726" y="120701"/>
                    </a:lnTo>
                    <a:cubicBezTo>
                      <a:pt x="94726" y="93133"/>
                      <a:pt x="83694" y="78418"/>
                      <a:pt x="58586" y="78418"/>
                    </a:cubicBezTo>
                    <a:cubicBezTo>
                      <a:pt x="39850" y="78418"/>
                      <a:pt x="26725" y="90991"/>
                      <a:pt x="18736" y="102726"/>
                    </a:cubicBezTo>
                    <a:lnTo>
                      <a:pt x="18736" y="216162"/>
                    </a:lnTo>
                    <a:lnTo>
                      <a:pt x="0" y="216162"/>
                    </a:lnTo>
                    <a:lnTo>
                      <a:pt x="0" y="0"/>
                    </a:lnTo>
                    <a:lnTo>
                      <a:pt x="18736" y="0"/>
                    </a:lnTo>
                    <a:lnTo>
                      <a:pt x="18736" y="84658"/>
                    </a:lnTo>
                    <a:cubicBezTo>
                      <a:pt x="28532" y="71713"/>
                      <a:pt x="43844" y="62772"/>
                      <a:pt x="62580" y="62772"/>
                    </a:cubicBezTo>
                    <a:cubicBezTo>
                      <a:pt x="101193" y="62772"/>
                      <a:pt x="113462" y="86800"/>
                      <a:pt x="113462" y="122191"/>
                    </a:cubicBezTo>
                    <a:lnTo>
                      <a:pt x="113462" y="216162"/>
                    </a:lnTo>
                    <a:lnTo>
                      <a:pt x="94726" y="21616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63" name="Freeform 62">
                <a:extLst>
                  <a:ext uri="{FF2B5EF4-FFF2-40B4-BE49-F238E27FC236}">
                    <a16:creationId xmlns:a16="http://schemas.microsoft.com/office/drawing/2014/main" id="{817FCE85-59B2-A9DA-DED8-DFBBF83DC221}"/>
                  </a:ext>
                </a:extLst>
              </p:cNvPr>
              <p:cNvSpPr/>
              <p:nvPr/>
            </p:nvSpPr>
            <p:spPr>
              <a:xfrm>
                <a:off x="5999371" y="3289300"/>
                <a:ext cx="21779" cy="216069"/>
              </a:xfrm>
              <a:custGeom>
                <a:avLst/>
                <a:gdLst>
                  <a:gd name="connsiteX0" fmla="*/ 0 w 21779"/>
                  <a:gd name="connsiteY0" fmla="*/ 23097 h 216069"/>
                  <a:gd name="connsiteX1" fmla="*/ 0 w 21779"/>
                  <a:gd name="connsiteY1" fmla="*/ 0 h 216069"/>
                  <a:gd name="connsiteX2" fmla="*/ 21779 w 21779"/>
                  <a:gd name="connsiteY2" fmla="*/ 0 h 216069"/>
                  <a:gd name="connsiteX3" fmla="*/ 21779 w 21779"/>
                  <a:gd name="connsiteY3" fmla="*/ 23097 h 216069"/>
                  <a:gd name="connsiteX4" fmla="*/ 0 w 21779"/>
                  <a:gd name="connsiteY4" fmla="*/ 23097 h 216069"/>
                  <a:gd name="connsiteX5" fmla="*/ 1522 w 21779"/>
                  <a:gd name="connsiteY5" fmla="*/ 216069 h 216069"/>
                  <a:gd name="connsiteX6" fmla="*/ 1522 w 21779"/>
                  <a:gd name="connsiteY6" fmla="*/ 66032 h 216069"/>
                  <a:gd name="connsiteX7" fmla="*/ 20258 w 21779"/>
                  <a:gd name="connsiteY7" fmla="*/ 66032 h 216069"/>
                  <a:gd name="connsiteX8" fmla="*/ 20258 w 21779"/>
                  <a:gd name="connsiteY8" fmla="*/ 216069 h 216069"/>
                  <a:gd name="connsiteX9" fmla="*/ 1522 w 21779"/>
                  <a:gd name="connsiteY9" fmla="*/ 216069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779" h="216069">
                    <a:moveTo>
                      <a:pt x="0" y="23097"/>
                    </a:moveTo>
                    <a:lnTo>
                      <a:pt x="0" y="0"/>
                    </a:lnTo>
                    <a:lnTo>
                      <a:pt x="21779" y="0"/>
                    </a:lnTo>
                    <a:lnTo>
                      <a:pt x="21779" y="23097"/>
                    </a:lnTo>
                    <a:lnTo>
                      <a:pt x="0" y="23097"/>
                    </a:lnTo>
                    <a:close/>
                    <a:moveTo>
                      <a:pt x="1522" y="216069"/>
                    </a:moveTo>
                    <a:lnTo>
                      <a:pt x="1522" y="66032"/>
                    </a:lnTo>
                    <a:lnTo>
                      <a:pt x="20258" y="66032"/>
                    </a:lnTo>
                    <a:lnTo>
                      <a:pt x="20258" y="216069"/>
                    </a:lnTo>
                    <a:lnTo>
                      <a:pt x="1522" y="21606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64" name="Freeform 63">
                <a:extLst>
                  <a:ext uri="{FF2B5EF4-FFF2-40B4-BE49-F238E27FC236}">
                    <a16:creationId xmlns:a16="http://schemas.microsoft.com/office/drawing/2014/main" id="{A903DE03-2BF3-D15C-57CB-D73F0F87C081}"/>
                  </a:ext>
                </a:extLst>
              </p:cNvPr>
              <p:cNvSpPr/>
              <p:nvPr/>
            </p:nvSpPr>
            <p:spPr>
              <a:xfrm>
                <a:off x="6069179" y="3351978"/>
                <a:ext cx="114222" cy="153390"/>
              </a:xfrm>
              <a:custGeom>
                <a:avLst/>
                <a:gdLst>
                  <a:gd name="connsiteX0" fmla="*/ 95677 w 114222"/>
                  <a:gd name="connsiteY0" fmla="*/ 153391 h 153390"/>
                  <a:gd name="connsiteX1" fmla="*/ 95677 w 114222"/>
                  <a:gd name="connsiteY1" fmla="*/ 58301 h 153390"/>
                  <a:gd name="connsiteX2" fmla="*/ 59537 w 114222"/>
                  <a:gd name="connsiteY2" fmla="*/ 15646 h 153390"/>
                  <a:gd name="connsiteX3" fmla="*/ 19687 w 114222"/>
                  <a:gd name="connsiteY3" fmla="*/ 39954 h 153390"/>
                  <a:gd name="connsiteX4" fmla="*/ 19687 w 114222"/>
                  <a:gd name="connsiteY4" fmla="*/ 153391 h 153390"/>
                  <a:gd name="connsiteX5" fmla="*/ 951 w 114222"/>
                  <a:gd name="connsiteY5" fmla="*/ 153391 h 153390"/>
                  <a:gd name="connsiteX6" fmla="*/ 951 w 114222"/>
                  <a:gd name="connsiteY6" fmla="*/ 30920 h 153390"/>
                  <a:gd name="connsiteX7" fmla="*/ 0 w 114222"/>
                  <a:gd name="connsiteY7" fmla="*/ 3353 h 153390"/>
                  <a:gd name="connsiteX8" fmla="*/ 15598 w 114222"/>
                  <a:gd name="connsiteY8" fmla="*/ 3353 h 153390"/>
                  <a:gd name="connsiteX9" fmla="*/ 17119 w 114222"/>
                  <a:gd name="connsiteY9" fmla="*/ 24028 h 153390"/>
                  <a:gd name="connsiteX10" fmla="*/ 63056 w 114222"/>
                  <a:gd name="connsiteY10" fmla="*/ 0 h 153390"/>
                  <a:gd name="connsiteX11" fmla="*/ 114223 w 114222"/>
                  <a:gd name="connsiteY11" fmla="*/ 59419 h 153390"/>
                  <a:gd name="connsiteX12" fmla="*/ 114223 w 114222"/>
                  <a:gd name="connsiteY12" fmla="*/ 153391 h 153390"/>
                  <a:gd name="connsiteX13" fmla="*/ 95487 w 114222"/>
                  <a:gd name="connsiteY13" fmla="*/ 153391 h 153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14222" h="153390">
                    <a:moveTo>
                      <a:pt x="95677" y="153391"/>
                    </a:moveTo>
                    <a:lnTo>
                      <a:pt x="95677" y="58301"/>
                    </a:lnTo>
                    <a:cubicBezTo>
                      <a:pt x="95677" y="31013"/>
                      <a:pt x="84359" y="15646"/>
                      <a:pt x="59537" y="15646"/>
                    </a:cubicBezTo>
                    <a:cubicBezTo>
                      <a:pt x="39279" y="15646"/>
                      <a:pt x="27010" y="29151"/>
                      <a:pt x="19687" y="39954"/>
                    </a:cubicBezTo>
                    <a:lnTo>
                      <a:pt x="19687" y="153391"/>
                    </a:lnTo>
                    <a:lnTo>
                      <a:pt x="951" y="153391"/>
                    </a:lnTo>
                    <a:lnTo>
                      <a:pt x="951" y="30920"/>
                    </a:lnTo>
                    <a:cubicBezTo>
                      <a:pt x="951" y="25798"/>
                      <a:pt x="381" y="8382"/>
                      <a:pt x="0" y="3353"/>
                    </a:cubicBezTo>
                    <a:lnTo>
                      <a:pt x="15598" y="3353"/>
                    </a:lnTo>
                    <a:lnTo>
                      <a:pt x="17119" y="24028"/>
                    </a:lnTo>
                    <a:cubicBezTo>
                      <a:pt x="26344" y="10803"/>
                      <a:pt x="42513" y="0"/>
                      <a:pt x="63056" y="0"/>
                    </a:cubicBezTo>
                    <a:cubicBezTo>
                      <a:pt x="100432" y="0"/>
                      <a:pt x="114223" y="23097"/>
                      <a:pt x="114223" y="59419"/>
                    </a:cubicBezTo>
                    <a:lnTo>
                      <a:pt x="114223" y="153391"/>
                    </a:lnTo>
                    <a:lnTo>
                      <a:pt x="95487" y="153391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93" name="Freeform 92">
                <a:extLst>
                  <a:ext uri="{FF2B5EF4-FFF2-40B4-BE49-F238E27FC236}">
                    <a16:creationId xmlns:a16="http://schemas.microsoft.com/office/drawing/2014/main" id="{5BAF1143-FC03-2469-DA0A-C1DE728DFB09}"/>
                  </a:ext>
                </a:extLst>
              </p:cNvPr>
              <p:cNvSpPr/>
              <p:nvPr/>
            </p:nvSpPr>
            <p:spPr>
              <a:xfrm>
                <a:off x="6224013" y="3289300"/>
                <a:ext cx="125730" cy="219328"/>
              </a:xfrm>
              <a:custGeom>
                <a:avLst/>
                <a:gdLst>
                  <a:gd name="connsiteX0" fmla="*/ 109753 w 125730"/>
                  <a:gd name="connsiteY0" fmla="*/ 216069 h 219328"/>
                  <a:gd name="connsiteX1" fmla="*/ 108231 w 125730"/>
                  <a:gd name="connsiteY1" fmla="*/ 192320 h 219328"/>
                  <a:gd name="connsiteX2" fmla="*/ 60392 w 125730"/>
                  <a:gd name="connsiteY2" fmla="*/ 219329 h 219328"/>
                  <a:gd name="connsiteX3" fmla="*/ 0 w 125730"/>
                  <a:gd name="connsiteY3" fmla="*/ 140352 h 219328"/>
                  <a:gd name="connsiteX4" fmla="*/ 63151 w 125730"/>
                  <a:gd name="connsiteY4" fmla="*/ 62586 h 219328"/>
                  <a:gd name="connsiteX5" fmla="*/ 106044 w 125730"/>
                  <a:gd name="connsiteY5" fmla="*/ 79350 h 219328"/>
                  <a:gd name="connsiteX6" fmla="*/ 106044 w 125730"/>
                  <a:gd name="connsiteY6" fmla="*/ 0 h 219328"/>
                  <a:gd name="connsiteX7" fmla="*/ 124779 w 125730"/>
                  <a:gd name="connsiteY7" fmla="*/ 0 h 219328"/>
                  <a:gd name="connsiteX8" fmla="*/ 124779 w 125730"/>
                  <a:gd name="connsiteY8" fmla="*/ 187850 h 219328"/>
                  <a:gd name="connsiteX9" fmla="*/ 125730 w 125730"/>
                  <a:gd name="connsiteY9" fmla="*/ 216069 h 219328"/>
                  <a:gd name="connsiteX10" fmla="*/ 109753 w 125730"/>
                  <a:gd name="connsiteY10" fmla="*/ 216069 h 219328"/>
                  <a:gd name="connsiteX11" fmla="*/ 106044 w 125730"/>
                  <a:gd name="connsiteY11" fmla="*/ 95369 h 219328"/>
                  <a:gd name="connsiteX12" fmla="*/ 67145 w 125730"/>
                  <a:gd name="connsiteY12" fmla="*/ 77953 h 219328"/>
                  <a:gd name="connsiteX13" fmla="*/ 19592 w 125730"/>
                  <a:gd name="connsiteY13" fmla="*/ 141004 h 219328"/>
                  <a:gd name="connsiteX14" fmla="*/ 64958 w 125730"/>
                  <a:gd name="connsiteY14" fmla="*/ 204055 h 219328"/>
                  <a:gd name="connsiteX15" fmla="*/ 106044 w 125730"/>
                  <a:gd name="connsiteY15" fmla="*/ 177046 h 219328"/>
                  <a:gd name="connsiteX16" fmla="*/ 106044 w 125730"/>
                  <a:gd name="connsiteY16" fmla="*/ 95462 h 2193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5730" h="219328">
                    <a:moveTo>
                      <a:pt x="109753" y="216069"/>
                    </a:moveTo>
                    <a:lnTo>
                      <a:pt x="108231" y="192320"/>
                    </a:lnTo>
                    <a:cubicBezTo>
                      <a:pt x="99386" y="204893"/>
                      <a:pt x="84645" y="219329"/>
                      <a:pt x="60392" y="219329"/>
                    </a:cubicBezTo>
                    <a:cubicBezTo>
                      <a:pt x="19592" y="219329"/>
                      <a:pt x="0" y="183938"/>
                      <a:pt x="0" y="140352"/>
                    </a:cubicBezTo>
                    <a:cubicBezTo>
                      <a:pt x="0" y="91736"/>
                      <a:pt x="28151" y="62586"/>
                      <a:pt x="63151" y="62586"/>
                    </a:cubicBezTo>
                    <a:cubicBezTo>
                      <a:pt x="82172" y="62586"/>
                      <a:pt x="97199" y="70409"/>
                      <a:pt x="106044" y="79350"/>
                    </a:cubicBezTo>
                    <a:lnTo>
                      <a:pt x="106044" y="0"/>
                    </a:lnTo>
                    <a:lnTo>
                      <a:pt x="124779" y="0"/>
                    </a:lnTo>
                    <a:lnTo>
                      <a:pt x="124779" y="187850"/>
                    </a:lnTo>
                    <a:cubicBezTo>
                      <a:pt x="124779" y="195021"/>
                      <a:pt x="125350" y="209457"/>
                      <a:pt x="125730" y="216069"/>
                    </a:cubicBezTo>
                    <a:lnTo>
                      <a:pt x="109753" y="216069"/>
                    </a:lnTo>
                    <a:close/>
                    <a:moveTo>
                      <a:pt x="106044" y="95369"/>
                    </a:moveTo>
                    <a:cubicBezTo>
                      <a:pt x="96533" y="86335"/>
                      <a:pt x="86737" y="77953"/>
                      <a:pt x="67145" y="77953"/>
                    </a:cubicBezTo>
                    <a:cubicBezTo>
                      <a:pt x="47553" y="77953"/>
                      <a:pt x="19592" y="93878"/>
                      <a:pt x="19592" y="141004"/>
                    </a:cubicBezTo>
                    <a:cubicBezTo>
                      <a:pt x="19592" y="178257"/>
                      <a:pt x="36140" y="204055"/>
                      <a:pt x="64958" y="204055"/>
                    </a:cubicBezTo>
                    <a:cubicBezTo>
                      <a:pt x="84264" y="204055"/>
                      <a:pt x="97484" y="190271"/>
                      <a:pt x="106044" y="177046"/>
                    </a:cubicBezTo>
                    <a:lnTo>
                      <a:pt x="106044" y="9546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</p:grpSp>
        <p:grpSp>
          <p:nvGrpSpPr>
            <p:cNvPr id="39" name="Graphic 17">
              <a:extLst>
                <a:ext uri="{FF2B5EF4-FFF2-40B4-BE49-F238E27FC236}">
                  <a16:creationId xmlns:a16="http://schemas.microsoft.com/office/drawing/2014/main" id="{A1350493-6939-40DA-69EC-AE18D96338B2}"/>
                </a:ext>
              </a:extLst>
            </p:cNvPr>
            <p:cNvGrpSpPr/>
            <p:nvPr/>
          </p:nvGrpSpPr>
          <p:grpSpPr>
            <a:xfrm>
              <a:off x="6465963" y="3289300"/>
              <a:ext cx="1730364" cy="282193"/>
              <a:chOff x="6465963" y="3289300"/>
              <a:chExt cx="1730364" cy="282193"/>
            </a:xfrm>
            <a:grpFill/>
          </p:grpSpPr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993077DA-7EA3-5E72-7B6D-7FAD01927FB9}"/>
                  </a:ext>
                </a:extLst>
              </p:cNvPr>
              <p:cNvSpPr/>
              <p:nvPr/>
            </p:nvSpPr>
            <p:spPr>
              <a:xfrm>
                <a:off x="6465963" y="3355424"/>
                <a:ext cx="145512" cy="216069"/>
              </a:xfrm>
              <a:custGeom>
                <a:avLst/>
                <a:gdLst>
                  <a:gd name="connsiteX0" fmla="*/ 93204 w 145512"/>
                  <a:gd name="connsiteY0" fmla="*/ 161121 h 216069"/>
                  <a:gd name="connsiteX1" fmla="*/ 18451 w 145512"/>
                  <a:gd name="connsiteY1" fmla="*/ 216069 h 216069"/>
                  <a:gd name="connsiteX2" fmla="*/ 13220 w 145512"/>
                  <a:gd name="connsiteY2" fmla="*/ 189061 h 216069"/>
                  <a:gd name="connsiteX3" fmla="*/ 58871 w 145512"/>
                  <a:gd name="connsiteY3" fmla="*/ 159072 h 216069"/>
                  <a:gd name="connsiteX4" fmla="*/ 61914 w 145512"/>
                  <a:gd name="connsiteY4" fmla="*/ 149479 h 216069"/>
                  <a:gd name="connsiteX5" fmla="*/ 0 w 145512"/>
                  <a:gd name="connsiteY5" fmla="*/ 0 h 216069"/>
                  <a:gd name="connsiteX6" fmla="*/ 36426 w 145512"/>
                  <a:gd name="connsiteY6" fmla="*/ 0 h 216069"/>
                  <a:gd name="connsiteX7" fmla="*/ 63056 w 145512"/>
                  <a:gd name="connsiteY7" fmla="*/ 68453 h 216069"/>
                  <a:gd name="connsiteX8" fmla="*/ 78368 w 145512"/>
                  <a:gd name="connsiteY8" fmla="*/ 114368 h 216069"/>
                  <a:gd name="connsiteX9" fmla="*/ 111179 w 145512"/>
                  <a:gd name="connsiteY9" fmla="*/ 0 h 216069"/>
                  <a:gd name="connsiteX10" fmla="*/ 145513 w 145512"/>
                  <a:gd name="connsiteY10" fmla="*/ 0 h 216069"/>
                  <a:gd name="connsiteX11" fmla="*/ 93109 w 145512"/>
                  <a:gd name="connsiteY11" fmla="*/ 161214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5512" h="216069">
                    <a:moveTo>
                      <a:pt x="93204" y="161121"/>
                    </a:moveTo>
                    <a:cubicBezTo>
                      <a:pt x="80650" y="199492"/>
                      <a:pt x="52118" y="211878"/>
                      <a:pt x="18451" y="216069"/>
                    </a:cubicBezTo>
                    <a:lnTo>
                      <a:pt x="13220" y="189061"/>
                    </a:lnTo>
                    <a:cubicBezTo>
                      <a:pt x="37472" y="185428"/>
                      <a:pt x="53640" y="175277"/>
                      <a:pt x="58871" y="159072"/>
                    </a:cubicBezTo>
                    <a:lnTo>
                      <a:pt x="61914" y="149479"/>
                    </a:lnTo>
                    <a:lnTo>
                      <a:pt x="0" y="0"/>
                    </a:lnTo>
                    <a:lnTo>
                      <a:pt x="36426" y="0"/>
                    </a:lnTo>
                    <a:lnTo>
                      <a:pt x="63056" y="68453"/>
                    </a:lnTo>
                    <a:cubicBezTo>
                      <a:pt x="70379" y="87638"/>
                      <a:pt x="78368" y="114368"/>
                      <a:pt x="78368" y="114368"/>
                    </a:cubicBezTo>
                    <a:lnTo>
                      <a:pt x="111179" y="0"/>
                    </a:lnTo>
                    <a:lnTo>
                      <a:pt x="145513" y="0"/>
                    </a:lnTo>
                    <a:lnTo>
                      <a:pt x="93109" y="161214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67049884-570D-53D4-AC69-D490B5D2F904}"/>
                  </a:ext>
                </a:extLst>
              </p:cNvPr>
              <p:cNvSpPr/>
              <p:nvPr/>
            </p:nvSpPr>
            <p:spPr>
              <a:xfrm>
                <a:off x="6629927" y="3351140"/>
                <a:ext cx="147795" cy="158419"/>
              </a:xfrm>
              <a:custGeom>
                <a:avLst/>
                <a:gdLst>
                  <a:gd name="connsiteX0" fmla="*/ 73898 w 147795"/>
                  <a:gd name="connsiteY0" fmla="*/ 158420 h 158419"/>
                  <a:gd name="connsiteX1" fmla="*/ 0 w 147795"/>
                  <a:gd name="connsiteY1" fmla="*/ 78605 h 158419"/>
                  <a:gd name="connsiteX2" fmla="*/ 73898 w 147795"/>
                  <a:gd name="connsiteY2" fmla="*/ 0 h 158419"/>
                  <a:gd name="connsiteX3" fmla="*/ 147795 w 147795"/>
                  <a:gd name="connsiteY3" fmla="*/ 78605 h 158419"/>
                  <a:gd name="connsiteX4" fmla="*/ 73898 w 147795"/>
                  <a:gd name="connsiteY4" fmla="*/ 158420 h 158419"/>
                  <a:gd name="connsiteX5" fmla="*/ 73898 w 147795"/>
                  <a:gd name="connsiteY5" fmla="*/ 26357 h 158419"/>
                  <a:gd name="connsiteX6" fmla="*/ 34714 w 147795"/>
                  <a:gd name="connsiteY6" fmla="*/ 78605 h 158419"/>
                  <a:gd name="connsiteX7" fmla="*/ 73898 w 147795"/>
                  <a:gd name="connsiteY7" fmla="*/ 132063 h 158419"/>
                  <a:gd name="connsiteX8" fmla="*/ 113081 w 147795"/>
                  <a:gd name="connsiteY8" fmla="*/ 78605 h 158419"/>
                  <a:gd name="connsiteX9" fmla="*/ 73898 w 147795"/>
                  <a:gd name="connsiteY9" fmla="*/ 26357 h 158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7795" h="158419">
                    <a:moveTo>
                      <a:pt x="73898" y="158420"/>
                    </a:moveTo>
                    <a:cubicBezTo>
                      <a:pt x="26725" y="158420"/>
                      <a:pt x="0" y="124799"/>
                      <a:pt x="0" y="78605"/>
                    </a:cubicBezTo>
                    <a:cubicBezTo>
                      <a:pt x="0" y="32410"/>
                      <a:pt x="27581" y="0"/>
                      <a:pt x="73898" y="0"/>
                    </a:cubicBezTo>
                    <a:cubicBezTo>
                      <a:pt x="120214" y="0"/>
                      <a:pt x="147795" y="32410"/>
                      <a:pt x="147795" y="78605"/>
                    </a:cubicBezTo>
                    <a:cubicBezTo>
                      <a:pt x="147795" y="124799"/>
                      <a:pt x="120214" y="158420"/>
                      <a:pt x="73898" y="158420"/>
                    </a:cubicBezTo>
                    <a:close/>
                    <a:moveTo>
                      <a:pt x="73898" y="26357"/>
                    </a:moveTo>
                    <a:cubicBezTo>
                      <a:pt x="47838" y="26357"/>
                      <a:pt x="34714" y="47405"/>
                      <a:pt x="34714" y="78605"/>
                    </a:cubicBezTo>
                    <a:cubicBezTo>
                      <a:pt x="34714" y="109804"/>
                      <a:pt x="48504" y="132063"/>
                      <a:pt x="73898" y="132063"/>
                    </a:cubicBezTo>
                    <a:cubicBezTo>
                      <a:pt x="99291" y="132063"/>
                      <a:pt x="113081" y="109897"/>
                      <a:pt x="113081" y="78605"/>
                    </a:cubicBezTo>
                    <a:cubicBezTo>
                      <a:pt x="113081" y="47312"/>
                      <a:pt x="99005" y="26357"/>
                      <a:pt x="73898" y="26357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E8922C67-EFC5-DA6F-28AA-7D4DC1993ABA}"/>
                  </a:ext>
                </a:extLst>
              </p:cNvPr>
              <p:cNvSpPr/>
              <p:nvPr/>
            </p:nvSpPr>
            <p:spPr>
              <a:xfrm>
                <a:off x="6812911" y="3355331"/>
                <a:ext cx="127252" cy="153949"/>
              </a:xfrm>
              <a:custGeom>
                <a:avLst/>
                <a:gdLst>
                  <a:gd name="connsiteX0" fmla="*/ 99957 w 127252"/>
                  <a:gd name="connsiteY0" fmla="*/ 150038 h 153949"/>
                  <a:gd name="connsiteX1" fmla="*/ 97199 w 127252"/>
                  <a:gd name="connsiteY1" fmla="*/ 132622 h 153949"/>
                  <a:gd name="connsiteX2" fmla="*/ 53069 w 127252"/>
                  <a:gd name="connsiteY2" fmla="*/ 153949 h 153949"/>
                  <a:gd name="connsiteX3" fmla="*/ 0 w 127252"/>
                  <a:gd name="connsiteY3" fmla="*/ 95462 h 153949"/>
                  <a:gd name="connsiteX4" fmla="*/ 0 w 127252"/>
                  <a:gd name="connsiteY4" fmla="*/ 0 h 153949"/>
                  <a:gd name="connsiteX5" fmla="*/ 34048 w 127252"/>
                  <a:gd name="connsiteY5" fmla="*/ 0 h 153949"/>
                  <a:gd name="connsiteX6" fmla="*/ 34048 w 127252"/>
                  <a:gd name="connsiteY6" fmla="*/ 90619 h 153949"/>
                  <a:gd name="connsiteX7" fmla="*/ 60107 w 127252"/>
                  <a:gd name="connsiteY7" fmla="*/ 127220 h 153949"/>
                  <a:gd name="connsiteX8" fmla="*/ 91682 w 127252"/>
                  <a:gd name="connsiteY8" fmla="*/ 108035 h 153949"/>
                  <a:gd name="connsiteX9" fmla="*/ 91682 w 127252"/>
                  <a:gd name="connsiteY9" fmla="*/ 0 h 153949"/>
                  <a:gd name="connsiteX10" fmla="*/ 125731 w 127252"/>
                  <a:gd name="connsiteY10" fmla="*/ 0 h 153949"/>
                  <a:gd name="connsiteX11" fmla="*/ 125731 w 127252"/>
                  <a:gd name="connsiteY11" fmla="*/ 123029 h 153949"/>
                  <a:gd name="connsiteX12" fmla="*/ 127252 w 127252"/>
                  <a:gd name="connsiteY12" fmla="*/ 150038 h 153949"/>
                  <a:gd name="connsiteX13" fmla="*/ 99957 w 127252"/>
                  <a:gd name="connsiteY13" fmla="*/ 150038 h 153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7252" h="153949">
                    <a:moveTo>
                      <a:pt x="99957" y="150038"/>
                    </a:moveTo>
                    <a:lnTo>
                      <a:pt x="97199" y="132622"/>
                    </a:lnTo>
                    <a:cubicBezTo>
                      <a:pt x="86452" y="146126"/>
                      <a:pt x="71425" y="153949"/>
                      <a:pt x="53069" y="153949"/>
                    </a:cubicBezTo>
                    <a:cubicBezTo>
                      <a:pt x="15027" y="153949"/>
                      <a:pt x="0" y="131784"/>
                      <a:pt x="0" y="95462"/>
                    </a:cubicBezTo>
                    <a:lnTo>
                      <a:pt x="0" y="0"/>
                    </a:lnTo>
                    <a:lnTo>
                      <a:pt x="34048" y="0"/>
                    </a:lnTo>
                    <a:lnTo>
                      <a:pt x="34048" y="90619"/>
                    </a:lnTo>
                    <a:cubicBezTo>
                      <a:pt x="34048" y="117069"/>
                      <a:pt x="39850" y="127220"/>
                      <a:pt x="60107" y="127220"/>
                    </a:cubicBezTo>
                    <a:cubicBezTo>
                      <a:pt x="76085" y="127220"/>
                      <a:pt x="86452" y="115485"/>
                      <a:pt x="91682" y="108035"/>
                    </a:cubicBezTo>
                    <a:lnTo>
                      <a:pt x="91682" y="0"/>
                    </a:lnTo>
                    <a:lnTo>
                      <a:pt x="125731" y="0"/>
                    </a:lnTo>
                    <a:lnTo>
                      <a:pt x="125731" y="123029"/>
                    </a:lnTo>
                    <a:cubicBezTo>
                      <a:pt x="125731" y="128151"/>
                      <a:pt x="126967" y="144915"/>
                      <a:pt x="127252" y="150038"/>
                    </a:cubicBezTo>
                    <a:lnTo>
                      <a:pt x="99957" y="150038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564A6385-95E7-7D3E-88D3-5E0ACCFA07CE}"/>
                  </a:ext>
                </a:extLst>
              </p:cNvPr>
              <p:cNvSpPr/>
              <p:nvPr/>
            </p:nvSpPr>
            <p:spPr>
              <a:xfrm>
                <a:off x="6980013" y="3351140"/>
                <a:ext cx="93204" cy="154228"/>
              </a:xfrm>
              <a:custGeom>
                <a:avLst/>
                <a:gdLst>
                  <a:gd name="connsiteX0" fmla="*/ 83123 w 93204"/>
                  <a:gd name="connsiteY0" fmla="*/ 37160 h 154228"/>
                  <a:gd name="connsiteX1" fmla="*/ 68381 w 93204"/>
                  <a:gd name="connsiteY1" fmla="*/ 32690 h 154228"/>
                  <a:gd name="connsiteX2" fmla="*/ 35570 w 93204"/>
                  <a:gd name="connsiteY2" fmla="*/ 56066 h 154228"/>
                  <a:gd name="connsiteX3" fmla="*/ 35570 w 93204"/>
                  <a:gd name="connsiteY3" fmla="*/ 154229 h 154228"/>
                  <a:gd name="connsiteX4" fmla="*/ 1521 w 93204"/>
                  <a:gd name="connsiteY4" fmla="*/ 154229 h 154228"/>
                  <a:gd name="connsiteX5" fmla="*/ 1521 w 93204"/>
                  <a:gd name="connsiteY5" fmla="*/ 32410 h 154228"/>
                  <a:gd name="connsiteX6" fmla="*/ 0 w 93204"/>
                  <a:gd name="connsiteY6" fmla="*/ 4191 h 154228"/>
                  <a:gd name="connsiteX7" fmla="*/ 26059 w 93204"/>
                  <a:gd name="connsiteY7" fmla="*/ 4191 h 154228"/>
                  <a:gd name="connsiteX8" fmla="*/ 28817 w 93204"/>
                  <a:gd name="connsiteY8" fmla="*/ 29710 h 154228"/>
                  <a:gd name="connsiteX9" fmla="*/ 77892 w 93204"/>
                  <a:gd name="connsiteY9" fmla="*/ 0 h 154228"/>
                  <a:gd name="connsiteX10" fmla="*/ 93204 w 93204"/>
                  <a:gd name="connsiteY10" fmla="*/ 2421 h 154228"/>
                  <a:gd name="connsiteX11" fmla="*/ 83123 w 93204"/>
                  <a:gd name="connsiteY11" fmla="*/ 37253 h 1542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93204" h="154228">
                    <a:moveTo>
                      <a:pt x="83123" y="37160"/>
                    </a:moveTo>
                    <a:cubicBezTo>
                      <a:pt x="78177" y="34180"/>
                      <a:pt x="73898" y="32690"/>
                      <a:pt x="68381" y="32690"/>
                    </a:cubicBezTo>
                    <a:cubicBezTo>
                      <a:pt x="53640" y="32690"/>
                      <a:pt x="44129" y="42934"/>
                      <a:pt x="35570" y="56066"/>
                    </a:cubicBezTo>
                    <a:lnTo>
                      <a:pt x="35570" y="154229"/>
                    </a:lnTo>
                    <a:lnTo>
                      <a:pt x="1521" y="154229"/>
                    </a:lnTo>
                    <a:lnTo>
                      <a:pt x="1521" y="32410"/>
                    </a:lnTo>
                    <a:cubicBezTo>
                      <a:pt x="1521" y="27288"/>
                      <a:pt x="285" y="9313"/>
                      <a:pt x="0" y="4191"/>
                    </a:cubicBezTo>
                    <a:lnTo>
                      <a:pt x="26059" y="4191"/>
                    </a:lnTo>
                    <a:lnTo>
                      <a:pt x="28817" y="29710"/>
                    </a:lnTo>
                    <a:cubicBezTo>
                      <a:pt x="37091" y="14063"/>
                      <a:pt x="51452" y="0"/>
                      <a:pt x="77892" y="0"/>
                    </a:cubicBezTo>
                    <a:cubicBezTo>
                      <a:pt x="83123" y="0"/>
                      <a:pt x="88924" y="931"/>
                      <a:pt x="93204" y="2421"/>
                    </a:cubicBezTo>
                    <a:lnTo>
                      <a:pt x="83123" y="37253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54288D5C-A4A7-714D-45E0-ECE2398C884B}"/>
                  </a:ext>
                </a:extLst>
              </p:cNvPr>
              <p:cNvSpPr/>
              <p:nvPr/>
            </p:nvSpPr>
            <p:spPr>
              <a:xfrm>
                <a:off x="7192956" y="3351140"/>
                <a:ext cx="218744" cy="154321"/>
              </a:xfrm>
              <a:custGeom>
                <a:avLst/>
                <a:gdLst>
                  <a:gd name="connsiteX0" fmla="*/ 184982 w 218744"/>
                  <a:gd name="connsiteY0" fmla="*/ 154229 h 154321"/>
                  <a:gd name="connsiteX1" fmla="*/ 184982 w 218744"/>
                  <a:gd name="connsiteY1" fmla="*/ 67242 h 154321"/>
                  <a:gd name="connsiteX2" fmla="*/ 157972 w 218744"/>
                  <a:gd name="connsiteY2" fmla="*/ 27288 h 154321"/>
                  <a:gd name="connsiteX3" fmla="*/ 126682 w 218744"/>
                  <a:gd name="connsiteY3" fmla="*/ 47405 h 154321"/>
                  <a:gd name="connsiteX4" fmla="*/ 127252 w 218744"/>
                  <a:gd name="connsiteY4" fmla="*/ 57277 h 154321"/>
                  <a:gd name="connsiteX5" fmla="*/ 127252 w 218744"/>
                  <a:gd name="connsiteY5" fmla="*/ 154229 h 154321"/>
                  <a:gd name="connsiteX6" fmla="*/ 93204 w 218744"/>
                  <a:gd name="connsiteY6" fmla="*/ 154229 h 154321"/>
                  <a:gd name="connsiteX7" fmla="*/ 93204 w 218744"/>
                  <a:gd name="connsiteY7" fmla="*/ 67522 h 154321"/>
                  <a:gd name="connsiteX8" fmla="*/ 66194 w 218744"/>
                  <a:gd name="connsiteY8" fmla="*/ 27288 h 154321"/>
                  <a:gd name="connsiteX9" fmla="*/ 35570 w 218744"/>
                  <a:gd name="connsiteY9" fmla="*/ 47405 h 154321"/>
                  <a:gd name="connsiteX10" fmla="*/ 35570 w 218744"/>
                  <a:gd name="connsiteY10" fmla="*/ 154229 h 154321"/>
                  <a:gd name="connsiteX11" fmla="*/ 1522 w 218744"/>
                  <a:gd name="connsiteY11" fmla="*/ 154229 h 154321"/>
                  <a:gd name="connsiteX12" fmla="*/ 1522 w 218744"/>
                  <a:gd name="connsiteY12" fmla="*/ 31200 h 154321"/>
                  <a:gd name="connsiteX13" fmla="*/ 0 w 218744"/>
                  <a:gd name="connsiteY13" fmla="*/ 4191 h 154321"/>
                  <a:gd name="connsiteX14" fmla="*/ 26630 w 218744"/>
                  <a:gd name="connsiteY14" fmla="*/ 4191 h 154321"/>
                  <a:gd name="connsiteX15" fmla="*/ 29958 w 218744"/>
                  <a:gd name="connsiteY15" fmla="*/ 22818 h 154321"/>
                  <a:gd name="connsiteX16" fmla="*/ 72281 w 218744"/>
                  <a:gd name="connsiteY16" fmla="*/ 0 h 154321"/>
                  <a:gd name="connsiteX17" fmla="*/ 118217 w 218744"/>
                  <a:gd name="connsiteY17" fmla="*/ 24028 h 154321"/>
                  <a:gd name="connsiteX18" fmla="*/ 164154 w 218744"/>
                  <a:gd name="connsiteY18" fmla="*/ 0 h 154321"/>
                  <a:gd name="connsiteX19" fmla="*/ 218745 w 218744"/>
                  <a:gd name="connsiteY19" fmla="*/ 68453 h 154321"/>
                  <a:gd name="connsiteX20" fmla="*/ 218745 w 218744"/>
                  <a:gd name="connsiteY20" fmla="*/ 154322 h 154321"/>
                  <a:gd name="connsiteX21" fmla="*/ 184697 w 218744"/>
                  <a:gd name="connsiteY21" fmla="*/ 154322 h 1543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18744" h="154321">
                    <a:moveTo>
                      <a:pt x="184982" y="154229"/>
                    </a:moveTo>
                    <a:lnTo>
                      <a:pt x="184982" y="67242"/>
                    </a:lnTo>
                    <a:cubicBezTo>
                      <a:pt x="184982" y="42655"/>
                      <a:pt x="179180" y="27288"/>
                      <a:pt x="157972" y="27288"/>
                    </a:cubicBezTo>
                    <a:cubicBezTo>
                      <a:pt x="144181" y="27288"/>
                      <a:pt x="133719" y="37160"/>
                      <a:pt x="126682" y="47405"/>
                    </a:cubicBezTo>
                    <a:cubicBezTo>
                      <a:pt x="126967" y="50106"/>
                      <a:pt x="127252" y="54297"/>
                      <a:pt x="127252" y="57277"/>
                    </a:cubicBezTo>
                    <a:lnTo>
                      <a:pt x="127252" y="154229"/>
                    </a:lnTo>
                    <a:lnTo>
                      <a:pt x="93204" y="154229"/>
                    </a:lnTo>
                    <a:lnTo>
                      <a:pt x="93204" y="67522"/>
                    </a:lnTo>
                    <a:cubicBezTo>
                      <a:pt x="93204" y="41724"/>
                      <a:pt x="88639" y="27288"/>
                      <a:pt x="66194" y="27288"/>
                    </a:cubicBezTo>
                    <a:cubicBezTo>
                      <a:pt x="53355" y="27288"/>
                      <a:pt x="42322" y="38092"/>
                      <a:pt x="35570" y="47405"/>
                    </a:cubicBezTo>
                    <a:lnTo>
                      <a:pt x="35570" y="154229"/>
                    </a:lnTo>
                    <a:lnTo>
                      <a:pt x="1522" y="154229"/>
                    </a:lnTo>
                    <a:lnTo>
                      <a:pt x="1522" y="31200"/>
                    </a:lnTo>
                    <a:cubicBezTo>
                      <a:pt x="1522" y="26077"/>
                      <a:pt x="285" y="9313"/>
                      <a:pt x="0" y="4191"/>
                    </a:cubicBezTo>
                    <a:lnTo>
                      <a:pt x="26630" y="4191"/>
                    </a:lnTo>
                    <a:lnTo>
                      <a:pt x="29958" y="22818"/>
                    </a:lnTo>
                    <a:cubicBezTo>
                      <a:pt x="40991" y="9872"/>
                      <a:pt x="55067" y="0"/>
                      <a:pt x="72281" y="0"/>
                    </a:cubicBezTo>
                    <a:cubicBezTo>
                      <a:pt x="96153" y="0"/>
                      <a:pt x="109087" y="9034"/>
                      <a:pt x="118217" y="24028"/>
                    </a:cubicBezTo>
                    <a:cubicBezTo>
                      <a:pt x="128013" y="11083"/>
                      <a:pt x="142755" y="0"/>
                      <a:pt x="164154" y="0"/>
                    </a:cubicBezTo>
                    <a:cubicBezTo>
                      <a:pt x="202481" y="0"/>
                      <a:pt x="218745" y="20676"/>
                      <a:pt x="218745" y="68453"/>
                    </a:cubicBezTo>
                    <a:lnTo>
                      <a:pt x="218745" y="154322"/>
                    </a:lnTo>
                    <a:lnTo>
                      <a:pt x="184697" y="15432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8C199243-F62C-0809-DAFD-48759C893D66}"/>
                  </a:ext>
                </a:extLst>
              </p:cNvPr>
              <p:cNvSpPr/>
              <p:nvPr/>
            </p:nvSpPr>
            <p:spPr>
              <a:xfrm>
                <a:off x="7454879" y="3289300"/>
                <a:ext cx="36425" cy="216069"/>
              </a:xfrm>
              <a:custGeom>
                <a:avLst/>
                <a:gdLst>
                  <a:gd name="connsiteX0" fmla="*/ 0 w 36425"/>
                  <a:gd name="connsiteY0" fmla="*/ 32969 h 216069"/>
                  <a:gd name="connsiteX1" fmla="*/ 0 w 36425"/>
                  <a:gd name="connsiteY1" fmla="*/ 0 h 216069"/>
                  <a:gd name="connsiteX2" fmla="*/ 36426 w 36425"/>
                  <a:gd name="connsiteY2" fmla="*/ 0 h 216069"/>
                  <a:gd name="connsiteX3" fmla="*/ 36426 w 36425"/>
                  <a:gd name="connsiteY3" fmla="*/ 32969 h 216069"/>
                  <a:gd name="connsiteX4" fmla="*/ 0 w 36425"/>
                  <a:gd name="connsiteY4" fmla="*/ 32969 h 216069"/>
                  <a:gd name="connsiteX5" fmla="*/ 1236 w 36425"/>
                  <a:gd name="connsiteY5" fmla="*/ 216069 h 216069"/>
                  <a:gd name="connsiteX6" fmla="*/ 1236 w 36425"/>
                  <a:gd name="connsiteY6" fmla="*/ 66032 h 216069"/>
                  <a:gd name="connsiteX7" fmla="*/ 35284 w 36425"/>
                  <a:gd name="connsiteY7" fmla="*/ 66032 h 216069"/>
                  <a:gd name="connsiteX8" fmla="*/ 35284 w 36425"/>
                  <a:gd name="connsiteY8" fmla="*/ 216069 h 216069"/>
                  <a:gd name="connsiteX9" fmla="*/ 1236 w 36425"/>
                  <a:gd name="connsiteY9" fmla="*/ 216069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6425" h="216069">
                    <a:moveTo>
                      <a:pt x="0" y="32969"/>
                    </a:moveTo>
                    <a:lnTo>
                      <a:pt x="0" y="0"/>
                    </a:lnTo>
                    <a:lnTo>
                      <a:pt x="36426" y="0"/>
                    </a:lnTo>
                    <a:lnTo>
                      <a:pt x="36426" y="32969"/>
                    </a:lnTo>
                    <a:lnTo>
                      <a:pt x="0" y="32969"/>
                    </a:lnTo>
                    <a:close/>
                    <a:moveTo>
                      <a:pt x="1236" y="216069"/>
                    </a:moveTo>
                    <a:lnTo>
                      <a:pt x="1236" y="66032"/>
                    </a:lnTo>
                    <a:lnTo>
                      <a:pt x="35284" y="66032"/>
                    </a:lnTo>
                    <a:lnTo>
                      <a:pt x="35284" y="216069"/>
                    </a:lnTo>
                    <a:lnTo>
                      <a:pt x="1236" y="21606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D19EDBCD-21BE-08BA-DB72-C164F351EA5D}"/>
                  </a:ext>
                </a:extLst>
              </p:cNvPr>
              <p:cNvSpPr/>
              <p:nvPr/>
            </p:nvSpPr>
            <p:spPr>
              <a:xfrm>
                <a:off x="7520502" y="3351326"/>
                <a:ext cx="120689" cy="157954"/>
              </a:xfrm>
              <a:custGeom>
                <a:avLst/>
                <a:gdLst>
                  <a:gd name="connsiteX0" fmla="*/ 61914 w 120689"/>
                  <a:gd name="connsiteY0" fmla="*/ 157954 h 157954"/>
                  <a:gd name="connsiteX1" fmla="*/ 0 w 120689"/>
                  <a:gd name="connsiteY1" fmla="*/ 139048 h 157954"/>
                  <a:gd name="connsiteX2" fmla="*/ 15598 w 120689"/>
                  <a:gd name="connsiteY2" fmla="*/ 115299 h 157954"/>
                  <a:gd name="connsiteX3" fmla="*/ 60678 w 120689"/>
                  <a:gd name="connsiteY3" fmla="*/ 131784 h 157954"/>
                  <a:gd name="connsiteX4" fmla="*/ 85786 w 120689"/>
                  <a:gd name="connsiteY4" fmla="*/ 115020 h 157954"/>
                  <a:gd name="connsiteX5" fmla="*/ 55732 w 120689"/>
                  <a:gd name="connsiteY5" fmla="*/ 91271 h 157954"/>
                  <a:gd name="connsiteX6" fmla="*/ 6372 w 120689"/>
                  <a:gd name="connsiteY6" fmla="*/ 44145 h 157954"/>
                  <a:gd name="connsiteX7" fmla="*/ 64577 w 120689"/>
                  <a:gd name="connsiteY7" fmla="*/ 0 h 157954"/>
                  <a:gd name="connsiteX8" fmla="*/ 118788 w 120689"/>
                  <a:gd name="connsiteY8" fmla="*/ 16205 h 157954"/>
                  <a:gd name="connsiteX9" fmla="*/ 104427 w 120689"/>
                  <a:gd name="connsiteY9" fmla="*/ 39302 h 157954"/>
                  <a:gd name="connsiteX10" fmla="*/ 65528 w 120689"/>
                  <a:gd name="connsiteY10" fmla="*/ 26077 h 157954"/>
                  <a:gd name="connsiteX11" fmla="*/ 41276 w 120689"/>
                  <a:gd name="connsiteY11" fmla="*/ 41724 h 157954"/>
                  <a:gd name="connsiteX12" fmla="*/ 75895 w 120689"/>
                  <a:gd name="connsiteY12" fmla="*/ 64821 h 157954"/>
                  <a:gd name="connsiteX13" fmla="*/ 120690 w 120689"/>
                  <a:gd name="connsiteY13" fmla="*/ 113716 h 157954"/>
                  <a:gd name="connsiteX14" fmla="*/ 61819 w 120689"/>
                  <a:gd name="connsiteY14" fmla="*/ 157861 h 157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0689" h="157954">
                    <a:moveTo>
                      <a:pt x="61914" y="157954"/>
                    </a:moveTo>
                    <a:cubicBezTo>
                      <a:pt x="33097" y="157954"/>
                      <a:pt x="16263" y="149572"/>
                      <a:pt x="0" y="139048"/>
                    </a:cubicBezTo>
                    <a:lnTo>
                      <a:pt x="15598" y="115299"/>
                    </a:lnTo>
                    <a:cubicBezTo>
                      <a:pt x="28817" y="124612"/>
                      <a:pt x="44129" y="131784"/>
                      <a:pt x="60678" y="131784"/>
                    </a:cubicBezTo>
                    <a:cubicBezTo>
                      <a:pt x="77226" y="131784"/>
                      <a:pt x="85786" y="124612"/>
                      <a:pt x="85786" y="115020"/>
                    </a:cubicBezTo>
                    <a:cubicBezTo>
                      <a:pt x="85786" y="101795"/>
                      <a:pt x="76941" y="96672"/>
                      <a:pt x="55732" y="91271"/>
                    </a:cubicBezTo>
                    <a:cubicBezTo>
                      <a:pt x="32146" y="85310"/>
                      <a:pt x="6372" y="73855"/>
                      <a:pt x="6372" y="44145"/>
                    </a:cubicBezTo>
                    <a:cubicBezTo>
                      <a:pt x="6372" y="16578"/>
                      <a:pt x="30244" y="0"/>
                      <a:pt x="64577" y="0"/>
                    </a:cubicBezTo>
                    <a:cubicBezTo>
                      <a:pt x="86356" y="0"/>
                      <a:pt x="101669" y="4191"/>
                      <a:pt x="118788" y="16205"/>
                    </a:cubicBezTo>
                    <a:lnTo>
                      <a:pt x="104427" y="39302"/>
                    </a:lnTo>
                    <a:cubicBezTo>
                      <a:pt x="91207" y="29430"/>
                      <a:pt x="74659" y="26077"/>
                      <a:pt x="65528" y="26077"/>
                    </a:cubicBezTo>
                    <a:cubicBezTo>
                      <a:pt x="48029" y="26077"/>
                      <a:pt x="41276" y="32410"/>
                      <a:pt x="41276" y="41724"/>
                    </a:cubicBezTo>
                    <a:cubicBezTo>
                      <a:pt x="41276" y="54669"/>
                      <a:pt x="52594" y="58488"/>
                      <a:pt x="75895" y="64821"/>
                    </a:cubicBezTo>
                    <a:cubicBezTo>
                      <a:pt x="95487" y="69943"/>
                      <a:pt x="120690" y="80095"/>
                      <a:pt x="120690" y="113716"/>
                    </a:cubicBezTo>
                    <a:cubicBezTo>
                      <a:pt x="120690" y="144915"/>
                      <a:pt x="90922" y="157861"/>
                      <a:pt x="61819" y="157861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A596CAC4-214E-C2AE-B6D3-5D1030ABC4DF}"/>
                  </a:ext>
                </a:extLst>
              </p:cNvPr>
              <p:cNvSpPr/>
              <p:nvPr/>
            </p:nvSpPr>
            <p:spPr>
              <a:xfrm>
                <a:off x="7658502" y="3351326"/>
                <a:ext cx="120689" cy="157954"/>
              </a:xfrm>
              <a:custGeom>
                <a:avLst/>
                <a:gdLst>
                  <a:gd name="connsiteX0" fmla="*/ 61914 w 120689"/>
                  <a:gd name="connsiteY0" fmla="*/ 157954 h 157954"/>
                  <a:gd name="connsiteX1" fmla="*/ 0 w 120689"/>
                  <a:gd name="connsiteY1" fmla="*/ 139048 h 157954"/>
                  <a:gd name="connsiteX2" fmla="*/ 15597 w 120689"/>
                  <a:gd name="connsiteY2" fmla="*/ 115299 h 157954"/>
                  <a:gd name="connsiteX3" fmla="*/ 60678 w 120689"/>
                  <a:gd name="connsiteY3" fmla="*/ 131784 h 157954"/>
                  <a:gd name="connsiteX4" fmla="*/ 85786 w 120689"/>
                  <a:gd name="connsiteY4" fmla="*/ 115020 h 157954"/>
                  <a:gd name="connsiteX5" fmla="*/ 55732 w 120689"/>
                  <a:gd name="connsiteY5" fmla="*/ 91271 h 157954"/>
                  <a:gd name="connsiteX6" fmla="*/ 6372 w 120689"/>
                  <a:gd name="connsiteY6" fmla="*/ 44145 h 157954"/>
                  <a:gd name="connsiteX7" fmla="*/ 64577 w 120689"/>
                  <a:gd name="connsiteY7" fmla="*/ 0 h 157954"/>
                  <a:gd name="connsiteX8" fmla="*/ 118788 w 120689"/>
                  <a:gd name="connsiteY8" fmla="*/ 16205 h 157954"/>
                  <a:gd name="connsiteX9" fmla="*/ 104427 w 120689"/>
                  <a:gd name="connsiteY9" fmla="*/ 39302 h 157954"/>
                  <a:gd name="connsiteX10" fmla="*/ 65528 w 120689"/>
                  <a:gd name="connsiteY10" fmla="*/ 26077 h 157954"/>
                  <a:gd name="connsiteX11" fmla="*/ 41276 w 120689"/>
                  <a:gd name="connsiteY11" fmla="*/ 41724 h 157954"/>
                  <a:gd name="connsiteX12" fmla="*/ 75895 w 120689"/>
                  <a:gd name="connsiteY12" fmla="*/ 64821 h 157954"/>
                  <a:gd name="connsiteX13" fmla="*/ 120690 w 120689"/>
                  <a:gd name="connsiteY13" fmla="*/ 113716 h 157954"/>
                  <a:gd name="connsiteX14" fmla="*/ 61819 w 120689"/>
                  <a:gd name="connsiteY14" fmla="*/ 157861 h 157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0689" h="157954">
                    <a:moveTo>
                      <a:pt x="61914" y="157954"/>
                    </a:moveTo>
                    <a:cubicBezTo>
                      <a:pt x="33097" y="157954"/>
                      <a:pt x="16263" y="149572"/>
                      <a:pt x="0" y="139048"/>
                    </a:cubicBezTo>
                    <a:lnTo>
                      <a:pt x="15597" y="115299"/>
                    </a:lnTo>
                    <a:cubicBezTo>
                      <a:pt x="28817" y="124612"/>
                      <a:pt x="44129" y="131784"/>
                      <a:pt x="60678" y="131784"/>
                    </a:cubicBezTo>
                    <a:cubicBezTo>
                      <a:pt x="77226" y="131784"/>
                      <a:pt x="85786" y="124612"/>
                      <a:pt x="85786" y="115020"/>
                    </a:cubicBezTo>
                    <a:cubicBezTo>
                      <a:pt x="85786" y="101795"/>
                      <a:pt x="76941" y="96672"/>
                      <a:pt x="55732" y="91271"/>
                    </a:cubicBezTo>
                    <a:cubicBezTo>
                      <a:pt x="32146" y="85310"/>
                      <a:pt x="6372" y="73855"/>
                      <a:pt x="6372" y="44145"/>
                    </a:cubicBezTo>
                    <a:cubicBezTo>
                      <a:pt x="6372" y="16578"/>
                      <a:pt x="30244" y="0"/>
                      <a:pt x="64577" y="0"/>
                    </a:cubicBezTo>
                    <a:cubicBezTo>
                      <a:pt x="86356" y="0"/>
                      <a:pt x="101669" y="4191"/>
                      <a:pt x="118788" y="16205"/>
                    </a:cubicBezTo>
                    <a:lnTo>
                      <a:pt x="104427" y="39302"/>
                    </a:lnTo>
                    <a:cubicBezTo>
                      <a:pt x="91207" y="29430"/>
                      <a:pt x="74659" y="26077"/>
                      <a:pt x="65528" y="26077"/>
                    </a:cubicBezTo>
                    <a:cubicBezTo>
                      <a:pt x="48029" y="26077"/>
                      <a:pt x="41276" y="32410"/>
                      <a:pt x="41276" y="41724"/>
                    </a:cubicBezTo>
                    <a:cubicBezTo>
                      <a:pt x="41276" y="54669"/>
                      <a:pt x="52594" y="58488"/>
                      <a:pt x="75895" y="64821"/>
                    </a:cubicBezTo>
                    <a:cubicBezTo>
                      <a:pt x="95487" y="69943"/>
                      <a:pt x="120690" y="80095"/>
                      <a:pt x="120690" y="113716"/>
                    </a:cubicBezTo>
                    <a:cubicBezTo>
                      <a:pt x="120690" y="144915"/>
                      <a:pt x="90922" y="157861"/>
                      <a:pt x="61819" y="157861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CB23E5B0-141D-E1DE-9D3F-6AC8082539D9}"/>
                  </a:ext>
                </a:extLst>
              </p:cNvPr>
              <p:cNvSpPr/>
              <p:nvPr/>
            </p:nvSpPr>
            <p:spPr>
              <a:xfrm>
                <a:off x="7812954" y="3289300"/>
                <a:ext cx="36425" cy="216069"/>
              </a:xfrm>
              <a:custGeom>
                <a:avLst/>
                <a:gdLst>
                  <a:gd name="connsiteX0" fmla="*/ 0 w 36425"/>
                  <a:gd name="connsiteY0" fmla="*/ 32969 h 216069"/>
                  <a:gd name="connsiteX1" fmla="*/ 0 w 36425"/>
                  <a:gd name="connsiteY1" fmla="*/ 0 h 216069"/>
                  <a:gd name="connsiteX2" fmla="*/ 36426 w 36425"/>
                  <a:gd name="connsiteY2" fmla="*/ 0 h 216069"/>
                  <a:gd name="connsiteX3" fmla="*/ 36426 w 36425"/>
                  <a:gd name="connsiteY3" fmla="*/ 32969 h 216069"/>
                  <a:gd name="connsiteX4" fmla="*/ 0 w 36425"/>
                  <a:gd name="connsiteY4" fmla="*/ 32969 h 216069"/>
                  <a:gd name="connsiteX5" fmla="*/ 1236 w 36425"/>
                  <a:gd name="connsiteY5" fmla="*/ 216069 h 216069"/>
                  <a:gd name="connsiteX6" fmla="*/ 1236 w 36425"/>
                  <a:gd name="connsiteY6" fmla="*/ 66032 h 216069"/>
                  <a:gd name="connsiteX7" fmla="*/ 35284 w 36425"/>
                  <a:gd name="connsiteY7" fmla="*/ 66032 h 216069"/>
                  <a:gd name="connsiteX8" fmla="*/ 35284 w 36425"/>
                  <a:gd name="connsiteY8" fmla="*/ 216069 h 216069"/>
                  <a:gd name="connsiteX9" fmla="*/ 1236 w 36425"/>
                  <a:gd name="connsiteY9" fmla="*/ 216069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6425" h="216069">
                    <a:moveTo>
                      <a:pt x="0" y="32969"/>
                    </a:moveTo>
                    <a:lnTo>
                      <a:pt x="0" y="0"/>
                    </a:lnTo>
                    <a:lnTo>
                      <a:pt x="36426" y="0"/>
                    </a:lnTo>
                    <a:lnTo>
                      <a:pt x="36426" y="32969"/>
                    </a:lnTo>
                    <a:lnTo>
                      <a:pt x="0" y="32969"/>
                    </a:lnTo>
                    <a:close/>
                    <a:moveTo>
                      <a:pt x="1236" y="216069"/>
                    </a:moveTo>
                    <a:lnTo>
                      <a:pt x="1236" y="66032"/>
                    </a:lnTo>
                    <a:lnTo>
                      <a:pt x="35284" y="66032"/>
                    </a:lnTo>
                    <a:lnTo>
                      <a:pt x="35284" y="216069"/>
                    </a:lnTo>
                    <a:lnTo>
                      <a:pt x="1236" y="21606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20077732-3C30-0158-C355-84EE6FCB8EC7}"/>
                  </a:ext>
                </a:extLst>
              </p:cNvPr>
              <p:cNvSpPr/>
              <p:nvPr/>
            </p:nvSpPr>
            <p:spPr>
              <a:xfrm>
                <a:off x="7884664" y="3351140"/>
                <a:ext cx="147795" cy="158419"/>
              </a:xfrm>
              <a:custGeom>
                <a:avLst/>
                <a:gdLst>
                  <a:gd name="connsiteX0" fmla="*/ 73898 w 147795"/>
                  <a:gd name="connsiteY0" fmla="*/ 158420 h 158419"/>
                  <a:gd name="connsiteX1" fmla="*/ 0 w 147795"/>
                  <a:gd name="connsiteY1" fmla="*/ 78605 h 158419"/>
                  <a:gd name="connsiteX2" fmla="*/ 73898 w 147795"/>
                  <a:gd name="connsiteY2" fmla="*/ 0 h 158419"/>
                  <a:gd name="connsiteX3" fmla="*/ 147795 w 147795"/>
                  <a:gd name="connsiteY3" fmla="*/ 78605 h 158419"/>
                  <a:gd name="connsiteX4" fmla="*/ 73898 w 147795"/>
                  <a:gd name="connsiteY4" fmla="*/ 158420 h 158419"/>
                  <a:gd name="connsiteX5" fmla="*/ 73898 w 147795"/>
                  <a:gd name="connsiteY5" fmla="*/ 26357 h 158419"/>
                  <a:gd name="connsiteX6" fmla="*/ 34714 w 147795"/>
                  <a:gd name="connsiteY6" fmla="*/ 78605 h 158419"/>
                  <a:gd name="connsiteX7" fmla="*/ 73898 w 147795"/>
                  <a:gd name="connsiteY7" fmla="*/ 132063 h 158419"/>
                  <a:gd name="connsiteX8" fmla="*/ 113081 w 147795"/>
                  <a:gd name="connsiteY8" fmla="*/ 78605 h 158419"/>
                  <a:gd name="connsiteX9" fmla="*/ 73898 w 147795"/>
                  <a:gd name="connsiteY9" fmla="*/ 26357 h 158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7795" h="158419">
                    <a:moveTo>
                      <a:pt x="73898" y="158420"/>
                    </a:moveTo>
                    <a:cubicBezTo>
                      <a:pt x="26725" y="158420"/>
                      <a:pt x="0" y="124799"/>
                      <a:pt x="0" y="78605"/>
                    </a:cubicBezTo>
                    <a:cubicBezTo>
                      <a:pt x="0" y="32410"/>
                      <a:pt x="27581" y="0"/>
                      <a:pt x="73898" y="0"/>
                    </a:cubicBezTo>
                    <a:cubicBezTo>
                      <a:pt x="120214" y="0"/>
                      <a:pt x="147795" y="32410"/>
                      <a:pt x="147795" y="78605"/>
                    </a:cubicBezTo>
                    <a:cubicBezTo>
                      <a:pt x="147795" y="124799"/>
                      <a:pt x="120214" y="158420"/>
                      <a:pt x="73898" y="158420"/>
                    </a:cubicBezTo>
                    <a:close/>
                    <a:moveTo>
                      <a:pt x="73898" y="26357"/>
                    </a:moveTo>
                    <a:cubicBezTo>
                      <a:pt x="47838" y="26357"/>
                      <a:pt x="34714" y="47405"/>
                      <a:pt x="34714" y="78605"/>
                    </a:cubicBezTo>
                    <a:cubicBezTo>
                      <a:pt x="34714" y="109804"/>
                      <a:pt x="48504" y="132063"/>
                      <a:pt x="73898" y="132063"/>
                    </a:cubicBezTo>
                    <a:cubicBezTo>
                      <a:pt x="99291" y="132063"/>
                      <a:pt x="113081" y="109897"/>
                      <a:pt x="113081" y="78605"/>
                    </a:cubicBezTo>
                    <a:cubicBezTo>
                      <a:pt x="113081" y="47312"/>
                      <a:pt x="99006" y="26357"/>
                      <a:pt x="73898" y="26357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22DBEE3F-0164-6B20-F6F1-E986CC8DD509}"/>
                  </a:ext>
                </a:extLst>
              </p:cNvPr>
              <p:cNvSpPr/>
              <p:nvPr/>
            </p:nvSpPr>
            <p:spPr>
              <a:xfrm>
                <a:off x="8066222" y="3351140"/>
                <a:ext cx="130105" cy="154228"/>
              </a:xfrm>
              <a:custGeom>
                <a:avLst/>
                <a:gdLst>
                  <a:gd name="connsiteX0" fmla="*/ 96248 w 130105"/>
                  <a:gd name="connsiteY0" fmla="*/ 154229 h 154228"/>
                  <a:gd name="connsiteX1" fmla="*/ 96248 w 130105"/>
                  <a:gd name="connsiteY1" fmla="*/ 67242 h 154228"/>
                  <a:gd name="connsiteX2" fmla="*/ 67716 w 130105"/>
                  <a:gd name="connsiteY2" fmla="*/ 27288 h 154228"/>
                  <a:gd name="connsiteX3" fmla="*/ 35570 w 130105"/>
                  <a:gd name="connsiteY3" fmla="*/ 47684 h 154228"/>
                  <a:gd name="connsiteX4" fmla="*/ 35570 w 130105"/>
                  <a:gd name="connsiteY4" fmla="*/ 154229 h 154228"/>
                  <a:gd name="connsiteX5" fmla="*/ 1522 w 130105"/>
                  <a:gd name="connsiteY5" fmla="*/ 154229 h 154228"/>
                  <a:gd name="connsiteX6" fmla="*/ 1522 w 130105"/>
                  <a:gd name="connsiteY6" fmla="*/ 31200 h 154228"/>
                  <a:gd name="connsiteX7" fmla="*/ 0 w 130105"/>
                  <a:gd name="connsiteY7" fmla="*/ 4191 h 154228"/>
                  <a:gd name="connsiteX8" fmla="*/ 26630 w 130105"/>
                  <a:gd name="connsiteY8" fmla="*/ 4191 h 154228"/>
                  <a:gd name="connsiteX9" fmla="*/ 29958 w 130105"/>
                  <a:gd name="connsiteY9" fmla="*/ 23376 h 154228"/>
                  <a:gd name="connsiteX10" fmla="*/ 75895 w 130105"/>
                  <a:gd name="connsiteY10" fmla="*/ 0 h 154228"/>
                  <a:gd name="connsiteX11" fmla="*/ 130105 w 130105"/>
                  <a:gd name="connsiteY11" fmla="*/ 69291 h 154228"/>
                  <a:gd name="connsiteX12" fmla="*/ 130105 w 130105"/>
                  <a:gd name="connsiteY12" fmla="*/ 154229 h 154228"/>
                  <a:gd name="connsiteX13" fmla="*/ 96057 w 130105"/>
                  <a:gd name="connsiteY13" fmla="*/ 154229 h 1542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30105" h="154228">
                    <a:moveTo>
                      <a:pt x="96248" y="154229"/>
                    </a:moveTo>
                    <a:lnTo>
                      <a:pt x="96248" y="67242"/>
                    </a:lnTo>
                    <a:cubicBezTo>
                      <a:pt x="96248" y="42934"/>
                      <a:pt x="91017" y="27288"/>
                      <a:pt x="67716" y="27288"/>
                    </a:cubicBezTo>
                    <a:cubicBezTo>
                      <a:pt x="53925" y="27288"/>
                      <a:pt x="43178" y="37533"/>
                      <a:pt x="35570" y="47684"/>
                    </a:cubicBezTo>
                    <a:lnTo>
                      <a:pt x="35570" y="154229"/>
                    </a:lnTo>
                    <a:lnTo>
                      <a:pt x="1522" y="154229"/>
                    </a:lnTo>
                    <a:lnTo>
                      <a:pt x="1522" y="31200"/>
                    </a:lnTo>
                    <a:cubicBezTo>
                      <a:pt x="1522" y="26077"/>
                      <a:pt x="285" y="9313"/>
                      <a:pt x="0" y="4191"/>
                    </a:cubicBezTo>
                    <a:lnTo>
                      <a:pt x="26630" y="4191"/>
                    </a:lnTo>
                    <a:lnTo>
                      <a:pt x="29958" y="23376"/>
                    </a:lnTo>
                    <a:cubicBezTo>
                      <a:pt x="39184" y="10803"/>
                      <a:pt x="54781" y="0"/>
                      <a:pt x="75895" y="0"/>
                    </a:cubicBezTo>
                    <a:cubicBezTo>
                      <a:pt x="115459" y="0"/>
                      <a:pt x="130105" y="21048"/>
                      <a:pt x="130105" y="69291"/>
                    </a:cubicBezTo>
                    <a:lnTo>
                      <a:pt x="130105" y="154229"/>
                    </a:lnTo>
                    <a:lnTo>
                      <a:pt x="96057" y="15422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</p:grp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42519193-EF23-BEDB-2AFD-3C3211C7CAC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63379" y="247853"/>
            <a:ext cx="1513752" cy="662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2908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93">
            <a:extLst>
              <a:ext uri="{FF2B5EF4-FFF2-40B4-BE49-F238E27FC236}">
                <a16:creationId xmlns:a16="http://schemas.microsoft.com/office/drawing/2014/main" id="{A4A3CA4E-4654-73E0-7EA0-5EF9A74A6E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1406539"/>
            <a:ext cx="12191999" cy="5451462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907DD9FF-898C-64CB-ACF3-9EAED3F9A155}"/>
              </a:ext>
            </a:extLst>
          </p:cNvPr>
          <p:cNvSpPr/>
          <p:nvPr userDrawn="1"/>
        </p:nvSpPr>
        <p:spPr>
          <a:xfrm>
            <a:off x="0" y="3726872"/>
            <a:ext cx="12192000" cy="1028795"/>
          </a:xfrm>
          <a:prstGeom prst="rect">
            <a:avLst/>
          </a:prstGeom>
          <a:gradFill flip="none" rotWithShape="1">
            <a:gsLst>
              <a:gs pos="100000">
                <a:schemeClr val="tx1">
                  <a:alpha val="0"/>
                </a:schemeClr>
              </a:gs>
              <a:gs pos="0">
                <a:schemeClr val="tx1">
                  <a:alpha val="0"/>
                </a:schemeClr>
              </a:gs>
              <a:gs pos="50000">
                <a:schemeClr val="tx1">
                  <a:alpha val="1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641DD1-7679-677C-E5F7-106CA2181E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3678" y="2276475"/>
            <a:ext cx="10801350" cy="2305050"/>
          </a:xfrm>
          <a:noFill/>
        </p:spPr>
        <p:txBody>
          <a:bodyPr anchor="b" anchorCtr="0">
            <a:noAutofit/>
          </a:bodyPr>
          <a:lstStyle>
            <a:lvl1pPr algn="l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B33BBA0-4572-0EFB-9D24-1C221E3044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2914" y="4972430"/>
            <a:ext cx="7632700" cy="307777"/>
          </a:xfrm>
        </p:spPr>
        <p:txBody>
          <a:bodyPr anchor="t" anchorCtr="0">
            <a:sp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DK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DDA069-1327-124F-225A-A74D981CE04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98761"/>
            <a:ext cx="12192000" cy="307777"/>
          </a:xfrm>
          <a:prstGeom prst="rect">
            <a:avLst/>
          </a:prstGeom>
        </p:spPr>
      </p:pic>
      <p:grpSp>
        <p:nvGrpSpPr>
          <p:cNvPr id="36" name="Graphic 17">
            <a:extLst>
              <a:ext uri="{FF2B5EF4-FFF2-40B4-BE49-F238E27FC236}">
                <a16:creationId xmlns:a16="http://schemas.microsoft.com/office/drawing/2014/main" id="{F3BF5BD5-290A-4F71-9D64-1AC0C57B7AC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9103088" y="6458998"/>
            <a:ext cx="2646000" cy="177687"/>
            <a:chOff x="3994150" y="3289300"/>
            <a:chExt cx="4202178" cy="282193"/>
          </a:xfrm>
          <a:solidFill>
            <a:schemeClr val="bg1"/>
          </a:solidFill>
        </p:grpSpPr>
        <p:grpSp>
          <p:nvGrpSpPr>
            <p:cNvPr id="37" name="Graphic 17">
              <a:extLst>
                <a:ext uri="{FF2B5EF4-FFF2-40B4-BE49-F238E27FC236}">
                  <a16:creationId xmlns:a16="http://schemas.microsoft.com/office/drawing/2014/main" id="{F6BA806A-3384-7176-1E79-78428FDD1724}"/>
                </a:ext>
              </a:extLst>
            </p:cNvPr>
            <p:cNvGrpSpPr/>
            <p:nvPr/>
          </p:nvGrpSpPr>
          <p:grpSpPr>
            <a:xfrm>
              <a:off x="3994150" y="3289300"/>
              <a:ext cx="2355593" cy="276140"/>
              <a:chOff x="3994150" y="3289300"/>
              <a:chExt cx="2355593" cy="276140"/>
            </a:xfrm>
            <a:grpFill/>
          </p:grpSpPr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1794D833-ECED-AC47-1813-E5E5D3421D8F}"/>
                  </a:ext>
                </a:extLst>
              </p:cNvPr>
              <p:cNvSpPr/>
              <p:nvPr/>
            </p:nvSpPr>
            <p:spPr>
              <a:xfrm>
                <a:off x="3994150" y="3293770"/>
                <a:ext cx="153596" cy="211598"/>
              </a:xfrm>
              <a:custGeom>
                <a:avLst/>
                <a:gdLst>
                  <a:gd name="connsiteX0" fmla="*/ 86452 w 153596"/>
                  <a:gd name="connsiteY0" fmla="*/ 16857 h 211598"/>
                  <a:gd name="connsiteX1" fmla="*/ 86452 w 153596"/>
                  <a:gd name="connsiteY1" fmla="*/ 211599 h 211598"/>
                  <a:gd name="connsiteX2" fmla="*/ 67145 w 153596"/>
                  <a:gd name="connsiteY2" fmla="*/ 211599 h 211598"/>
                  <a:gd name="connsiteX3" fmla="*/ 67145 w 153596"/>
                  <a:gd name="connsiteY3" fmla="*/ 16857 h 211598"/>
                  <a:gd name="connsiteX4" fmla="*/ 0 w 153596"/>
                  <a:gd name="connsiteY4" fmla="*/ 16857 h 211598"/>
                  <a:gd name="connsiteX5" fmla="*/ 0 w 153596"/>
                  <a:gd name="connsiteY5" fmla="*/ 0 h 211598"/>
                  <a:gd name="connsiteX6" fmla="*/ 153597 w 153596"/>
                  <a:gd name="connsiteY6" fmla="*/ 0 h 211598"/>
                  <a:gd name="connsiteX7" fmla="*/ 153597 w 153596"/>
                  <a:gd name="connsiteY7" fmla="*/ 16764 h 211598"/>
                  <a:gd name="connsiteX8" fmla="*/ 86452 w 153596"/>
                  <a:gd name="connsiteY8" fmla="*/ 16764 h 2115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3596" h="211598">
                    <a:moveTo>
                      <a:pt x="86452" y="16857"/>
                    </a:moveTo>
                    <a:lnTo>
                      <a:pt x="86452" y="211599"/>
                    </a:lnTo>
                    <a:lnTo>
                      <a:pt x="67145" y="211599"/>
                    </a:lnTo>
                    <a:lnTo>
                      <a:pt x="67145" y="16857"/>
                    </a:lnTo>
                    <a:lnTo>
                      <a:pt x="0" y="16857"/>
                    </a:lnTo>
                    <a:lnTo>
                      <a:pt x="0" y="0"/>
                    </a:lnTo>
                    <a:lnTo>
                      <a:pt x="153597" y="0"/>
                    </a:lnTo>
                    <a:lnTo>
                      <a:pt x="153597" y="16764"/>
                    </a:lnTo>
                    <a:lnTo>
                      <a:pt x="86452" y="16764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E2E73F3A-437D-FB50-9CB2-18EC58242ABB}"/>
                  </a:ext>
                </a:extLst>
              </p:cNvPr>
              <p:cNvSpPr/>
              <p:nvPr/>
            </p:nvSpPr>
            <p:spPr>
              <a:xfrm>
                <a:off x="4182936" y="3289300"/>
                <a:ext cx="113461" cy="216162"/>
              </a:xfrm>
              <a:custGeom>
                <a:avLst/>
                <a:gdLst>
                  <a:gd name="connsiteX0" fmla="*/ 94726 w 113461"/>
                  <a:gd name="connsiteY0" fmla="*/ 216069 h 216162"/>
                  <a:gd name="connsiteX1" fmla="*/ 94726 w 113461"/>
                  <a:gd name="connsiteY1" fmla="*/ 120701 h 216162"/>
                  <a:gd name="connsiteX2" fmla="*/ 58586 w 113461"/>
                  <a:gd name="connsiteY2" fmla="*/ 78418 h 216162"/>
                  <a:gd name="connsiteX3" fmla="*/ 18736 w 113461"/>
                  <a:gd name="connsiteY3" fmla="*/ 102726 h 216162"/>
                  <a:gd name="connsiteX4" fmla="*/ 18736 w 113461"/>
                  <a:gd name="connsiteY4" fmla="*/ 216162 h 216162"/>
                  <a:gd name="connsiteX5" fmla="*/ 0 w 113461"/>
                  <a:gd name="connsiteY5" fmla="*/ 216162 h 216162"/>
                  <a:gd name="connsiteX6" fmla="*/ 0 w 113461"/>
                  <a:gd name="connsiteY6" fmla="*/ 0 h 216162"/>
                  <a:gd name="connsiteX7" fmla="*/ 18736 w 113461"/>
                  <a:gd name="connsiteY7" fmla="*/ 0 h 216162"/>
                  <a:gd name="connsiteX8" fmla="*/ 18736 w 113461"/>
                  <a:gd name="connsiteY8" fmla="*/ 84658 h 216162"/>
                  <a:gd name="connsiteX9" fmla="*/ 62580 w 113461"/>
                  <a:gd name="connsiteY9" fmla="*/ 62772 h 216162"/>
                  <a:gd name="connsiteX10" fmla="*/ 113462 w 113461"/>
                  <a:gd name="connsiteY10" fmla="*/ 122191 h 216162"/>
                  <a:gd name="connsiteX11" fmla="*/ 113462 w 113461"/>
                  <a:gd name="connsiteY11" fmla="*/ 216162 h 216162"/>
                  <a:gd name="connsiteX12" fmla="*/ 94726 w 113461"/>
                  <a:gd name="connsiteY12" fmla="*/ 216162 h 216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3461" h="216162">
                    <a:moveTo>
                      <a:pt x="94726" y="216069"/>
                    </a:moveTo>
                    <a:lnTo>
                      <a:pt x="94726" y="120701"/>
                    </a:lnTo>
                    <a:cubicBezTo>
                      <a:pt x="94726" y="93133"/>
                      <a:pt x="83694" y="78418"/>
                      <a:pt x="58586" y="78418"/>
                    </a:cubicBezTo>
                    <a:cubicBezTo>
                      <a:pt x="39850" y="78418"/>
                      <a:pt x="26725" y="90991"/>
                      <a:pt x="18736" y="102726"/>
                    </a:cubicBezTo>
                    <a:lnTo>
                      <a:pt x="18736" y="216162"/>
                    </a:lnTo>
                    <a:lnTo>
                      <a:pt x="0" y="216162"/>
                    </a:lnTo>
                    <a:lnTo>
                      <a:pt x="0" y="0"/>
                    </a:lnTo>
                    <a:lnTo>
                      <a:pt x="18736" y="0"/>
                    </a:lnTo>
                    <a:lnTo>
                      <a:pt x="18736" y="84658"/>
                    </a:lnTo>
                    <a:cubicBezTo>
                      <a:pt x="28532" y="71713"/>
                      <a:pt x="43844" y="62772"/>
                      <a:pt x="62580" y="62772"/>
                    </a:cubicBezTo>
                    <a:cubicBezTo>
                      <a:pt x="101193" y="62772"/>
                      <a:pt x="113462" y="86800"/>
                      <a:pt x="113462" y="122191"/>
                    </a:cubicBezTo>
                    <a:lnTo>
                      <a:pt x="113462" y="216162"/>
                    </a:lnTo>
                    <a:lnTo>
                      <a:pt x="94726" y="21616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2CE4D621-F011-6C3F-663E-3EE9E0F29BEC}"/>
                  </a:ext>
                </a:extLst>
              </p:cNvPr>
              <p:cNvSpPr/>
              <p:nvPr/>
            </p:nvSpPr>
            <p:spPr>
              <a:xfrm>
                <a:off x="4338434" y="3352071"/>
                <a:ext cx="128108" cy="156650"/>
              </a:xfrm>
              <a:custGeom>
                <a:avLst/>
                <a:gdLst>
                  <a:gd name="connsiteX0" fmla="*/ 19877 w 128108"/>
                  <a:gd name="connsiteY0" fmla="*/ 84006 h 156650"/>
                  <a:gd name="connsiteX1" fmla="*/ 70759 w 128108"/>
                  <a:gd name="connsiteY1" fmla="*/ 141004 h 156650"/>
                  <a:gd name="connsiteX2" fmla="*/ 113937 w 128108"/>
                  <a:gd name="connsiteY2" fmla="*/ 125730 h 156650"/>
                  <a:gd name="connsiteX3" fmla="*/ 123163 w 128108"/>
                  <a:gd name="connsiteY3" fmla="*/ 138303 h 156650"/>
                  <a:gd name="connsiteX4" fmla="*/ 70759 w 128108"/>
                  <a:gd name="connsiteY4" fmla="*/ 156650 h 156650"/>
                  <a:gd name="connsiteX5" fmla="*/ 0 w 128108"/>
                  <a:gd name="connsiteY5" fmla="*/ 79815 h 156650"/>
                  <a:gd name="connsiteX6" fmla="*/ 65623 w 128108"/>
                  <a:gd name="connsiteY6" fmla="*/ 0 h 156650"/>
                  <a:gd name="connsiteX7" fmla="*/ 128108 w 128108"/>
                  <a:gd name="connsiteY7" fmla="*/ 84006 h 156650"/>
                  <a:gd name="connsiteX8" fmla="*/ 19877 w 128108"/>
                  <a:gd name="connsiteY8" fmla="*/ 84006 h 156650"/>
                  <a:gd name="connsiteX9" fmla="*/ 65528 w 128108"/>
                  <a:gd name="connsiteY9" fmla="*/ 14994 h 156650"/>
                  <a:gd name="connsiteX10" fmla="*/ 19877 w 128108"/>
                  <a:gd name="connsiteY10" fmla="*/ 69012 h 156650"/>
                  <a:gd name="connsiteX11" fmla="*/ 108802 w 128108"/>
                  <a:gd name="connsiteY11" fmla="*/ 69012 h 156650"/>
                  <a:gd name="connsiteX12" fmla="*/ 65623 w 128108"/>
                  <a:gd name="connsiteY12" fmla="*/ 14994 h 156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8108" h="156650">
                    <a:moveTo>
                      <a:pt x="19877" y="84006"/>
                    </a:moveTo>
                    <a:cubicBezTo>
                      <a:pt x="21399" y="122377"/>
                      <a:pt x="44700" y="141004"/>
                      <a:pt x="70759" y="141004"/>
                    </a:cubicBezTo>
                    <a:cubicBezTo>
                      <a:pt x="88829" y="141004"/>
                      <a:pt x="103285" y="133833"/>
                      <a:pt x="113937" y="125730"/>
                    </a:cubicBezTo>
                    <a:lnTo>
                      <a:pt x="123163" y="138303"/>
                    </a:lnTo>
                    <a:cubicBezTo>
                      <a:pt x="109087" y="149106"/>
                      <a:pt x="92824" y="156650"/>
                      <a:pt x="70759" y="156650"/>
                    </a:cubicBezTo>
                    <a:cubicBezTo>
                      <a:pt x="30910" y="156650"/>
                      <a:pt x="0" y="129642"/>
                      <a:pt x="0" y="79815"/>
                    </a:cubicBezTo>
                    <a:cubicBezTo>
                      <a:pt x="0" y="26077"/>
                      <a:pt x="31575" y="0"/>
                      <a:pt x="65623" y="0"/>
                    </a:cubicBezTo>
                    <a:cubicBezTo>
                      <a:pt x="113747" y="0"/>
                      <a:pt x="128108" y="36881"/>
                      <a:pt x="128108" y="84006"/>
                    </a:cubicBezTo>
                    <a:lnTo>
                      <a:pt x="19877" y="84006"/>
                    </a:lnTo>
                    <a:close/>
                    <a:moveTo>
                      <a:pt x="65528" y="14994"/>
                    </a:moveTo>
                    <a:cubicBezTo>
                      <a:pt x="40991" y="14994"/>
                      <a:pt x="22350" y="32969"/>
                      <a:pt x="19877" y="69012"/>
                    </a:cubicBezTo>
                    <a:lnTo>
                      <a:pt x="108802" y="69012"/>
                    </a:lnTo>
                    <a:cubicBezTo>
                      <a:pt x="108231" y="32690"/>
                      <a:pt x="92824" y="14994"/>
                      <a:pt x="65623" y="14994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879B99D5-F9A7-B4E4-69B6-DA74A4C049AB}"/>
                  </a:ext>
                </a:extLst>
              </p:cNvPr>
              <p:cNvSpPr/>
              <p:nvPr/>
            </p:nvSpPr>
            <p:spPr>
              <a:xfrm>
                <a:off x="4595317" y="3352071"/>
                <a:ext cx="123828" cy="213368"/>
              </a:xfrm>
              <a:custGeom>
                <a:avLst/>
                <a:gdLst>
                  <a:gd name="connsiteX0" fmla="*/ 62865 w 123828"/>
                  <a:gd name="connsiteY0" fmla="*/ 156650 h 213368"/>
                  <a:gd name="connsiteX1" fmla="*/ 19687 w 123828"/>
                  <a:gd name="connsiteY1" fmla="*/ 138676 h 213368"/>
                  <a:gd name="connsiteX2" fmla="*/ 19687 w 123828"/>
                  <a:gd name="connsiteY2" fmla="*/ 213368 h 213368"/>
                  <a:gd name="connsiteX3" fmla="*/ 951 w 123828"/>
                  <a:gd name="connsiteY3" fmla="*/ 213368 h 213368"/>
                  <a:gd name="connsiteX4" fmla="*/ 951 w 123828"/>
                  <a:gd name="connsiteY4" fmla="*/ 31479 h 213368"/>
                  <a:gd name="connsiteX5" fmla="*/ 0 w 123828"/>
                  <a:gd name="connsiteY5" fmla="*/ 3260 h 213368"/>
                  <a:gd name="connsiteX6" fmla="*/ 15597 w 123828"/>
                  <a:gd name="connsiteY6" fmla="*/ 3260 h 213368"/>
                  <a:gd name="connsiteX7" fmla="*/ 17119 w 123828"/>
                  <a:gd name="connsiteY7" fmla="*/ 26077 h 213368"/>
                  <a:gd name="connsiteX8" fmla="*/ 65243 w 123828"/>
                  <a:gd name="connsiteY8" fmla="*/ 0 h 213368"/>
                  <a:gd name="connsiteX9" fmla="*/ 123828 w 123828"/>
                  <a:gd name="connsiteY9" fmla="*/ 76835 h 213368"/>
                  <a:gd name="connsiteX10" fmla="*/ 62865 w 123828"/>
                  <a:gd name="connsiteY10" fmla="*/ 156650 h 213368"/>
                  <a:gd name="connsiteX11" fmla="*/ 61058 w 123828"/>
                  <a:gd name="connsiteY11" fmla="*/ 15274 h 213368"/>
                  <a:gd name="connsiteX12" fmla="*/ 19687 w 123828"/>
                  <a:gd name="connsiteY12" fmla="*/ 42003 h 213368"/>
                  <a:gd name="connsiteX13" fmla="*/ 19687 w 123828"/>
                  <a:gd name="connsiteY13" fmla="*/ 123309 h 213368"/>
                  <a:gd name="connsiteX14" fmla="*/ 58300 w 123828"/>
                  <a:gd name="connsiteY14" fmla="*/ 141283 h 213368"/>
                  <a:gd name="connsiteX15" fmla="*/ 104237 w 123828"/>
                  <a:gd name="connsiteY15" fmla="*/ 78232 h 213368"/>
                  <a:gd name="connsiteX16" fmla="*/ 61058 w 123828"/>
                  <a:gd name="connsiteY16" fmla="*/ 15181 h 213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3828" h="213368">
                    <a:moveTo>
                      <a:pt x="62865" y="156650"/>
                    </a:moveTo>
                    <a:cubicBezTo>
                      <a:pt x="44129" y="156650"/>
                      <a:pt x="28817" y="149758"/>
                      <a:pt x="19687" y="138676"/>
                    </a:cubicBezTo>
                    <a:lnTo>
                      <a:pt x="19687" y="213368"/>
                    </a:lnTo>
                    <a:lnTo>
                      <a:pt x="951" y="213368"/>
                    </a:lnTo>
                    <a:lnTo>
                      <a:pt x="951" y="31479"/>
                    </a:lnTo>
                    <a:cubicBezTo>
                      <a:pt x="951" y="24308"/>
                      <a:pt x="380" y="9872"/>
                      <a:pt x="0" y="3260"/>
                    </a:cubicBezTo>
                    <a:lnTo>
                      <a:pt x="15597" y="3260"/>
                    </a:lnTo>
                    <a:lnTo>
                      <a:pt x="17119" y="26077"/>
                    </a:lnTo>
                    <a:cubicBezTo>
                      <a:pt x="27200" y="13132"/>
                      <a:pt x="40420" y="0"/>
                      <a:pt x="65243" y="0"/>
                    </a:cubicBezTo>
                    <a:cubicBezTo>
                      <a:pt x="102334" y="0"/>
                      <a:pt x="123828" y="32131"/>
                      <a:pt x="123828" y="76835"/>
                    </a:cubicBezTo>
                    <a:cubicBezTo>
                      <a:pt x="123828" y="121539"/>
                      <a:pt x="102049" y="156650"/>
                      <a:pt x="62865" y="156650"/>
                    </a:cubicBezTo>
                    <a:close/>
                    <a:moveTo>
                      <a:pt x="61058" y="15274"/>
                    </a:moveTo>
                    <a:cubicBezTo>
                      <a:pt x="40515" y="15274"/>
                      <a:pt x="26440" y="32410"/>
                      <a:pt x="19687" y="42003"/>
                    </a:cubicBezTo>
                    <a:lnTo>
                      <a:pt x="19687" y="123309"/>
                    </a:lnTo>
                    <a:cubicBezTo>
                      <a:pt x="28247" y="132622"/>
                      <a:pt x="39564" y="141283"/>
                      <a:pt x="58300" y="141283"/>
                    </a:cubicBezTo>
                    <a:cubicBezTo>
                      <a:pt x="83123" y="141283"/>
                      <a:pt x="104237" y="121446"/>
                      <a:pt x="104237" y="78232"/>
                    </a:cubicBezTo>
                    <a:cubicBezTo>
                      <a:pt x="104237" y="35018"/>
                      <a:pt x="86166" y="15181"/>
                      <a:pt x="61058" y="15181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D98770D1-6870-3363-BEBA-3EDB268C7E0B}"/>
                  </a:ext>
                </a:extLst>
              </p:cNvPr>
              <p:cNvSpPr/>
              <p:nvPr/>
            </p:nvSpPr>
            <p:spPr>
              <a:xfrm>
                <a:off x="4752813" y="3351978"/>
                <a:ext cx="136762" cy="156743"/>
              </a:xfrm>
              <a:custGeom>
                <a:avLst/>
                <a:gdLst>
                  <a:gd name="connsiteX0" fmla="*/ 68381 w 136762"/>
                  <a:gd name="connsiteY0" fmla="*/ 156743 h 156743"/>
                  <a:gd name="connsiteX1" fmla="*/ 0 w 136762"/>
                  <a:gd name="connsiteY1" fmla="*/ 77766 h 156743"/>
                  <a:gd name="connsiteX2" fmla="*/ 68381 w 136762"/>
                  <a:gd name="connsiteY2" fmla="*/ 0 h 156743"/>
                  <a:gd name="connsiteX3" fmla="*/ 136763 w 136762"/>
                  <a:gd name="connsiteY3" fmla="*/ 77766 h 156743"/>
                  <a:gd name="connsiteX4" fmla="*/ 68381 w 136762"/>
                  <a:gd name="connsiteY4" fmla="*/ 156743 h 156743"/>
                  <a:gd name="connsiteX5" fmla="*/ 68381 w 136762"/>
                  <a:gd name="connsiteY5" fmla="*/ 15367 h 156743"/>
                  <a:gd name="connsiteX6" fmla="*/ 19687 w 136762"/>
                  <a:gd name="connsiteY6" fmla="*/ 77766 h 156743"/>
                  <a:gd name="connsiteX7" fmla="*/ 68381 w 136762"/>
                  <a:gd name="connsiteY7" fmla="*/ 141376 h 156743"/>
                  <a:gd name="connsiteX8" fmla="*/ 117076 w 136762"/>
                  <a:gd name="connsiteY8" fmla="*/ 77766 h 156743"/>
                  <a:gd name="connsiteX9" fmla="*/ 68381 w 136762"/>
                  <a:gd name="connsiteY9" fmla="*/ 15367 h 156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6762" h="156743">
                    <a:moveTo>
                      <a:pt x="68381" y="156743"/>
                    </a:moveTo>
                    <a:cubicBezTo>
                      <a:pt x="21494" y="156743"/>
                      <a:pt x="0" y="120701"/>
                      <a:pt x="0" y="77766"/>
                    </a:cubicBezTo>
                    <a:cubicBezTo>
                      <a:pt x="0" y="34832"/>
                      <a:pt x="22635" y="0"/>
                      <a:pt x="68381" y="0"/>
                    </a:cubicBezTo>
                    <a:cubicBezTo>
                      <a:pt x="114128" y="0"/>
                      <a:pt x="136763" y="36043"/>
                      <a:pt x="136763" y="77766"/>
                    </a:cubicBezTo>
                    <a:cubicBezTo>
                      <a:pt x="136763" y="119490"/>
                      <a:pt x="116220" y="156743"/>
                      <a:pt x="68381" y="156743"/>
                    </a:cubicBezTo>
                    <a:close/>
                    <a:moveTo>
                      <a:pt x="68381" y="15367"/>
                    </a:moveTo>
                    <a:cubicBezTo>
                      <a:pt x="36806" y="15367"/>
                      <a:pt x="19687" y="41817"/>
                      <a:pt x="19687" y="77766"/>
                    </a:cubicBezTo>
                    <a:cubicBezTo>
                      <a:pt x="19687" y="113716"/>
                      <a:pt x="35665" y="141376"/>
                      <a:pt x="68381" y="141376"/>
                    </a:cubicBezTo>
                    <a:cubicBezTo>
                      <a:pt x="101098" y="141376"/>
                      <a:pt x="117076" y="114088"/>
                      <a:pt x="117076" y="77766"/>
                    </a:cubicBezTo>
                    <a:cubicBezTo>
                      <a:pt x="117076" y="41444"/>
                      <a:pt x="100813" y="15367"/>
                      <a:pt x="68381" y="15367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9B09433D-3F96-2ABE-E98D-0093D2E5DCA1}"/>
                  </a:ext>
                </a:extLst>
              </p:cNvPr>
              <p:cNvSpPr/>
              <p:nvPr/>
            </p:nvSpPr>
            <p:spPr>
              <a:xfrm>
                <a:off x="4912686" y="3355331"/>
                <a:ext cx="210089" cy="150037"/>
              </a:xfrm>
              <a:custGeom>
                <a:avLst/>
                <a:gdLst>
                  <a:gd name="connsiteX0" fmla="*/ 165390 w 210089"/>
                  <a:gd name="connsiteY0" fmla="*/ 150038 h 150037"/>
                  <a:gd name="connsiteX1" fmla="*/ 141518 w 210089"/>
                  <a:gd name="connsiteY1" fmla="*/ 150038 h 150037"/>
                  <a:gd name="connsiteX2" fmla="*/ 115174 w 210089"/>
                  <a:gd name="connsiteY2" fmla="*/ 60909 h 150037"/>
                  <a:gd name="connsiteX3" fmla="*/ 105092 w 210089"/>
                  <a:gd name="connsiteY3" fmla="*/ 23376 h 150037"/>
                  <a:gd name="connsiteX4" fmla="*/ 95011 w 210089"/>
                  <a:gd name="connsiteY4" fmla="*/ 60909 h 150037"/>
                  <a:gd name="connsiteX5" fmla="*/ 67716 w 210089"/>
                  <a:gd name="connsiteY5" fmla="*/ 150038 h 150037"/>
                  <a:gd name="connsiteX6" fmla="*/ 44129 w 210089"/>
                  <a:gd name="connsiteY6" fmla="*/ 150038 h 150037"/>
                  <a:gd name="connsiteX7" fmla="*/ 0 w 210089"/>
                  <a:gd name="connsiteY7" fmla="*/ 0 h 150037"/>
                  <a:gd name="connsiteX8" fmla="*/ 19877 w 210089"/>
                  <a:gd name="connsiteY8" fmla="*/ 0 h 150037"/>
                  <a:gd name="connsiteX9" fmla="*/ 48029 w 210089"/>
                  <a:gd name="connsiteY9" fmla="*/ 95741 h 150037"/>
                  <a:gd name="connsiteX10" fmla="*/ 56588 w 210089"/>
                  <a:gd name="connsiteY10" fmla="*/ 129921 h 150037"/>
                  <a:gd name="connsiteX11" fmla="*/ 65814 w 210089"/>
                  <a:gd name="connsiteY11" fmla="*/ 95741 h 150037"/>
                  <a:gd name="connsiteX12" fmla="*/ 94631 w 210089"/>
                  <a:gd name="connsiteY12" fmla="*/ 0 h 150037"/>
                  <a:gd name="connsiteX13" fmla="*/ 116410 w 210089"/>
                  <a:gd name="connsiteY13" fmla="*/ 0 h 150037"/>
                  <a:gd name="connsiteX14" fmla="*/ 145227 w 210089"/>
                  <a:gd name="connsiteY14" fmla="*/ 95741 h 150037"/>
                  <a:gd name="connsiteX15" fmla="*/ 154072 w 210089"/>
                  <a:gd name="connsiteY15" fmla="*/ 129921 h 150037"/>
                  <a:gd name="connsiteX16" fmla="*/ 162917 w 210089"/>
                  <a:gd name="connsiteY16" fmla="*/ 95741 h 150037"/>
                  <a:gd name="connsiteX17" fmla="*/ 191734 w 210089"/>
                  <a:gd name="connsiteY17" fmla="*/ 0 h 150037"/>
                  <a:gd name="connsiteX18" fmla="*/ 210090 w 210089"/>
                  <a:gd name="connsiteY18" fmla="*/ 0 h 150037"/>
                  <a:gd name="connsiteX19" fmla="*/ 165295 w 210089"/>
                  <a:gd name="connsiteY19" fmla="*/ 150038 h 150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10089" h="150037">
                    <a:moveTo>
                      <a:pt x="165390" y="150038"/>
                    </a:moveTo>
                    <a:lnTo>
                      <a:pt x="141518" y="150038"/>
                    </a:lnTo>
                    <a:lnTo>
                      <a:pt x="115174" y="60909"/>
                    </a:lnTo>
                    <a:cubicBezTo>
                      <a:pt x="111179" y="47125"/>
                      <a:pt x="105092" y="23376"/>
                      <a:pt x="105092" y="23376"/>
                    </a:cubicBezTo>
                    <a:cubicBezTo>
                      <a:pt x="105092" y="23376"/>
                      <a:pt x="99291" y="46474"/>
                      <a:pt x="95011" y="60909"/>
                    </a:cubicBezTo>
                    <a:lnTo>
                      <a:pt x="67716" y="150038"/>
                    </a:lnTo>
                    <a:lnTo>
                      <a:pt x="44129" y="150038"/>
                    </a:lnTo>
                    <a:lnTo>
                      <a:pt x="0" y="0"/>
                    </a:lnTo>
                    <a:lnTo>
                      <a:pt x="19877" y="0"/>
                    </a:lnTo>
                    <a:lnTo>
                      <a:pt x="48029" y="95741"/>
                    </a:lnTo>
                    <a:cubicBezTo>
                      <a:pt x="51738" y="108314"/>
                      <a:pt x="56588" y="129921"/>
                      <a:pt x="56588" y="129921"/>
                    </a:cubicBezTo>
                    <a:cubicBezTo>
                      <a:pt x="56588" y="129921"/>
                      <a:pt x="62104" y="108314"/>
                      <a:pt x="65814" y="95741"/>
                    </a:cubicBezTo>
                    <a:lnTo>
                      <a:pt x="94631" y="0"/>
                    </a:lnTo>
                    <a:lnTo>
                      <a:pt x="116410" y="0"/>
                    </a:lnTo>
                    <a:lnTo>
                      <a:pt x="145227" y="95741"/>
                    </a:lnTo>
                    <a:cubicBezTo>
                      <a:pt x="149222" y="109245"/>
                      <a:pt x="154072" y="129921"/>
                      <a:pt x="154072" y="129921"/>
                    </a:cubicBezTo>
                    <a:cubicBezTo>
                      <a:pt x="154072" y="129921"/>
                      <a:pt x="159018" y="108873"/>
                      <a:pt x="162917" y="95741"/>
                    </a:cubicBezTo>
                    <a:lnTo>
                      <a:pt x="191734" y="0"/>
                    </a:lnTo>
                    <a:lnTo>
                      <a:pt x="210090" y="0"/>
                    </a:lnTo>
                    <a:lnTo>
                      <a:pt x="165295" y="150038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459AA89B-FBEE-8052-E595-551CA5C5F90D}"/>
                  </a:ext>
                </a:extLst>
              </p:cNvPr>
              <p:cNvSpPr/>
              <p:nvPr/>
            </p:nvSpPr>
            <p:spPr>
              <a:xfrm>
                <a:off x="5146838" y="3352071"/>
                <a:ext cx="128108" cy="156650"/>
              </a:xfrm>
              <a:custGeom>
                <a:avLst/>
                <a:gdLst>
                  <a:gd name="connsiteX0" fmla="*/ 19877 w 128108"/>
                  <a:gd name="connsiteY0" fmla="*/ 84006 h 156650"/>
                  <a:gd name="connsiteX1" fmla="*/ 70759 w 128108"/>
                  <a:gd name="connsiteY1" fmla="*/ 141004 h 156650"/>
                  <a:gd name="connsiteX2" fmla="*/ 113937 w 128108"/>
                  <a:gd name="connsiteY2" fmla="*/ 125730 h 156650"/>
                  <a:gd name="connsiteX3" fmla="*/ 123163 w 128108"/>
                  <a:gd name="connsiteY3" fmla="*/ 138303 h 156650"/>
                  <a:gd name="connsiteX4" fmla="*/ 70759 w 128108"/>
                  <a:gd name="connsiteY4" fmla="*/ 156650 h 156650"/>
                  <a:gd name="connsiteX5" fmla="*/ 0 w 128108"/>
                  <a:gd name="connsiteY5" fmla="*/ 79815 h 156650"/>
                  <a:gd name="connsiteX6" fmla="*/ 65623 w 128108"/>
                  <a:gd name="connsiteY6" fmla="*/ 0 h 156650"/>
                  <a:gd name="connsiteX7" fmla="*/ 128108 w 128108"/>
                  <a:gd name="connsiteY7" fmla="*/ 84006 h 156650"/>
                  <a:gd name="connsiteX8" fmla="*/ 19877 w 128108"/>
                  <a:gd name="connsiteY8" fmla="*/ 84006 h 156650"/>
                  <a:gd name="connsiteX9" fmla="*/ 65528 w 128108"/>
                  <a:gd name="connsiteY9" fmla="*/ 14994 h 156650"/>
                  <a:gd name="connsiteX10" fmla="*/ 19877 w 128108"/>
                  <a:gd name="connsiteY10" fmla="*/ 69012 h 156650"/>
                  <a:gd name="connsiteX11" fmla="*/ 108802 w 128108"/>
                  <a:gd name="connsiteY11" fmla="*/ 69012 h 156650"/>
                  <a:gd name="connsiteX12" fmla="*/ 65623 w 128108"/>
                  <a:gd name="connsiteY12" fmla="*/ 14994 h 156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8108" h="156650">
                    <a:moveTo>
                      <a:pt x="19877" y="84006"/>
                    </a:moveTo>
                    <a:cubicBezTo>
                      <a:pt x="21399" y="122377"/>
                      <a:pt x="44700" y="141004"/>
                      <a:pt x="70759" y="141004"/>
                    </a:cubicBezTo>
                    <a:cubicBezTo>
                      <a:pt x="88829" y="141004"/>
                      <a:pt x="103285" y="133833"/>
                      <a:pt x="113937" y="125730"/>
                    </a:cubicBezTo>
                    <a:lnTo>
                      <a:pt x="123163" y="138303"/>
                    </a:lnTo>
                    <a:cubicBezTo>
                      <a:pt x="109087" y="149106"/>
                      <a:pt x="92824" y="156650"/>
                      <a:pt x="70759" y="156650"/>
                    </a:cubicBezTo>
                    <a:cubicBezTo>
                      <a:pt x="30910" y="156650"/>
                      <a:pt x="0" y="129642"/>
                      <a:pt x="0" y="79815"/>
                    </a:cubicBezTo>
                    <a:cubicBezTo>
                      <a:pt x="0" y="26077"/>
                      <a:pt x="31575" y="0"/>
                      <a:pt x="65623" y="0"/>
                    </a:cubicBezTo>
                    <a:cubicBezTo>
                      <a:pt x="113747" y="0"/>
                      <a:pt x="128108" y="36881"/>
                      <a:pt x="128108" y="84006"/>
                    </a:cubicBezTo>
                    <a:lnTo>
                      <a:pt x="19877" y="84006"/>
                    </a:lnTo>
                    <a:close/>
                    <a:moveTo>
                      <a:pt x="65528" y="14994"/>
                    </a:moveTo>
                    <a:cubicBezTo>
                      <a:pt x="40991" y="14994"/>
                      <a:pt x="22350" y="32969"/>
                      <a:pt x="19877" y="69012"/>
                    </a:cubicBezTo>
                    <a:lnTo>
                      <a:pt x="108802" y="69012"/>
                    </a:lnTo>
                    <a:cubicBezTo>
                      <a:pt x="108231" y="32690"/>
                      <a:pt x="92824" y="14994"/>
                      <a:pt x="65623" y="14994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3FE6B9B1-A774-DD84-49D6-EAA61ABD71AB}"/>
                  </a:ext>
                </a:extLst>
              </p:cNvPr>
              <p:cNvSpPr/>
              <p:nvPr/>
            </p:nvSpPr>
            <p:spPr>
              <a:xfrm>
                <a:off x="5314796" y="3351978"/>
                <a:ext cx="81506" cy="153390"/>
              </a:xfrm>
              <a:custGeom>
                <a:avLst/>
                <a:gdLst>
                  <a:gd name="connsiteX0" fmla="*/ 76370 w 81506"/>
                  <a:gd name="connsiteY0" fmla="*/ 21700 h 153390"/>
                  <a:gd name="connsiteX1" fmla="*/ 59822 w 81506"/>
                  <a:gd name="connsiteY1" fmla="*/ 17509 h 153390"/>
                  <a:gd name="connsiteX2" fmla="*/ 19687 w 81506"/>
                  <a:gd name="connsiteY2" fmla="*/ 46287 h 153390"/>
                  <a:gd name="connsiteX3" fmla="*/ 19687 w 81506"/>
                  <a:gd name="connsiteY3" fmla="*/ 153391 h 153390"/>
                  <a:gd name="connsiteX4" fmla="*/ 951 w 81506"/>
                  <a:gd name="connsiteY4" fmla="*/ 153391 h 153390"/>
                  <a:gd name="connsiteX5" fmla="*/ 951 w 81506"/>
                  <a:gd name="connsiteY5" fmla="*/ 30641 h 153390"/>
                  <a:gd name="connsiteX6" fmla="*/ 0 w 81506"/>
                  <a:gd name="connsiteY6" fmla="*/ 3353 h 153390"/>
                  <a:gd name="connsiteX7" fmla="*/ 15027 w 81506"/>
                  <a:gd name="connsiteY7" fmla="*/ 3353 h 153390"/>
                  <a:gd name="connsiteX8" fmla="*/ 16834 w 81506"/>
                  <a:gd name="connsiteY8" fmla="*/ 28219 h 153390"/>
                  <a:gd name="connsiteX9" fmla="*/ 63721 w 81506"/>
                  <a:gd name="connsiteY9" fmla="*/ 0 h 153390"/>
                  <a:gd name="connsiteX10" fmla="*/ 81506 w 81506"/>
                  <a:gd name="connsiteY10" fmla="*/ 2701 h 153390"/>
                  <a:gd name="connsiteX11" fmla="*/ 76275 w 81506"/>
                  <a:gd name="connsiteY11" fmla="*/ 21607 h 153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1506" h="153390">
                    <a:moveTo>
                      <a:pt x="76370" y="21700"/>
                    </a:moveTo>
                    <a:cubicBezTo>
                      <a:pt x="71425" y="18999"/>
                      <a:pt x="66289" y="17509"/>
                      <a:pt x="59822" y="17509"/>
                    </a:cubicBezTo>
                    <a:cubicBezTo>
                      <a:pt x="41086" y="17509"/>
                      <a:pt x="29768" y="28871"/>
                      <a:pt x="19687" y="46287"/>
                    </a:cubicBezTo>
                    <a:lnTo>
                      <a:pt x="19687" y="153391"/>
                    </a:lnTo>
                    <a:lnTo>
                      <a:pt x="951" y="153391"/>
                    </a:lnTo>
                    <a:lnTo>
                      <a:pt x="951" y="30641"/>
                    </a:lnTo>
                    <a:cubicBezTo>
                      <a:pt x="951" y="25519"/>
                      <a:pt x="380" y="8475"/>
                      <a:pt x="0" y="3353"/>
                    </a:cubicBezTo>
                    <a:lnTo>
                      <a:pt x="15027" y="3353"/>
                    </a:lnTo>
                    <a:lnTo>
                      <a:pt x="16834" y="28219"/>
                    </a:lnTo>
                    <a:cubicBezTo>
                      <a:pt x="26059" y="11083"/>
                      <a:pt x="41371" y="0"/>
                      <a:pt x="63721" y="0"/>
                    </a:cubicBezTo>
                    <a:cubicBezTo>
                      <a:pt x="70189" y="0"/>
                      <a:pt x="76275" y="931"/>
                      <a:pt x="81506" y="2701"/>
                    </a:cubicBezTo>
                    <a:lnTo>
                      <a:pt x="76275" y="21607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9" name="Freeform 58">
                <a:extLst>
                  <a:ext uri="{FF2B5EF4-FFF2-40B4-BE49-F238E27FC236}">
                    <a16:creationId xmlns:a16="http://schemas.microsoft.com/office/drawing/2014/main" id="{82F7FF3E-DA48-43D6-EA60-4EB62538A297}"/>
                  </a:ext>
                </a:extLst>
              </p:cNvPr>
              <p:cNvSpPr/>
              <p:nvPr/>
            </p:nvSpPr>
            <p:spPr>
              <a:xfrm>
                <a:off x="5510715" y="3289300"/>
                <a:ext cx="123923" cy="219422"/>
              </a:xfrm>
              <a:custGeom>
                <a:avLst/>
                <a:gdLst>
                  <a:gd name="connsiteX0" fmla="*/ 63436 w 123923"/>
                  <a:gd name="connsiteY0" fmla="*/ 219422 h 219422"/>
                  <a:gd name="connsiteX1" fmla="*/ 17119 w 123923"/>
                  <a:gd name="connsiteY1" fmla="*/ 199026 h 219422"/>
                  <a:gd name="connsiteX2" fmla="*/ 15597 w 123923"/>
                  <a:gd name="connsiteY2" fmla="*/ 216162 h 219422"/>
                  <a:gd name="connsiteX3" fmla="*/ 0 w 123923"/>
                  <a:gd name="connsiteY3" fmla="*/ 216162 h 219422"/>
                  <a:gd name="connsiteX4" fmla="*/ 951 w 123923"/>
                  <a:gd name="connsiteY4" fmla="*/ 187943 h 219422"/>
                  <a:gd name="connsiteX5" fmla="*/ 951 w 123923"/>
                  <a:gd name="connsiteY5" fmla="*/ 0 h 219422"/>
                  <a:gd name="connsiteX6" fmla="*/ 19687 w 123923"/>
                  <a:gd name="connsiteY6" fmla="*/ 0 h 219422"/>
                  <a:gd name="connsiteX7" fmla="*/ 19687 w 123923"/>
                  <a:gd name="connsiteY7" fmla="*/ 86707 h 219422"/>
                  <a:gd name="connsiteX8" fmla="*/ 65053 w 123923"/>
                  <a:gd name="connsiteY8" fmla="*/ 62679 h 219422"/>
                  <a:gd name="connsiteX9" fmla="*/ 123924 w 123923"/>
                  <a:gd name="connsiteY9" fmla="*/ 140445 h 219422"/>
                  <a:gd name="connsiteX10" fmla="*/ 63531 w 123923"/>
                  <a:gd name="connsiteY10" fmla="*/ 219422 h 219422"/>
                  <a:gd name="connsiteX11" fmla="*/ 60963 w 123923"/>
                  <a:gd name="connsiteY11" fmla="*/ 78046 h 219422"/>
                  <a:gd name="connsiteX12" fmla="*/ 19592 w 123923"/>
                  <a:gd name="connsiteY12" fmla="*/ 105334 h 219422"/>
                  <a:gd name="connsiteX13" fmla="*/ 19592 w 123923"/>
                  <a:gd name="connsiteY13" fmla="*/ 186080 h 219422"/>
                  <a:gd name="connsiteX14" fmla="*/ 58776 w 123923"/>
                  <a:gd name="connsiteY14" fmla="*/ 204055 h 219422"/>
                  <a:gd name="connsiteX15" fmla="*/ 104141 w 123923"/>
                  <a:gd name="connsiteY15" fmla="*/ 141004 h 219422"/>
                  <a:gd name="connsiteX16" fmla="*/ 60963 w 123923"/>
                  <a:gd name="connsiteY16" fmla="*/ 77953 h 219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3923" h="219422">
                    <a:moveTo>
                      <a:pt x="63436" y="219422"/>
                    </a:moveTo>
                    <a:cubicBezTo>
                      <a:pt x="41086" y="219422"/>
                      <a:pt x="27010" y="211040"/>
                      <a:pt x="17119" y="199026"/>
                    </a:cubicBezTo>
                    <a:lnTo>
                      <a:pt x="15597" y="216162"/>
                    </a:lnTo>
                    <a:lnTo>
                      <a:pt x="0" y="216162"/>
                    </a:lnTo>
                    <a:cubicBezTo>
                      <a:pt x="285" y="209550"/>
                      <a:pt x="951" y="195114"/>
                      <a:pt x="951" y="187943"/>
                    </a:cubicBezTo>
                    <a:lnTo>
                      <a:pt x="951" y="0"/>
                    </a:lnTo>
                    <a:lnTo>
                      <a:pt x="19687" y="0"/>
                    </a:lnTo>
                    <a:lnTo>
                      <a:pt x="19687" y="86707"/>
                    </a:lnTo>
                    <a:cubicBezTo>
                      <a:pt x="27961" y="75904"/>
                      <a:pt x="40801" y="62679"/>
                      <a:pt x="65053" y="62679"/>
                    </a:cubicBezTo>
                    <a:cubicBezTo>
                      <a:pt x="100908" y="62679"/>
                      <a:pt x="123924" y="92668"/>
                      <a:pt x="123924" y="140445"/>
                    </a:cubicBezTo>
                    <a:cubicBezTo>
                      <a:pt x="123924" y="184311"/>
                      <a:pt x="103381" y="219422"/>
                      <a:pt x="63531" y="219422"/>
                    </a:cubicBezTo>
                    <a:close/>
                    <a:moveTo>
                      <a:pt x="60963" y="78046"/>
                    </a:moveTo>
                    <a:cubicBezTo>
                      <a:pt x="39849" y="78046"/>
                      <a:pt x="26059" y="95462"/>
                      <a:pt x="19592" y="105334"/>
                    </a:cubicBezTo>
                    <a:lnTo>
                      <a:pt x="19592" y="186080"/>
                    </a:lnTo>
                    <a:cubicBezTo>
                      <a:pt x="29673" y="196325"/>
                      <a:pt x="39849" y="204055"/>
                      <a:pt x="58776" y="204055"/>
                    </a:cubicBezTo>
                    <a:cubicBezTo>
                      <a:pt x="85405" y="204055"/>
                      <a:pt x="104141" y="180679"/>
                      <a:pt x="104141" y="141004"/>
                    </a:cubicBezTo>
                    <a:cubicBezTo>
                      <a:pt x="104141" y="93878"/>
                      <a:pt x="82647" y="77953"/>
                      <a:pt x="60963" y="77953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60" name="Freeform 59">
                <a:extLst>
                  <a:ext uri="{FF2B5EF4-FFF2-40B4-BE49-F238E27FC236}">
                    <a16:creationId xmlns:a16="http://schemas.microsoft.com/office/drawing/2014/main" id="{7C82925A-F487-2153-72F4-203D89D6A58D}"/>
                  </a:ext>
                </a:extLst>
              </p:cNvPr>
              <p:cNvSpPr/>
              <p:nvPr/>
            </p:nvSpPr>
            <p:spPr>
              <a:xfrm>
                <a:off x="5668021" y="3352071"/>
                <a:ext cx="128108" cy="156650"/>
              </a:xfrm>
              <a:custGeom>
                <a:avLst/>
                <a:gdLst>
                  <a:gd name="connsiteX0" fmla="*/ 19877 w 128108"/>
                  <a:gd name="connsiteY0" fmla="*/ 84006 h 156650"/>
                  <a:gd name="connsiteX1" fmla="*/ 70759 w 128108"/>
                  <a:gd name="connsiteY1" fmla="*/ 141004 h 156650"/>
                  <a:gd name="connsiteX2" fmla="*/ 113937 w 128108"/>
                  <a:gd name="connsiteY2" fmla="*/ 125730 h 156650"/>
                  <a:gd name="connsiteX3" fmla="*/ 123163 w 128108"/>
                  <a:gd name="connsiteY3" fmla="*/ 138303 h 156650"/>
                  <a:gd name="connsiteX4" fmla="*/ 70759 w 128108"/>
                  <a:gd name="connsiteY4" fmla="*/ 156650 h 156650"/>
                  <a:gd name="connsiteX5" fmla="*/ 0 w 128108"/>
                  <a:gd name="connsiteY5" fmla="*/ 79815 h 156650"/>
                  <a:gd name="connsiteX6" fmla="*/ 65623 w 128108"/>
                  <a:gd name="connsiteY6" fmla="*/ 0 h 156650"/>
                  <a:gd name="connsiteX7" fmla="*/ 128108 w 128108"/>
                  <a:gd name="connsiteY7" fmla="*/ 84006 h 156650"/>
                  <a:gd name="connsiteX8" fmla="*/ 19877 w 128108"/>
                  <a:gd name="connsiteY8" fmla="*/ 84006 h 156650"/>
                  <a:gd name="connsiteX9" fmla="*/ 65528 w 128108"/>
                  <a:gd name="connsiteY9" fmla="*/ 14994 h 156650"/>
                  <a:gd name="connsiteX10" fmla="*/ 19877 w 128108"/>
                  <a:gd name="connsiteY10" fmla="*/ 69012 h 156650"/>
                  <a:gd name="connsiteX11" fmla="*/ 108802 w 128108"/>
                  <a:gd name="connsiteY11" fmla="*/ 69012 h 156650"/>
                  <a:gd name="connsiteX12" fmla="*/ 65623 w 128108"/>
                  <a:gd name="connsiteY12" fmla="*/ 14994 h 156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8108" h="156650">
                    <a:moveTo>
                      <a:pt x="19877" y="84006"/>
                    </a:moveTo>
                    <a:cubicBezTo>
                      <a:pt x="21399" y="122377"/>
                      <a:pt x="44700" y="141004"/>
                      <a:pt x="70759" y="141004"/>
                    </a:cubicBezTo>
                    <a:cubicBezTo>
                      <a:pt x="88829" y="141004"/>
                      <a:pt x="103285" y="133833"/>
                      <a:pt x="113937" y="125730"/>
                    </a:cubicBezTo>
                    <a:lnTo>
                      <a:pt x="123163" y="138303"/>
                    </a:lnTo>
                    <a:cubicBezTo>
                      <a:pt x="109087" y="149106"/>
                      <a:pt x="92824" y="156650"/>
                      <a:pt x="70759" y="156650"/>
                    </a:cubicBezTo>
                    <a:cubicBezTo>
                      <a:pt x="30910" y="156650"/>
                      <a:pt x="0" y="129642"/>
                      <a:pt x="0" y="79815"/>
                    </a:cubicBezTo>
                    <a:cubicBezTo>
                      <a:pt x="0" y="26077"/>
                      <a:pt x="31575" y="0"/>
                      <a:pt x="65623" y="0"/>
                    </a:cubicBezTo>
                    <a:cubicBezTo>
                      <a:pt x="113747" y="0"/>
                      <a:pt x="128108" y="36881"/>
                      <a:pt x="128108" y="84006"/>
                    </a:cubicBezTo>
                    <a:lnTo>
                      <a:pt x="19877" y="84006"/>
                    </a:lnTo>
                    <a:close/>
                    <a:moveTo>
                      <a:pt x="65528" y="14994"/>
                    </a:moveTo>
                    <a:cubicBezTo>
                      <a:pt x="40991" y="14994"/>
                      <a:pt x="22350" y="32969"/>
                      <a:pt x="19877" y="69012"/>
                    </a:cubicBezTo>
                    <a:lnTo>
                      <a:pt x="108802" y="69012"/>
                    </a:lnTo>
                    <a:cubicBezTo>
                      <a:pt x="108231" y="32690"/>
                      <a:pt x="92824" y="14994"/>
                      <a:pt x="65623" y="14994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61" name="Freeform 60">
                <a:extLst>
                  <a:ext uri="{FF2B5EF4-FFF2-40B4-BE49-F238E27FC236}">
                    <a16:creationId xmlns:a16="http://schemas.microsoft.com/office/drawing/2014/main" id="{A9BEC854-FD11-AACA-957B-A588BB647A8A}"/>
                  </a:ext>
                </a:extLst>
              </p:cNvPr>
              <p:cNvSpPr/>
              <p:nvPr/>
            </p:nvSpPr>
            <p:spPr>
              <a:xfrm>
                <a:off x="5836835" y="3289300"/>
                <a:ext cx="113461" cy="216162"/>
              </a:xfrm>
              <a:custGeom>
                <a:avLst/>
                <a:gdLst>
                  <a:gd name="connsiteX0" fmla="*/ 94726 w 113461"/>
                  <a:gd name="connsiteY0" fmla="*/ 216069 h 216162"/>
                  <a:gd name="connsiteX1" fmla="*/ 94726 w 113461"/>
                  <a:gd name="connsiteY1" fmla="*/ 120701 h 216162"/>
                  <a:gd name="connsiteX2" fmla="*/ 58586 w 113461"/>
                  <a:gd name="connsiteY2" fmla="*/ 78418 h 216162"/>
                  <a:gd name="connsiteX3" fmla="*/ 18736 w 113461"/>
                  <a:gd name="connsiteY3" fmla="*/ 102726 h 216162"/>
                  <a:gd name="connsiteX4" fmla="*/ 18736 w 113461"/>
                  <a:gd name="connsiteY4" fmla="*/ 216162 h 216162"/>
                  <a:gd name="connsiteX5" fmla="*/ 0 w 113461"/>
                  <a:gd name="connsiteY5" fmla="*/ 216162 h 216162"/>
                  <a:gd name="connsiteX6" fmla="*/ 0 w 113461"/>
                  <a:gd name="connsiteY6" fmla="*/ 0 h 216162"/>
                  <a:gd name="connsiteX7" fmla="*/ 18736 w 113461"/>
                  <a:gd name="connsiteY7" fmla="*/ 0 h 216162"/>
                  <a:gd name="connsiteX8" fmla="*/ 18736 w 113461"/>
                  <a:gd name="connsiteY8" fmla="*/ 84658 h 216162"/>
                  <a:gd name="connsiteX9" fmla="*/ 62580 w 113461"/>
                  <a:gd name="connsiteY9" fmla="*/ 62772 h 216162"/>
                  <a:gd name="connsiteX10" fmla="*/ 113462 w 113461"/>
                  <a:gd name="connsiteY10" fmla="*/ 122191 h 216162"/>
                  <a:gd name="connsiteX11" fmla="*/ 113462 w 113461"/>
                  <a:gd name="connsiteY11" fmla="*/ 216162 h 216162"/>
                  <a:gd name="connsiteX12" fmla="*/ 94726 w 113461"/>
                  <a:gd name="connsiteY12" fmla="*/ 216162 h 216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3461" h="216162">
                    <a:moveTo>
                      <a:pt x="94726" y="216069"/>
                    </a:moveTo>
                    <a:lnTo>
                      <a:pt x="94726" y="120701"/>
                    </a:lnTo>
                    <a:cubicBezTo>
                      <a:pt x="94726" y="93133"/>
                      <a:pt x="83694" y="78418"/>
                      <a:pt x="58586" y="78418"/>
                    </a:cubicBezTo>
                    <a:cubicBezTo>
                      <a:pt x="39850" y="78418"/>
                      <a:pt x="26725" y="90991"/>
                      <a:pt x="18736" y="102726"/>
                    </a:cubicBezTo>
                    <a:lnTo>
                      <a:pt x="18736" y="216162"/>
                    </a:lnTo>
                    <a:lnTo>
                      <a:pt x="0" y="216162"/>
                    </a:lnTo>
                    <a:lnTo>
                      <a:pt x="0" y="0"/>
                    </a:lnTo>
                    <a:lnTo>
                      <a:pt x="18736" y="0"/>
                    </a:lnTo>
                    <a:lnTo>
                      <a:pt x="18736" y="84658"/>
                    </a:lnTo>
                    <a:cubicBezTo>
                      <a:pt x="28532" y="71713"/>
                      <a:pt x="43844" y="62772"/>
                      <a:pt x="62580" y="62772"/>
                    </a:cubicBezTo>
                    <a:cubicBezTo>
                      <a:pt x="101193" y="62772"/>
                      <a:pt x="113462" y="86800"/>
                      <a:pt x="113462" y="122191"/>
                    </a:cubicBezTo>
                    <a:lnTo>
                      <a:pt x="113462" y="216162"/>
                    </a:lnTo>
                    <a:lnTo>
                      <a:pt x="94726" y="21616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62" name="Freeform 61">
                <a:extLst>
                  <a:ext uri="{FF2B5EF4-FFF2-40B4-BE49-F238E27FC236}">
                    <a16:creationId xmlns:a16="http://schemas.microsoft.com/office/drawing/2014/main" id="{9CF63126-25F3-E7A6-EDC3-3CCC96A2769A}"/>
                  </a:ext>
                </a:extLst>
              </p:cNvPr>
              <p:cNvSpPr/>
              <p:nvPr/>
            </p:nvSpPr>
            <p:spPr>
              <a:xfrm>
                <a:off x="5999371" y="3289300"/>
                <a:ext cx="21779" cy="216069"/>
              </a:xfrm>
              <a:custGeom>
                <a:avLst/>
                <a:gdLst>
                  <a:gd name="connsiteX0" fmla="*/ 0 w 21779"/>
                  <a:gd name="connsiteY0" fmla="*/ 23097 h 216069"/>
                  <a:gd name="connsiteX1" fmla="*/ 0 w 21779"/>
                  <a:gd name="connsiteY1" fmla="*/ 0 h 216069"/>
                  <a:gd name="connsiteX2" fmla="*/ 21779 w 21779"/>
                  <a:gd name="connsiteY2" fmla="*/ 0 h 216069"/>
                  <a:gd name="connsiteX3" fmla="*/ 21779 w 21779"/>
                  <a:gd name="connsiteY3" fmla="*/ 23097 h 216069"/>
                  <a:gd name="connsiteX4" fmla="*/ 0 w 21779"/>
                  <a:gd name="connsiteY4" fmla="*/ 23097 h 216069"/>
                  <a:gd name="connsiteX5" fmla="*/ 1522 w 21779"/>
                  <a:gd name="connsiteY5" fmla="*/ 216069 h 216069"/>
                  <a:gd name="connsiteX6" fmla="*/ 1522 w 21779"/>
                  <a:gd name="connsiteY6" fmla="*/ 66032 h 216069"/>
                  <a:gd name="connsiteX7" fmla="*/ 20258 w 21779"/>
                  <a:gd name="connsiteY7" fmla="*/ 66032 h 216069"/>
                  <a:gd name="connsiteX8" fmla="*/ 20258 w 21779"/>
                  <a:gd name="connsiteY8" fmla="*/ 216069 h 216069"/>
                  <a:gd name="connsiteX9" fmla="*/ 1522 w 21779"/>
                  <a:gd name="connsiteY9" fmla="*/ 216069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779" h="216069">
                    <a:moveTo>
                      <a:pt x="0" y="23097"/>
                    </a:moveTo>
                    <a:lnTo>
                      <a:pt x="0" y="0"/>
                    </a:lnTo>
                    <a:lnTo>
                      <a:pt x="21779" y="0"/>
                    </a:lnTo>
                    <a:lnTo>
                      <a:pt x="21779" y="23097"/>
                    </a:lnTo>
                    <a:lnTo>
                      <a:pt x="0" y="23097"/>
                    </a:lnTo>
                    <a:close/>
                    <a:moveTo>
                      <a:pt x="1522" y="216069"/>
                    </a:moveTo>
                    <a:lnTo>
                      <a:pt x="1522" y="66032"/>
                    </a:lnTo>
                    <a:lnTo>
                      <a:pt x="20258" y="66032"/>
                    </a:lnTo>
                    <a:lnTo>
                      <a:pt x="20258" y="216069"/>
                    </a:lnTo>
                    <a:lnTo>
                      <a:pt x="1522" y="21606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63" name="Freeform 62">
                <a:extLst>
                  <a:ext uri="{FF2B5EF4-FFF2-40B4-BE49-F238E27FC236}">
                    <a16:creationId xmlns:a16="http://schemas.microsoft.com/office/drawing/2014/main" id="{09FE89E5-5665-F287-DD49-6E34309ACA86}"/>
                  </a:ext>
                </a:extLst>
              </p:cNvPr>
              <p:cNvSpPr/>
              <p:nvPr/>
            </p:nvSpPr>
            <p:spPr>
              <a:xfrm>
                <a:off x="6069179" y="3351978"/>
                <a:ext cx="114222" cy="153390"/>
              </a:xfrm>
              <a:custGeom>
                <a:avLst/>
                <a:gdLst>
                  <a:gd name="connsiteX0" fmla="*/ 95677 w 114222"/>
                  <a:gd name="connsiteY0" fmla="*/ 153391 h 153390"/>
                  <a:gd name="connsiteX1" fmla="*/ 95677 w 114222"/>
                  <a:gd name="connsiteY1" fmla="*/ 58301 h 153390"/>
                  <a:gd name="connsiteX2" fmla="*/ 59537 w 114222"/>
                  <a:gd name="connsiteY2" fmla="*/ 15646 h 153390"/>
                  <a:gd name="connsiteX3" fmla="*/ 19687 w 114222"/>
                  <a:gd name="connsiteY3" fmla="*/ 39954 h 153390"/>
                  <a:gd name="connsiteX4" fmla="*/ 19687 w 114222"/>
                  <a:gd name="connsiteY4" fmla="*/ 153391 h 153390"/>
                  <a:gd name="connsiteX5" fmla="*/ 951 w 114222"/>
                  <a:gd name="connsiteY5" fmla="*/ 153391 h 153390"/>
                  <a:gd name="connsiteX6" fmla="*/ 951 w 114222"/>
                  <a:gd name="connsiteY6" fmla="*/ 30920 h 153390"/>
                  <a:gd name="connsiteX7" fmla="*/ 0 w 114222"/>
                  <a:gd name="connsiteY7" fmla="*/ 3353 h 153390"/>
                  <a:gd name="connsiteX8" fmla="*/ 15598 w 114222"/>
                  <a:gd name="connsiteY8" fmla="*/ 3353 h 153390"/>
                  <a:gd name="connsiteX9" fmla="*/ 17119 w 114222"/>
                  <a:gd name="connsiteY9" fmla="*/ 24028 h 153390"/>
                  <a:gd name="connsiteX10" fmla="*/ 63056 w 114222"/>
                  <a:gd name="connsiteY10" fmla="*/ 0 h 153390"/>
                  <a:gd name="connsiteX11" fmla="*/ 114223 w 114222"/>
                  <a:gd name="connsiteY11" fmla="*/ 59419 h 153390"/>
                  <a:gd name="connsiteX12" fmla="*/ 114223 w 114222"/>
                  <a:gd name="connsiteY12" fmla="*/ 153391 h 153390"/>
                  <a:gd name="connsiteX13" fmla="*/ 95487 w 114222"/>
                  <a:gd name="connsiteY13" fmla="*/ 153391 h 153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14222" h="153390">
                    <a:moveTo>
                      <a:pt x="95677" y="153391"/>
                    </a:moveTo>
                    <a:lnTo>
                      <a:pt x="95677" y="58301"/>
                    </a:lnTo>
                    <a:cubicBezTo>
                      <a:pt x="95677" y="31013"/>
                      <a:pt x="84359" y="15646"/>
                      <a:pt x="59537" y="15646"/>
                    </a:cubicBezTo>
                    <a:cubicBezTo>
                      <a:pt x="39279" y="15646"/>
                      <a:pt x="27010" y="29151"/>
                      <a:pt x="19687" y="39954"/>
                    </a:cubicBezTo>
                    <a:lnTo>
                      <a:pt x="19687" y="153391"/>
                    </a:lnTo>
                    <a:lnTo>
                      <a:pt x="951" y="153391"/>
                    </a:lnTo>
                    <a:lnTo>
                      <a:pt x="951" y="30920"/>
                    </a:lnTo>
                    <a:cubicBezTo>
                      <a:pt x="951" y="25798"/>
                      <a:pt x="381" y="8382"/>
                      <a:pt x="0" y="3353"/>
                    </a:cubicBezTo>
                    <a:lnTo>
                      <a:pt x="15598" y="3353"/>
                    </a:lnTo>
                    <a:lnTo>
                      <a:pt x="17119" y="24028"/>
                    </a:lnTo>
                    <a:cubicBezTo>
                      <a:pt x="26344" y="10803"/>
                      <a:pt x="42513" y="0"/>
                      <a:pt x="63056" y="0"/>
                    </a:cubicBezTo>
                    <a:cubicBezTo>
                      <a:pt x="100432" y="0"/>
                      <a:pt x="114223" y="23097"/>
                      <a:pt x="114223" y="59419"/>
                    </a:cubicBezTo>
                    <a:lnTo>
                      <a:pt x="114223" y="153391"/>
                    </a:lnTo>
                    <a:lnTo>
                      <a:pt x="95487" y="153391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64" name="Freeform 63">
                <a:extLst>
                  <a:ext uri="{FF2B5EF4-FFF2-40B4-BE49-F238E27FC236}">
                    <a16:creationId xmlns:a16="http://schemas.microsoft.com/office/drawing/2014/main" id="{DEDF3E89-F3AD-9328-B9D7-E800619BA4CB}"/>
                  </a:ext>
                </a:extLst>
              </p:cNvPr>
              <p:cNvSpPr/>
              <p:nvPr/>
            </p:nvSpPr>
            <p:spPr>
              <a:xfrm>
                <a:off x="6224013" y="3289300"/>
                <a:ext cx="125730" cy="219328"/>
              </a:xfrm>
              <a:custGeom>
                <a:avLst/>
                <a:gdLst>
                  <a:gd name="connsiteX0" fmla="*/ 109753 w 125730"/>
                  <a:gd name="connsiteY0" fmla="*/ 216069 h 219328"/>
                  <a:gd name="connsiteX1" fmla="*/ 108231 w 125730"/>
                  <a:gd name="connsiteY1" fmla="*/ 192320 h 219328"/>
                  <a:gd name="connsiteX2" fmla="*/ 60392 w 125730"/>
                  <a:gd name="connsiteY2" fmla="*/ 219329 h 219328"/>
                  <a:gd name="connsiteX3" fmla="*/ 0 w 125730"/>
                  <a:gd name="connsiteY3" fmla="*/ 140352 h 219328"/>
                  <a:gd name="connsiteX4" fmla="*/ 63151 w 125730"/>
                  <a:gd name="connsiteY4" fmla="*/ 62586 h 219328"/>
                  <a:gd name="connsiteX5" fmla="*/ 106044 w 125730"/>
                  <a:gd name="connsiteY5" fmla="*/ 79350 h 219328"/>
                  <a:gd name="connsiteX6" fmla="*/ 106044 w 125730"/>
                  <a:gd name="connsiteY6" fmla="*/ 0 h 219328"/>
                  <a:gd name="connsiteX7" fmla="*/ 124779 w 125730"/>
                  <a:gd name="connsiteY7" fmla="*/ 0 h 219328"/>
                  <a:gd name="connsiteX8" fmla="*/ 124779 w 125730"/>
                  <a:gd name="connsiteY8" fmla="*/ 187850 h 219328"/>
                  <a:gd name="connsiteX9" fmla="*/ 125730 w 125730"/>
                  <a:gd name="connsiteY9" fmla="*/ 216069 h 219328"/>
                  <a:gd name="connsiteX10" fmla="*/ 109753 w 125730"/>
                  <a:gd name="connsiteY10" fmla="*/ 216069 h 219328"/>
                  <a:gd name="connsiteX11" fmla="*/ 106044 w 125730"/>
                  <a:gd name="connsiteY11" fmla="*/ 95369 h 219328"/>
                  <a:gd name="connsiteX12" fmla="*/ 67145 w 125730"/>
                  <a:gd name="connsiteY12" fmla="*/ 77953 h 219328"/>
                  <a:gd name="connsiteX13" fmla="*/ 19592 w 125730"/>
                  <a:gd name="connsiteY13" fmla="*/ 141004 h 219328"/>
                  <a:gd name="connsiteX14" fmla="*/ 64958 w 125730"/>
                  <a:gd name="connsiteY14" fmla="*/ 204055 h 219328"/>
                  <a:gd name="connsiteX15" fmla="*/ 106044 w 125730"/>
                  <a:gd name="connsiteY15" fmla="*/ 177046 h 219328"/>
                  <a:gd name="connsiteX16" fmla="*/ 106044 w 125730"/>
                  <a:gd name="connsiteY16" fmla="*/ 95462 h 2193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5730" h="219328">
                    <a:moveTo>
                      <a:pt x="109753" y="216069"/>
                    </a:moveTo>
                    <a:lnTo>
                      <a:pt x="108231" y="192320"/>
                    </a:lnTo>
                    <a:cubicBezTo>
                      <a:pt x="99386" y="204893"/>
                      <a:pt x="84645" y="219329"/>
                      <a:pt x="60392" y="219329"/>
                    </a:cubicBezTo>
                    <a:cubicBezTo>
                      <a:pt x="19592" y="219329"/>
                      <a:pt x="0" y="183938"/>
                      <a:pt x="0" y="140352"/>
                    </a:cubicBezTo>
                    <a:cubicBezTo>
                      <a:pt x="0" y="91736"/>
                      <a:pt x="28151" y="62586"/>
                      <a:pt x="63151" y="62586"/>
                    </a:cubicBezTo>
                    <a:cubicBezTo>
                      <a:pt x="82172" y="62586"/>
                      <a:pt x="97199" y="70409"/>
                      <a:pt x="106044" y="79350"/>
                    </a:cubicBezTo>
                    <a:lnTo>
                      <a:pt x="106044" y="0"/>
                    </a:lnTo>
                    <a:lnTo>
                      <a:pt x="124779" y="0"/>
                    </a:lnTo>
                    <a:lnTo>
                      <a:pt x="124779" y="187850"/>
                    </a:lnTo>
                    <a:cubicBezTo>
                      <a:pt x="124779" y="195021"/>
                      <a:pt x="125350" y="209457"/>
                      <a:pt x="125730" y="216069"/>
                    </a:cubicBezTo>
                    <a:lnTo>
                      <a:pt x="109753" y="216069"/>
                    </a:lnTo>
                    <a:close/>
                    <a:moveTo>
                      <a:pt x="106044" y="95369"/>
                    </a:moveTo>
                    <a:cubicBezTo>
                      <a:pt x="96533" y="86335"/>
                      <a:pt x="86737" y="77953"/>
                      <a:pt x="67145" y="77953"/>
                    </a:cubicBezTo>
                    <a:cubicBezTo>
                      <a:pt x="47553" y="77953"/>
                      <a:pt x="19592" y="93878"/>
                      <a:pt x="19592" y="141004"/>
                    </a:cubicBezTo>
                    <a:cubicBezTo>
                      <a:pt x="19592" y="178257"/>
                      <a:pt x="36140" y="204055"/>
                      <a:pt x="64958" y="204055"/>
                    </a:cubicBezTo>
                    <a:cubicBezTo>
                      <a:pt x="84264" y="204055"/>
                      <a:pt x="97484" y="190271"/>
                      <a:pt x="106044" y="177046"/>
                    </a:cubicBezTo>
                    <a:lnTo>
                      <a:pt x="106044" y="9546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</p:grpSp>
        <p:grpSp>
          <p:nvGrpSpPr>
            <p:cNvPr id="38" name="Graphic 17">
              <a:extLst>
                <a:ext uri="{FF2B5EF4-FFF2-40B4-BE49-F238E27FC236}">
                  <a16:creationId xmlns:a16="http://schemas.microsoft.com/office/drawing/2014/main" id="{65216D89-05B5-79BE-9185-F391D5A235EC}"/>
                </a:ext>
              </a:extLst>
            </p:cNvPr>
            <p:cNvGrpSpPr/>
            <p:nvPr/>
          </p:nvGrpSpPr>
          <p:grpSpPr>
            <a:xfrm>
              <a:off x="6465963" y="3289300"/>
              <a:ext cx="1730364" cy="282193"/>
              <a:chOff x="6465963" y="3289300"/>
              <a:chExt cx="1730364" cy="282193"/>
            </a:xfrm>
            <a:grpFill/>
          </p:grpSpPr>
          <p:sp>
            <p:nvSpPr>
              <p:cNvPr id="39" name="Freeform 38">
                <a:extLst>
                  <a:ext uri="{FF2B5EF4-FFF2-40B4-BE49-F238E27FC236}">
                    <a16:creationId xmlns:a16="http://schemas.microsoft.com/office/drawing/2014/main" id="{72D28A3B-B420-B660-3F24-EAB9240F5685}"/>
                  </a:ext>
                </a:extLst>
              </p:cNvPr>
              <p:cNvSpPr/>
              <p:nvPr/>
            </p:nvSpPr>
            <p:spPr>
              <a:xfrm>
                <a:off x="6465963" y="3355424"/>
                <a:ext cx="145512" cy="216069"/>
              </a:xfrm>
              <a:custGeom>
                <a:avLst/>
                <a:gdLst>
                  <a:gd name="connsiteX0" fmla="*/ 93204 w 145512"/>
                  <a:gd name="connsiteY0" fmla="*/ 161121 h 216069"/>
                  <a:gd name="connsiteX1" fmla="*/ 18451 w 145512"/>
                  <a:gd name="connsiteY1" fmla="*/ 216069 h 216069"/>
                  <a:gd name="connsiteX2" fmla="*/ 13220 w 145512"/>
                  <a:gd name="connsiteY2" fmla="*/ 189061 h 216069"/>
                  <a:gd name="connsiteX3" fmla="*/ 58871 w 145512"/>
                  <a:gd name="connsiteY3" fmla="*/ 159072 h 216069"/>
                  <a:gd name="connsiteX4" fmla="*/ 61914 w 145512"/>
                  <a:gd name="connsiteY4" fmla="*/ 149479 h 216069"/>
                  <a:gd name="connsiteX5" fmla="*/ 0 w 145512"/>
                  <a:gd name="connsiteY5" fmla="*/ 0 h 216069"/>
                  <a:gd name="connsiteX6" fmla="*/ 36426 w 145512"/>
                  <a:gd name="connsiteY6" fmla="*/ 0 h 216069"/>
                  <a:gd name="connsiteX7" fmla="*/ 63056 w 145512"/>
                  <a:gd name="connsiteY7" fmla="*/ 68453 h 216069"/>
                  <a:gd name="connsiteX8" fmla="*/ 78368 w 145512"/>
                  <a:gd name="connsiteY8" fmla="*/ 114368 h 216069"/>
                  <a:gd name="connsiteX9" fmla="*/ 111179 w 145512"/>
                  <a:gd name="connsiteY9" fmla="*/ 0 h 216069"/>
                  <a:gd name="connsiteX10" fmla="*/ 145513 w 145512"/>
                  <a:gd name="connsiteY10" fmla="*/ 0 h 216069"/>
                  <a:gd name="connsiteX11" fmla="*/ 93109 w 145512"/>
                  <a:gd name="connsiteY11" fmla="*/ 161214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5512" h="216069">
                    <a:moveTo>
                      <a:pt x="93204" y="161121"/>
                    </a:moveTo>
                    <a:cubicBezTo>
                      <a:pt x="80650" y="199492"/>
                      <a:pt x="52118" y="211878"/>
                      <a:pt x="18451" y="216069"/>
                    </a:cubicBezTo>
                    <a:lnTo>
                      <a:pt x="13220" y="189061"/>
                    </a:lnTo>
                    <a:cubicBezTo>
                      <a:pt x="37472" y="185428"/>
                      <a:pt x="53640" y="175277"/>
                      <a:pt x="58871" y="159072"/>
                    </a:cubicBezTo>
                    <a:lnTo>
                      <a:pt x="61914" y="149479"/>
                    </a:lnTo>
                    <a:lnTo>
                      <a:pt x="0" y="0"/>
                    </a:lnTo>
                    <a:lnTo>
                      <a:pt x="36426" y="0"/>
                    </a:lnTo>
                    <a:lnTo>
                      <a:pt x="63056" y="68453"/>
                    </a:lnTo>
                    <a:cubicBezTo>
                      <a:pt x="70379" y="87638"/>
                      <a:pt x="78368" y="114368"/>
                      <a:pt x="78368" y="114368"/>
                    </a:cubicBezTo>
                    <a:lnTo>
                      <a:pt x="111179" y="0"/>
                    </a:lnTo>
                    <a:lnTo>
                      <a:pt x="145513" y="0"/>
                    </a:lnTo>
                    <a:lnTo>
                      <a:pt x="93109" y="161214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15C75DEA-9071-1C37-0A8C-428D6DEC888F}"/>
                  </a:ext>
                </a:extLst>
              </p:cNvPr>
              <p:cNvSpPr/>
              <p:nvPr/>
            </p:nvSpPr>
            <p:spPr>
              <a:xfrm>
                <a:off x="6629927" y="3351140"/>
                <a:ext cx="147795" cy="158419"/>
              </a:xfrm>
              <a:custGeom>
                <a:avLst/>
                <a:gdLst>
                  <a:gd name="connsiteX0" fmla="*/ 73898 w 147795"/>
                  <a:gd name="connsiteY0" fmla="*/ 158420 h 158419"/>
                  <a:gd name="connsiteX1" fmla="*/ 0 w 147795"/>
                  <a:gd name="connsiteY1" fmla="*/ 78605 h 158419"/>
                  <a:gd name="connsiteX2" fmla="*/ 73898 w 147795"/>
                  <a:gd name="connsiteY2" fmla="*/ 0 h 158419"/>
                  <a:gd name="connsiteX3" fmla="*/ 147795 w 147795"/>
                  <a:gd name="connsiteY3" fmla="*/ 78605 h 158419"/>
                  <a:gd name="connsiteX4" fmla="*/ 73898 w 147795"/>
                  <a:gd name="connsiteY4" fmla="*/ 158420 h 158419"/>
                  <a:gd name="connsiteX5" fmla="*/ 73898 w 147795"/>
                  <a:gd name="connsiteY5" fmla="*/ 26357 h 158419"/>
                  <a:gd name="connsiteX6" fmla="*/ 34714 w 147795"/>
                  <a:gd name="connsiteY6" fmla="*/ 78605 h 158419"/>
                  <a:gd name="connsiteX7" fmla="*/ 73898 w 147795"/>
                  <a:gd name="connsiteY7" fmla="*/ 132063 h 158419"/>
                  <a:gd name="connsiteX8" fmla="*/ 113081 w 147795"/>
                  <a:gd name="connsiteY8" fmla="*/ 78605 h 158419"/>
                  <a:gd name="connsiteX9" fmla="*/ 73898 w 147795"/>
                  <a:gd name="connsiteY9" fmla="*/ 26357 h 158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7795" h="158419">
                    <a:moveTo>
                      <a:pt x="73898" y="158420"/>
                    </a:moveTo>
                    <a:cubicBezTo>
                      <a:pt x="26725" y="158420"/>
                      <a:pt x="0" y="124799"/>
                      <a:pt x="0" y="78605"/>
                    </a:cubicBezTo>
                    <a:cubicBezTo>
                      <a:pt x="0" y="32410"/>
                      <a:pt x="27581" y="0"/>
                      <a:pt x="73898" y="0"/>
                    </a:cubicBezTo>
                    <a:cubicBezTo>
                      <a:pt x="120214" y="0"/>
                      <a:pt x="147795" y="32410"/>
                      <a:pt x="147795" y="78605"/>
                    </a:cubicBezTo>
                    <a:cubicBezTo>
                      <a:pt x="147795" y="124799"/>
                      <a:pt x="120214" y="158420"/>
                      <a:pt x="73898" y="158420"/>
                    </a:cubicBezTo>
                    <a:close/>
                    <a:moveTo>
                      <a:pt x="73898" y="26357"/>
                    </a:moveTo>
                    <a:cubicBezTo>
                      <a:pt x="47838" y="26357"/>
                      <a:pt x="34714" y="47405"/>
                      <a:pt x="34714" y="78605"/>
                    </a:cubicBezTo>
                    <a:cubicBezTo>
                      <a:pt x="34714" y="109804"/>
                      <a:pt x="48504" y="132063"/>
                      <a:pt x="73898" y="132063"/>
                    </a:cubicBezTo>
                    <a:cubicBezTo>
                      <a:pt x="99291" y="132063"/>
                      <a:pt x="113081" y="109897"/>
                      <a:pt x="113081" y="78605"/>
                    </a:cubicBezTo>
                    <a:cubicBezTo>
                      <a:pt x="113081" y="47312"/>
                      <a:pt x="99005" y="26357"/>
                      <a:pt x="73898" y="26357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A575B6AA-B230-5937-F915-466C45C64CFF}"/>
                  </a:ext>
                </a:extLst>
              </p:cNvPr>
              <p:cNvSpPr/>
              <p:nvPr/>
            </p:nvSpPr>
            <p:spPr>
              <a:xfrm>
                <a:off x="6812911" y="3355331"/>
                <a:ext cx="127252" cy="153949"/>
              </a:xfrm>
              <a:custGeom>
                <a:avLst/>
                <a:gdLst>
                  <a:gd name="connsiteX0" fmla="*/ 99957 w 127252"/>
                  <a:gd name="connsiteY0" fmla="*/ 150038 h 153949"/>
                  <a:gd name="connsiteX1" fmla="*/ 97199 w 127252"/>
                  <a:gd name="connsiteY1" fmla="*/ 132622 h 153949"/>
                  <a:gd name="connsiteX2" fmla="*/ 53069 w 127252"/>
                  <a:gd name="connsiteY2" fmla="*/ 153949 h 153949"/>
                  <a:gd name="connsiteX3" fmla="*/ 0 w 127252"/>
                  <a:gd name="connsiteY3" fmla="*/ 95462 h 153949"/>
                  <a:gd name="connsiteX4" fmla="*/ 0 w 127252"/>
                  <a:gd name="connsiteY4" fmla="*/ 0 h 153949"/>
                  <a:gd name="connsiteX5" fmla="*/ 34048 w 127252"/>
                  <a:gd name="connsiteY5" fmla="*/ 0 h 153949"/>
                  <a:gd name="connsiteX6" fmla="*/ 34048 w 127252"/>
                  <a:gd name="connsiteY6" fmla="*/ 90619 h 153949"/>
                  <a:gd name="connsiteX7" fmla="*/ 60107 w 127252"/>
                  <a:gd name="connsiteY7" fmla="*/ 127220 h 153949"/>
                  <a:gd name="connsiteX8" fmla="*/ 91682 w 127252"/>
                  <a:gd name="connsiteY8" fmla="*/ 108035 h 153949"/>
                  <a:gd name="connsiteX9" fmla="*/ 91682 w 127252"/>
                  <a:gd name="connsiteY9" fmla="*/ 0 h 153949"/>
                  <a:gd name="connsiteX10" fmla="*/ 125731 w 127252"/>
                  <a:gd name="connsiteY10" fmla="*/ 0 h 153949"/>
                  <a:gd name="connsiteX11" fmla="*/ 125731 w 127252"/>
                  <a:gd name="connsiteY11" fmla="*/ 123029 h 153949"/>
                  <a:gd name="connsiteX12" fmla="*/ 127252 w 127252"/>
                  <a:gd name="connsiteY12" fmla="*/ 150038 h 153949"/>
                  <a:gd name="connsiteX13" fmla="*/ 99957 w 127252"/>
                  <a:gd name="connsiteY13" fmla="*/ 150038 h 153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7252" h="153949">
                    <a:moveTo>
                      <a:pt x="99957" y="150038"/>
                    </a:moveTo>
                    <a:lnTo>
                      <a:pt x="97199" y="132622"/>
                    </a:lnTo>
                    <a:cubicBezTo>
                      <a:pt x="86452" y="146126"/>
                      <a:pt x="71425" y="153949"/>
                      <a:pt x="53069" y="153949"/>
                    </a:cubicBezTo>
                    <a:cubicBezTo>
                      <a:pt x="15027" y="153949"/>
                      <a:pt x="0" y="131784"/>
                      <a:pt x="0" y="95462"/>
                    </a:cubicBezTo>
                    <a:lnTo>
                      <a:pt x="0" y="0"/>
                    </a:lnTo>
                    <a:lnTo>
                      <a:pt x="34048" y="0"/>
                    </a:lnTo>
                    <a:lnTo>
                      <a:pt x="34048" y="90619"/>
                    </a:lnTo>
                    <a:cubicBezTo>
                      <a:pt x="34048" y="117069"/>
                      <a:pt x="39850" y="127220"/>
                      <a:pt x="60107" y="127220"/>
                    </a:cubicBezTo>
                    <a:cubicBezTo>
                      <a:pt x="76085" y="127220"/>
                      <a:pt x="86452" y="115485"/>
                      <a:pt x="91682" y="108035"/>
                    </a:cubicBezTo>
                    <a:lnTo>
                      <a:pt x="91682" y="0"/>
                    </a:lnTo>
                    <a:lnTo>
                      <a:pt x="125731" y="0"/>
                    </a:lnTo>
                    <a:lnTo>
                      <a:pt x="125731" y="123029"/>
                    </a:lnTo>
                    <a:cubicBezTo>
                      <a:pt x="125731" y="128151"/>
                      <a:pt x="126967" y="144915"/>
                      <a:pt x="127252" y="150038"/>
                    </a:cubicBezTo>
                    <a:lnTo>
                      <a:pt x="99957" y="150038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DAEF40FA-6A2C-D745-73DD-E731FB5284E7}"/>
                  </a:ext>
                </a:extLst>
              </p:cNvPr>
              <p:cNvSpPr/>
              <p:nvPr/>
            </p:nvSpPr>
            <p:spPr>
              <a:xfrm>
                <a:off x="6980013" y="3351140"/>
                <a:ext cx="93204" cy="154228"/>
              </a:xfrm>
              <a:custGeom>
                <a:avLst/>
                <a:gdLst>
                  <a:gd name="connsiteX0" fmla="*/ 83123 w 93204"/>
                  <a:gd name="connsiteY0" fmla="*/ 37160 h 154228"/>
                  <a:gd name="connsiteX1" fmla="*/ 68381 w 93204"/>
                  <a:gd name="connsiteY1" fmla="*/ 32690 h 154228"/>
                  <a:gd name="connsiteX2" fmla="*/ 35570 w 93204"/>
                  <a:gd name="connsiteY2" fmla="*/ 56066 h 154228"/>
                  <a:gd name="connsiteX3" fmla="*/ 35570 w 93204"/>
                  <a:gd name="connsiteY3" fmla="*/ 154229 h 154228"/>
                  <a:gd name="connsiteX4" fmla="*/ 1521 w 93204"/>
                  <a:gd name="connsiteY4" fmla="*/ 154229 h 154228"/>
                  <a:gd name="connsiteX5" fmla="*/ 1521 w 93204"/>
                  <a:gd name="connsiteY5" fmla="*/ 32410 h 154228"/>
                  <a:gd name="connsiteX6" fmla="*/ 0 w 93204"/>
                  <a:gd name="connsiteY6" fmla="*/ 4191 h 154228"/>
                  <a:gd name="connsiteX7" fmla="*/ 26059 w 93204"/>
                  <a:gd name="connsiteY7" fmla="*/ 4191 h 154228"/>
                  <a:gd name="connsiteX8" fmla="*/ 28817 w 93204"/>
                  <a:gd name="connsiteY8" fmla="*/ 29710 h 154228"/>
                  <a:gd name="connsiteX9" fmla="*/ 77892 w 93204"/>
                  <a:gd name="connsiteY9" fmla="*/ 0 h 154228"/>
                  <a:gd name="connsiteX10" fmla="*/ 93204 w 93204"/>
                  <a:gd name="connsiteY10" fmla="*/ 2421 h 154228"/>
                  <a:gd name="connsiteX11" fmla="*/ 83123 w 93204"/>
                  <a:gd name="connsiteY11" fmla="*/ 37253 h 1542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93204" h="154228">
                    <a:moveTo>
                      <a:pt x="83123" y="37160"/>
                    </a:moveTo>
                    <a:cubicBezTo>
                      <a:pt x="78177" y="34180"/>
                      <a:pt x="73898" y="32690"/>
                      <a:pt x="68381" y="32690"/>
                    </a:cubicBezTo>
                    <a:cubicBezTo>
                      <a:pt x="53640" y="32690"/>
                      <a:pt x="44129" y="42934"/>
                      <a:pt x="35570" y="56066"/>
                    </a:cubicBezTo>
                    <a:lnTo>
                      <a:pt x="35570" y="154229"/>
                    </a:lnTo>
                    <a:lnTo>
                      <a:pt x="1521" y="154229"/>
                    </a:lnTo>
                    <a:lnTo>
                      <a:pt x="1521" y="32410"/>
                    </a:lnTo>
                    <a:cubicBezTo>
                      <a:pt x="1521" y="27288"/>
                      <a:pt x="285" y="9313"/>
                      <a:pt x="0" y="4191"/>
                    </a:cubicBezTo>
                    <a:lnTo>
                      <a:pt x="26059" y="4191"/>
                    </a:lnTo>
                    <a:lnTo>
                      <a:pt x="28817" y="29710"/>
                    </a:lnTo>
                    <a:cubicBezTo>
                      <a:pt x="37091" y="14063"/>
                      <a:pt x="51452" y="0"/>
                      <a:pt x="77892" y="0"/>
                    </a:cubicBezTo>
                    <a:cubicBezTo>
                      <a:pt x="83123" y="0"/>
                      <a:pt x="88924" y="931"/>
                      <a:pt x="93204" y="2421"/>
                    </a:cubicBezTo>
                    <a:lnTo>
                      <a:pt x="83123" y="37253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5F9E9CA9-E8D2-8CD2-A073-5846A2783568}"/>
                  </a:ext>
                </a:extLst>
              </p:cNvPr>
              <p:cNvSpPr/>
              <p:nvPr/>
            </p:nvSpPr>
            <p:spPr>
              <a:xfrm>
                <a:off x="7192956" y="3351140"/>
                <a:ext cx="218744" cy="154321"/>
              </a:xfrm>
              <a:custGeom>
                <a:avLst/>
                <a:gdLst>
                  <a:gd name="connsiteX0" fmla="*/ 184982 w 218744"/>
                  <a:gd name="connsiteY0" fmla="*/ 154229 h 154321"/>
                  <a:gd name="connsiteX1" fmla="*/ 184982 w 218744"/>
                  <a:gd name="connsiteY1" fmla="*/ 67242 h 154321"/>
                  <a:gd name="connsiteX2" fmla="*/ 157972 w 218744"/>
                  <a:gd name="connsiteY2" fmla="*/ 27288 h 154321"/>
                  <a:gd name="connsiteX3" fmla="*/ 126682 w 218744"/>
                  <a:gd name="connsiteY3" fmla="*/ 47405 h 154321"/>
                  <a:gd name="connsiteX4" fmla="*/ 127252 w 218744"/>
                  <a:gd name="connsiteY4" fmla="*/ 57277 h 154321"/>
                  <a:gd name="connsiteX5" fmla="*/ 127252 w 218744"/>
                  <a:gd name="connsiteY5" fmla="*/ 154229 h 154321"/>
                  <a:gd name="connsiteX6" fmla="*/ 93204 w 218744"/>
                  <a:gd name="connsiteY6" fmla="*/ 154229 h 154321"/>
                  <a:gd name="connsiteX7" fmla="*/ 93204 w 218744"/>
                  <a:gd name="connsiteY7" fmla="*/ 67522 h 154321"/>
                  <a:gd name="connsiteX8" fmla="*/ 66194 w 218744"/>
                  <a:gd name="connsiteY8" fmla="*/ 27288 h 154321"/>
                  <a:gd name="connsiteX9" fmla="*/ 35570 w 218744"/>
                  <a:gd name="connsiteY9" fmla="*/ 47405 h 154321"/>
                  <a:gd name="connsiteX10" fmla="*/ 35570 w 218744"/>
                  <a:gd name="connsiteY10" fmla="*/ 154229 h 154321"/>
                  <a:gd name="connsiteX11" fmla="*/ 1522 w 218744"/>
                  <a:gd name="connsiteY11" fmla="*/ 154229 h 154321"/>
                  <a:gd name="connsiteX12" fmla="*/ 1522 w 218744"/>
                  <a:gd name="connsiteY12" fmla="*/ 31200 h 154321"/>
                  <a:gd name="connsiteX13" fmla="*/ 0 w 218744"/>
                  <a:gd name="connsiteY13" fmla="*/ 4191 h 154321"/>
                  <a:gd name="connsiteX14" fmla="*/ 26630 w 218744"/>
                  <a:gd name="connsiteY14" fmla="*/ 4191 h 154321"/>
                  <a:gd name="connsiteX15" fmla="*/ 29958 w 218744"/>
                  <a:gd name="connsiteY15" fmla="*/ 22818 h 154321"/>
                  <a:gd name="connsiteX16" fmla="*/ 72281 w 218744"/>
                  <a:gd name="connsiteY16" fmla="*/ 0 h 154321"/>
                  <a:gd name="connsiteX17" fmla="*/ 118217 w 218744"/>
                  <a:gd name="connsiteY17" fmla="*/ 24028 h 154321"/>
                  <a:gd name="connsiteX18" fmla="*/ 164154 w 218744"/>
                  <a:gd name="connsiteY18" fmla="*/ 0 h 154321"/>
                  <a:gd name="connsiteX19" fmla="*/ 218745 w 218744"/>
                  <a:gd name="connsiteY19" fmla="*/ 68453 h 154321"/>
                  <a:gd name="connsiteX20" fmla="*/ 218745 w 218744"/>
                  <a:gd name="connsiteY20" fmla="*/ 154322 h 154321"/>
                  <a:gd name="connsiteX21" fmla="*/ 184697 w 218744"/>
                  <a:gd name="connsiteY21" fmla="*/ 154322 h 1543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18744" h="154321">
                    <a:moveTo>
                      <a:pt x="184982" y="154229"/>
                    </a:moveTo>
                    <a:lnTo>
                      <a:pt x="184982" y="67242"/>
                    </a:lnTo>
                    <a:cubicBezTo>
                      <a:pt x="184982" y="42655"/>
                      <a:pt x="179180" y="27288"/>
                      <a:pt x="157972" y="27288"/>
                    </a:cubicBezTo>
                    <a:cubicBezTo>
                      <a:pt x="144181" y="27288"/>
                      <a:pt x="133719" y="37160"/>
                      <a:pt x="126682" y="47405"/>
                    </a:cubicBezTo>
                    <a:cubicBezTo>
                      <a:pt x="126967" y="50106"/>
                      <a:pt x="127252" y="54297"/>
                      <a:pt x="127252" y="57277"/>
                    </a:cubicBezTo>
                    <a:lnTo>
                      <a:pt x="127252" y="154229"/>
                    </a:lnTo>
                    <a:lnTo>
                      <a:pt x="93204" y="154229"/>
                    </a:lnTo>
                    <a:lnTo>
                      <a:pt x="93204" y="67522"/>
                    </a:lnTo>
                    <a:cubicBezTo>
                      <a:pt x="93204" y="41724"/>
                      <a:pt x="88639" y="27288"/>
                      <a:pt x="66194" y="27288"/>
                    </a:cubicBezTo>
                    <a:cubicBezTo>
                      <a:pt x="53355" y="27288"/>
                      <a:pt x="42322" y="38092"/>
                      <a:pt x="35570" y="47405"/>
                    </a:cubicBezTo>
                    <a:lnTo>
                      <a:pt x="35570" y="154229"/>
                    </a:lnTo>
                    <a:lnTo>
                      <a:pt x="1522" y="154229"/>
                    </a:lnTo>
                    <a:lnTo>
                      <a:pt x="1522" y="31200"/>
                    </a:lnTo>
                    <a:cubicBezTo>
                      <a:pt x="1522" y="26077"/>
                      <a:pt x="285" y="9313"/>
                      <a:pt x="0" y="4191"/>
                    </a:cubicBezTo>
                    <a:lnTo>
                      <a:pt x="26630" y="4191"/>
                    </a:lnTo>
                    <a:lnTo>
                      <a:pt x="29958" y="22818"/>
                    </a:lnTo>
                    <a:cubicBezTo>
                      <a:pt x="40991" y="9872"/>
                      <a:pt x="55067" y="0"/>
                      <a:pt x="72281" y="0"/>
                    </a:cubicBezTo>
                    <a:cubicBezTo>
                      <a:pt x="96153" y="0"/>
                      <a:pt x="109087" y="9034"/>
                      <a:pt x="118217" y="24028"/>
                    </a:cubicBezTo>
                    <a:cubicBezTo>
                      <a:pt x="128013" y="11083"/>
                      <a:pt x="142755" y="0"/>
                      <a:pt x="164154" y="0"/>
                    </a:cubicBezTo>
                    <a:cubicBezTo>
                      <a:pt x="202481" y="0"/>
                      <a:pt x="218745" y="20676"/>
                      <a:pt x="218745" y="68453"/>
                    </a:cubicBezTo>
                    <a:lnTo>
                      <a:pt x="218745" y="154322"/>
                    </a:lnTo>
                    <a:lnTo>
                      <a:pt x="184697" y="15432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A96E93B3-EE42-AF4F-AB59-0346E4F43195}"/>
                  </a:ext>
                </a:extLst>
              </p:cNvPr>
              <p:cNvSpPr/>
              <p:nvPr/>
            </p:nvSpPr>
            <p:spPr>
              <a:xfrm>
                <a:off x="7454879" y="3289300"/>
                <a:ext cx="36425" cy="216069"/>
              </a:xfrm>
              <a:custGeom>
                <a:avLst/>
                <a:gdLst>
                  <a:gd name="connsiteX0" fmla="*/ 0 w 36425"/>
                  <a:gd name="connsiteY0" fmla="*/ 32969 h 216069"/>
                  <a:gd name="connsiteX1" fmla="*/ 0 w 36425"/>
                  <a:gd name="connsiteY1" fmla="*/ 0 h 216069"/>
                  <a:gd name="connsiteX2" fmla="*/ 36426 w 36425"/>
                  <a:gd name="connsiteY2" fmla="*/ 0 h 216069"/>
                  <a:gd name="connsiteX3" fmla="*/ 36426 w 36425"/>
                  <a:gd name="connsiteY3" fmla="*/ 32969 h 216069"/>
                  <a:gd name="connsiteX4" fmla="*/ 0 w 36425"/>
                  <a:gd name="connsiteY4" fmla="*/ 32969 h 216069"/>
                  <a:gd name="connsiteX5" fmla="*/ 1236 w 36425"/>
                  <a:gd name="connsiteY5" fmla="*/ 216069 h 216069"/>
                  <a:gd name="connsiteX6" fmla="*/ 1236 w 36425"/>
                  <a:gd name="connsiteY6" fmla="*/ 66032 h 216069"/>
                  <a:gd name="connsiteX7" fmla="*/ 35284 w 36425"/>
                  <a:gd name="connsiteY7" fmla="*/ 66032 h 216069"/>
                  <a:gd name="connsiteX8" fmla="*/ 35284 w 36425"/>
                  <a:gd name="connsiteY8" fmla="*/ 216069 h 216069"/>
                  <a:gd name="connsiteX9" fmla="*/ 1236 w 36425"/>
                  <a:gd name="connsiteY9" fmla="*/ 216069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6425" h="216069">
                    <a:moveTo>
                      <a:pt x="0" y="32969"/>
                    </a:moveTo>
                    <a:lnTo>
                      <a:pt x="0" y="0"/>
                    </a:lnTo>
                    <a:lnTo>
                      <a:pt x="36426" y="0"/>
                    </a:lnTo>
                    <a:lnTo>
                      <a:pt x="36426" y="32969"/>
                    </a:lnTo>
                    <a:lnTo>
                      <a:pt x="0" y="32969"/>
                    </a:lnTo>
                    <a:close/>
                    <a:moveTo>
                      <a:pt x="1236" y="216069"/>
                    </a:moveTo>
                    <a:lnTo>
                      <a:pt x="1236" y="66032"/>
                    </a:lnTo>
                    <a:lnTo>
                      <a:pt x="35284" y="66032"/>
                    </a:lnTo>
                    <a:lnTo>
                      <a:pt x="35284" y="216069"/>
                    </a:lnTo>
                    <a:lnTo>
                      <a:pt x="1236" y="21606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6B769B3E-2D66-5E7D-9308-A478C1F140F5}"/>
                  </a:ext>
                </a:extLst>
              </p:cNvPr>
              <p:cNvSpPr/>
              <p:nvPr/>
            </p:nvSpPr>
            <p:spPr>
              <a:xfrm>
                <a:off x="7520502" y="3351326"/>
                <a:ext cx="120689" cy="157954"/>
              </a:xfrm>
              <a:custGeom>
                <a:avLst/>
                <a:gdLst>
                  <a:gd name="connsiteX0" fmla="*/ 61914 w 120689"/>
                  <a:gd name="connsiteY0" fmla="*/ 157954 h 157954"/>
                  <a:gd name="connsiteX1" fmla="*/ 0 w 120689"/>
                  <a:gd name="connsiteY1" fmla="*/ 139048 h 157954"/>
                  <a:gd name="connsiteX2" fmla="*/ 15598 w 120689"/>
                  <a:gd name="connsiteY2" fmla="*/ 115299 h 157954"/>
                  <a:gd name="connsiteX3" fmla="*/ 60678 w 120689"/>
                  <a:gd name="connsiteY3" fmla="*/ 131784 h 157954"/>
                  <a:gd name="connsiteX4" fmla="*/ 85786 w 120689"/>
                  <a:gd name="connsiteY4" fmla="*/ 115020 h 157954"/>
                  <a:gd name="connsiteX5" fmla="*/ 55732 w 120689"/>
                  <a:gd name="connsiteY5" fmla="*/ 91271 h 157954"/>
                  <a:gd name="connsiteX6" fmla="*/ 6372 w 120689"/>
                  <a:gd name="connsiteY6" fmla="*/ 44145 h 157954"/>
                  <a:gd name="connsiteX7" fmla="*/ 64577 w 120689"/>
                  <a:gd name="connsiteY7" fmla="*/ 0 h 157954"/>
                  <a:gd name="connsiteX8" fmla="*/ 118788 w 120689"/>
                  <a:gd name="connsiteY8" fmla="*/ 16205 h 157954"/>
                  <a:gd name="connsiteX9" fmla="*/ 104427 w 120689"/>
                  <a:gd name="connsiteY9" fmla="*/ 39302 h 157954"/>
                  <a:gd name="connsiteX10" fmla="*/ 65528 w 120689"/>
                  <a:gd name="connsiteY10" fmla="*/ 26077 h 157954"/>
                  <a:gd name="connsiteX11" fmla="*/ 41276 w 120689"/>
                  <a:gd name="connsiteY11" fmla="*/ 41724 h 157954"/>
                  <a:gd name="connsiteX12" fmla="*/ 75895 w 120689"/>
                  <a:gd name="connsiteY12" fmla="*/ 64821 h 157954"/>
                  <a:gd name="connsiteX13" fmla="*/ 120690 w 120689"/>
                  <a:gd name="connsiteY13" fmla="*/ 113716 h 157954"/>
                  <a:gd name="connsiteX14" fmla="*/ 61819 w 120689"/>
                  <a:gd name="connsiteY14" fmla="*/ 157861 h 157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0689" h="157954">
                    <a:moveTo>
                      <a:pt x="61914" y="157954"/>
                    </a:moveTo>
                    <a:cubicBezTo>
                      <a:pt x="33097" y="157954"/>
                      <a:pt x="16263" y="149572"/>
                      <a:pt x="0" y="139048"/>
                    </a:cubicBezTo>
                    <a:lnTo>
                      <a:pt x="15598" y="115299"/>
                    </a:lnTo>
                    <a:cubicBezTo>
                      <a:pt x="28817" y="124612"/>
                      <a:pt x="44129" y="131784"/>
                      <a:pt x="60678" y="131784"/>
                    </a:cubicBezTo>
                    <a:cubicBezTo>
                      <a:pt x="77226" y="131784"/>
                      <a:pt x="85786" y="124612"/>
                      <a:pt x="85786" y="115020"/>
                    </a:cubicBezTo>
                    <a:cubicBezTo>
                      <a:pt x="85786" y="101795"/>
                      <a:pt x="76941" y="96672"/>
                      <a:pt x="55732" y="91271"/>
                    </a:cubicBezTo>
                    <a:cubicBezTo>
                      <a:pt x="32146" y="85310"/>
                      <a:pt x="6372" y="73855"/>
                      <a:pt x="6372" y="44145"/>
                    </a:cubicBezTo>
                    <a:cubicBezTo>
                      <a:pt x="6372" y="16578"/>
                      <a:pt x="30244" y="0"/>
                      <a:pt x="64577" y="0"/>
                    </a:cubicBezTo>
                    <a:cubicBezTo>
                      <a:pt x="86356" y="0"/>
                      <a:pt x="101669" y="4191"/>
                      <a:pt x="118788" y="16205"/>
                    </a:cubicBezTo>
                    <a:lnTo>
                      <a:pt x="104427" y="39302"/>
                    </a:lnTo>
                    <a:cubicBezTo>
                      <a:pt x="91207" y="29430"/>
                      <a:pt x="74659" y="26077"/>
                      <a:pt x="65528" y="26077"/>
                    </a:cubicBezTo>
                    <a:cubicBezTo>
                      <a:pt x="48029" y="26077"/>
                      <a:pt x="41276" y="32410"/>
                      <a:pt x="41276" y="41724"/>
                    </a:cubicBezTo>
                    <a:cubicBezTo>
                      <a:pt x="41276" y="54669"/>
                      <a:pt x="52594" y="58488"/>
                      <a:pt x="75895" y="64821"/>
                    </a:cubicBezTo>
                    <a:cubicBezTo>
                      <a:pt x="95487" y="69943"/>
                      <a:pt x="120690" y="80095"/>
                      <a:pt x="120690" y="113716"/>
                    </a:cubicBezTo>
                    <a:cubicBezTo>
                      <a:pt x="120690" y="144915"/>
                      <a:pt x="90922" y="157861"/>
                      <a:pt x="61819" y="157861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694A3A14-9EE3-12FA-A74D-75564D783E20}"/>
                  </a:ext>
                </a:extLst>
              </p:cNvPr>
              <p:cNvSpPr/>
              <p:nvPr/>
            </p:nvSpPr>
            <p:spPr>
              <a:xfrm>
                <a:off x="7658502" y="3351326"/>
                <a:ext cx="120689" cy="157954"/>
              </a:xfrm>
              <a:custGeom>
                <a:avLst/>
                <a:gdLst>
                  <a:gd name="connsiteX0" fmla="*/ 61914 w 120689"/>
                  <a:gd name="connsiteY0" fmla="*/ 157954 h 157954"/>
                  <a:gd name="connsiteX1" fmla="*/ 0 w 120689"/>
                  <a:gd name="connsiteY1" fmla="*/ 139048 h 157954"/>
                  <a:gd name="connsiteX2" fmla="*/ 15597 w 120689"/>
                  <a:gd name="connsiteY2" fmla="*/ 115299 h 157954"/>
                  <a:gd name="connsiteX3" fmla="*/ 60678 w 120689"/>
                  <a:gd name="connsiteY3" fmla="*/ 131784 h 157954"/>
                  <a:gd name="connsiteX4" fmla="*/ 85786 w 120689"/>
                  <a:gd name="connsiteY4" fmla="*/ 115020 h 157954"/>
                  <a:gd name="connsiteX5" fmla="*/ 55732 w 120689"/>
                  <a:gd name="connsiteY5" fmla="*/ 91271 h 157954"/>
                  <a:gd name="connsiteX6" fmla="*/ 6372 w 120689"/>
                  <a:gd name="connsiteY6" fmla="*/ 44145 h 157954"/>
                  <a:gd name="connsiteX7" fmla="*/ 64577 w 120689"/>
                  <a:gd name="connsiteY7" fmla="*/ 0 h 157954"/>
                  <a:gd name="connsiteX8" fmla="*/ 118788 w 120689"/>
                  <a:gd name="connsiteY8" fmla="*/ 16205 h 157954"/>
                  <a:gd name="connsiteX9" fmla="*/ 104427 w 120689"/>
                  <a:gd name="connsiteY9" fmla="*/ 39302 h 157954"/>
                  <a:gd name="connsiteX10" fmla="*/ 65528 w 120689"/>
                  <a:gd name="connsiteY10" fmla="*/ 26077 h 157954"/>
                  <a:gd name="connsiteX11" fmla="*/ 41276 w 120689"/>
                  <a:gd name="connsiteY11" fmla="*/ 41724 h 157954"/>
                  <a:gd name="connsiteX12" fmla="*/ 75895 w 120689"/>
                  <a:gd name="connsiteY12" fmla="*/ 64821 h 157954"/>
                  <a:gd name="connsiteX13" fmla="*/ 120690 w 120689"/>
                  <a:gd name="connsiteY13" fmla="*/ 113716 h 157954"/>
                  <a:gd name="connsiteX14" fmla="*/ 61819 w 120689"/>
                  <a:gd name="connsiteY14" fmla="*/ 157861 h 157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0689" h="157954">
                    <a:moveTo>
                      <a:pt x="61914" y="157954"/>
                    </a:moveTo>
                    <a:cubicBezTo>
                      <a:pt x="33097" y="157954"/>
                      <a:pt x="16263" y="149572"/>
                      <a:pt x="0" y="139048"/>
                    </a:cubicBezTo>
                    <a:lnTo>
                      <a:pt x="15597" y="115299"/>
                    </a:lnTo>
                    <a:cubicBezTo>
                      <a:pt x="28817" y="124612"/>
                      <a:pt x="44129" y="131784"/>
                      <a:pt x="60678" y="131784"/>
                    </a:cubicBezTo>
                    <a:cubicBezTo>
                      <a:pt x="77226" y="131784"/>
                      <a:pt x="85786" y="124612"/>
                      <a:pt x="85786" y="115020"/>
                    </a:cubicBezTo>
                    <a:cubicBezTo>
                      <a:pt x="85786" y="101795"/>
                      <a:pt x="76941" y="96672"/>
                      <a:pt x="55732" y="91271"/>
                    </a:cubicBezTo>
                    <a:cubicBezTo>
                      <a:pt x="32146" y="85310"/>
                      <a:pt x="6372" y="73855"/>
                      <a:pt x="6372" y="44145"/>
                    </a:cubicBezTo>
                    <a:cubicBezTo>
                      <a:pt x="6372" y="16578"/>
                      <a:pt x="30244" y="0"/>
                      <a:pt x="64577" y="0"/>
                    </a:cubicBezTo>
                    <a:cubicBezTo>
                      <a:pt x="86356" y="0"/>
                      <a:pt x="101669" y="4191"/>
                      <a:pt x="118788" y="16205"/>
                    </a:cubicBezTo>
                    <a:lnTo>
                      <a:pt x="104427" y="39302"/>
                    </a:lnTo>
                    <a:cubicBezTo>
                      <a:pt x="91207" y="29430"/>
                      <a:pt x="74659" y="26077"/>
                      <a:pt x="65528" y="26077"/>
                    </a:cubicBezTo>
                    <a:cubicBezTo>
                      <a:pt x="48029" y="26077"/>
                      <a:pt x="41276" y="32410"/>
                      <a:pt x="41276" y="41724"/>
                    </a:cubicBezTo>
                    <a:cubicBezTo>
                      <a:pt x="41276" y="54669"/>
                      <a:pt x="52594" y="58488"/>
                      <a:pt x="75895" y="64821"/>
                    </a:cubicBezTo>
                    <a:cubicBezTo>
                      <a:pt x="95487" y="69943"/>
                      <a:pt x="120690" y="80095"/>
                      <a:pt x="120690" y="113716"/>
                    </a:cubicBezTo>
                    <a:cubicBezTo>
                      <a:pt x="120690" y="144915"/>
                      <a:pt x="90922" y="157861"/>
                      <a:pt x="61819" y="157861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E293FFAB-EE51-ACAC-4B88-200F2B829C13}"/>
                  </a:ext>
                </a:extLst>
              </p:cNvPr>
              <p:cNvSpPr/>
              <p:nvPr/>
            </p:nvSpPr>
            <p:spPr>
              <a:xfrm>
                <a:off x="7812954" y="3289300"/>
                <a:ext cx="36425" cy="216069"/>
              </a:xfrm>
              <a:custGeom>
                <a:avLst/>
                <a:gdLst>
                  <a:gd name="connsiteX0" fmla="*/ 0 w 36425"/>
                  <a:gd name="connsiteY0" fmla="*/ 32969 h 216069"/>
                  <a:gd name="connsiteX1" fmla="*/ 0 w 36425"/>
                  <a:gd name="connsiteY1" fmla="*/ 0 h 216069"/>
                  <a:gd name="connsiteX2" fmla="*/ 36426 w 36425"/>
                  <a:gd name="connsiteY2" fmla="*/ 0 h 216069"/>
                  <a:gd name="connsiteX3" fmla="*/ 36426 w 36425"/>
                  <a:gd name="connsiteY3" fmla="*/ 32969 h 216069"/>
                  <a:gd name="connsiteX4" fmla="*/ 0 w 36425"/>
                  <a:gd name="connsiteY4" fmla="*/ 32969 h 216069"/>
                  <a:gd name="connsiteX5" fmla="*/ 1236 w 36425"/>
                  <a:gd name="connsiteY5" fmla="*/ 216069 h 216069"/>
                  <a:gd name="connsiteX6" fmla="*/ 1236 w 36425"/>
                  <a:gd name="connsiteY6" fmla="*/ 66032 h 216069"/>
                  <a:gd name="connsiteX7" fmla="*/ 35284 w 36425"/>
                  <a:gd name="connsiteY7" fmla="*/ 66032 h 216069"/>
                  <a:gd name="connsiteX8" fmla="*/ 35284 w 36425"/>
                  <a:gd name="connsiteY8" fmla="*/ 216069 h 216069"/>
                  <a:gd name="connsiteX9" fmla="*/ 1236 w 36425"/>
                  <a:gd name="connsiteY9" fmla="*/ 216069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6425" h="216069">
                    <a:moveTo>
                      <a:pt x="0" y="32969"/>
                    </a:moveTo>
                    <a:lnTo>
                      <a:pt x="0" y="0"/>
                    </a:lnTo>
                    <a:lnTo>
                      <a:pt x="36426" y="0"/>
                    </a:lnTo>
                    <a:lnTo>
                      <a:pt x="36426" y="32969"/>
                    </a:lnTo>
                    <a:lnTo>
                      <a:pt x="0" y="32969"/>
                    </a:lnTo>
                    <a:close/>
                    <a:moveTo>
                      <a:pt x="1236" y="216069"/>
                    </a:moveTo>
                    <a:lnTo>
                      <a:pt x="1236" y="66032"/>
                    </a:lnTo>
                    <a:lnTo>
                      <a:pt x="35284" y="66032"/>
                    </a:lnTo>
                    <a:lnTo>
                      <a:pt x="35284" y="216069"/>
                    </a:lnTo>
                    <a:lnTo>
                      <a:pt x="1236" y="21606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17B981E2-33D2-A28B-8B40-EFDFD5859F93}"/>
                  </a:ext>
                </a:extLst>
              </p:cNvPr>
              <p:cNvSpPr/>
              <p:nvPr/>
            </p:nvSpPr>
            <p:spPr>
              <a:xfrm>
                <a:off x="7884664" y="3351140"/>
                <a:ext cx="147795" cy="158419"/>
              </a:xfrm>
              <a:custGeom>
                <a:avLst/>
                <a:gdLst>
                  <a:gd name="connsiteX0" fmla="*/ 73898 w 147795"/>
                  <a:gd name="connsiteY0" fmla="*/ 158420 h 158419"/>
                  <a:gd name="connsiteX1" fmla="*/ 0 w 147795"/>
                  <a:gd name="connsiteY1" fmla="*/ 78605 h 158419"/>
                  <a:gd name="connsiteX2" fmla="*/ 73898 w 147795"/>
                  <a:gd name="connsiteY2" fmla="*/ 0 h 158419"/>
                  <a:gd name="connsiteX3" fmla="*/ 147795 w 147795"/>
                  <a:gd name="connsiteY3" fmla="*/ 78605 h 158419"/>
                  <a:gd name="connsiteX4" fmla="*/ 73898 w 147795"/>
                  <a:gd name="connsiteY4" fmla="*/ 158420 h 158419"/>
                  <a:gd name="connsiteX5" fmla="*/ 73898 w 147795"/>
                  <a:gd name="connsiteY5" fmla="*/ 26357 h 158419"/>
                  <a:gd name="connsiteX6" fmla="*/ 34714 w 147795"/>
                  <a:gd name="connsiteY6" fmla="*/ 78605 h 158419"/>
                  <a:gd name="connsiteX7" fmla="*/ 73898 w 147795"/>
                  <a:gd name="connsiteY7" fmla="*/ 132063 h 158419"/>
                  <a:gd name="connsiteX8" fmla="*/ 113081 w 147795"/>
                  <a:gd name="connsiteY8" fmla="*/ 78605 h 158419"/>
                  <a:gd name="connsiteX9" fmla="*/ 73898 w 147795"/>
                  <a:gd name="connsiteY9" fmla="*/ 26357 h 158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7795" h="158419">
                    <a:moveTo>
                      <a:pt x="73898" y="158420"/>
                    </a:moveTo>
                    <a:cubicBezTo>
                      <a:pt x="26725" y="158420"/>
                      <a:pt x="0" y="124799"/>
                      <a:pt x="0" y="78605"/>
                    </a:cubicBezTo>
                    <a:cubicBezTo>
                      <a:pt x="0" y="32410"/>
                      <a:pt x="27581" y="0"/>
                      <a:pt x="73898" y="0"/>
                    </a:cubicBezTo>
                    <a:cubicBezTo>
                      <a:pt x="120214" y="0"/>
                      <a:pt x="147795" y="32410"/>
                      <a:pt x="147795" y="78605"/>
                    </a:cubicBezTo>
                    <a:cubicBezTo>
                      <a:pt x="147795" y="124799"/>
                      <a:pt x="120214" y="158420"/>
                      <a:pt x="73898" y="158420"/>
                    </a:cubicBezTo>
                    <a:close/>
                    <a:moveTo>
                      <a:pt x="73898" y="26357"/>
                    </a:moveTo>
                    <a:cubicBezTo>
                      <a:pt x="47838" y="26357"/>
                      <a:pt x="34714" y="47405"/>
                      <a:pt x="34714" y="78605"/>
                    </a:cubicBezTo>
                    <a:cubicBezTo>
                      <a:pt x="34714" y="109804"/>
                      <a:pt x="48504" y="132063"/>
                      <a:pt x="73898" y="132063"/>
                    </a:cubicBezTo>
                    <a:cubicBezTo>
                      <a:pt x="99291" y="132063"/>
                      <a:pt x="113081" y="109897"/>
                      <a:pt x="113081" y="78605"/>
                    </a:cubicBezTo>
                    <a:cubicBezTo>
                      <a:pt x="113081" y="47312"/>
                      <a:pt x="99006" y="26357"/>
                      <a:pt x="73898" y="26357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26E9BC02-DD44-9AA3-52B0-6B015E8BCA4D}"/>
                  </a:ext>
                </a:extLst>
              </p:cNvPr>
              <p:cNvSpPr/>
              <p:nvPr/>
            </p:nvSpPr>
            <p:spPr>
              <a:xfrm>
                <a:off x="8066222" y="3351140"/>
                <a:ext cx="130105" cy="154228"/>
              </a:xfrm>
              <a:custGeom>
                <a:avLst/>
                <a:gdLst>
                  <a:gd name="connsiteX0" fmla="*/ 96248 w 130105"/>
                  <a:gd name="connsiteY0" fmla="*/ 154229 h 154228"/>
                  <a:gd name="connsiteX1" fmla="*/ 96248 w 130105"/>
                  <a:gd name="connsiteY1" fmla="*/ 67242 h 154228"/>
                  <a:gd name="connsiteX2" fmla="*/ 67716 w 130105"/>
                  <a:gd name="connsiteY2" fmla="*/ 27288 h 154228"/>
                  <a:gd name="connsiteX3" fmla="*/ 35570 w 130105"/>
                  <a:gd name="connsiteY3" fmla="*/ 47684 h 154228"/>
                  <a:gd name="connsiteX4" fmla="*/ 35570 w 130105"/>
                  <a:gd name="connsiteY4" fmla="*/ 154229 h 154228"/>
                  <a:gd name="connsiteX5" fmla="*/ 1522 w 130105"/>
                  <a:gd name="connsiteY5" fmla="*/ 154229 h 154228"/>
                  <a:gd name="connsiteX6" fmla="*/ 1522 w 130105"/>
                  <a:gd name="connsiteY6" fmla="*/ 31200 h 154228"/>
                  <a:gd name="connsiteX7" fmla="*/ 0 w 130105"/>
                  <a:gd name="connsiteY7" fmla="*/ 4191 h 154228"/>
                  <a:gd name="connsiteX8" fmla="*/ 26630 w 130105"/>
                  <a:gd name="connsiteY8" fmla="*/ 4191 h 154228"/>
                  <a:gd name="connsiteX9" fmla="*/ 29958 w 130105"/>
                  <a:gd name="connsiteY9" fmla="*/ 23376 h 154228"/>
                  <a:gd name="connsiteX10" fmla="*/ 75895 w 130105"/>
                  <a:gd name="connsiteY10" fmla="*/ 0 h 154228"/>
                  <a:gd name="connsiteX11" fmla="*/ 130105 w 130105"/>
                  <a:gd name="connsiteY11" fmla="*/ 69291 h 154228"/>
                  <a:gd name="connsiteX12" fmla="*/ 130105 w 130105"/>
                  <a:gd name="connsiteY12" fmla="*/ 154229 h 154228"/>
                  <a:gd name="connsiteX13" fmla="*/ 96057 w 130105"/>
                  <a:gd name="connsiteY13" fmla="*/ 154229 h 1542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30105" h="154228">
                    <a:moveTo>
                      <a:pt x="96248" y="154229"/>
                    </a:moveTo>
                    <a:lnTo>
                      <a:pt x="96248" y="67242"/>
                    </a:lnTo>
                    <a:cubicBezTo>
                      <a:pt x="96248" y="42934"/>
                      <a:pt x="91017" y="27288"/>
                      <a:pt x="67716" y="27288"/>
                    </a:cubicBezTo>
                    <a:cubicBezTo>
                      <a:pt x="53925" y="27288"/>
                      <a:pt x="43178" y="37533"/>
                      <a:pt x="35570" y="47684"/>
                    </a:cubicBezTo>
                    <a:lnTo>
                      <a:pt x="35570" y="154229"/>
                    </a:lnTo>
                    <a:lnTo>
                      <a:pt x="1522" y="154229"/>
                    </a:lnTo>
                    <a:lnTo>
                      <a:pt x="1522" y="31200"/>
                    </a:lnTo>
                    <a:cubicBezTo>
                      <a:pt x="1522" y="26077"/>
                      <a:pt x="285" y="9313"/>
                      <a:pt x="0" y="4191"/>
                    </a:cubicBezTo>
                    <a:lnTo>
                      <a:pt x="26630" y="4191"/>
                    </a:lnTo>
                    <a:lnTo>
                      <a:pt x="29958" y="23376"/>
                    </a:lnTo>
                    <a:cubicBezTo>
                      <a:pt x="39184" y="10803"/>
                      <a:pt x="54781" y="0"/>
                      <a:pt x="75895" y="0"/>
                    </a:cubicBezTo>
                    <a:cubicBezTo>
                      <a:pt x="115459" y="0"/>
                      <a:pt x="130105" y="21048"/>
                      <a:pt x="130105" y="69291"/>
                    </a:cubicBezTo>
                    <a:lnTo>
                      <a:pt x="130105" y="154229"/>
                    </a:lnTo>
                    <a:lnTo>
                      <a:pt x="96057" y="15422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</p:grp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F13E9C96-648F-59F2-0BD4-C1A92B87667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63379" y="247853"/>
            <a:ext cx="1513752" cy="662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4223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icture Placeholder 47">
            <a:extLst>
              <a:ext uri="{FF2B5EF4-FFF2-40B4-BE49-F238E27FC236}">
                <a16:creationId xmlns:a16="http://schemas.microsoft.com/office/drawing/2014/main" id="{A0999248-014E-E330-C744-67B67419C1D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1406538"/>
            <a:ext cx="6096000" cy="5451461"/>
          </a:xfrm>
          <a:noFill/>
        </p:spPr>
        <p:txBody>
          <a:bodyPr/>
          <a:lstStyle/>
          <a:p>
            <a:endParaRPr lang="en-DK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31A82A-AF92-79CB-9321-C5864AA363A6}"/>
              </a:ext>
            </a:extLst>
          </p:cNvPr>
          <p:cNvSpPr/>
          <p:nvPr userDrawn="1"/>
        </p:nvSpPr>
        <p:spPr>
          <a:xfrm>
            <a:off x="1" y="1209040"/>
            <a:ext cx="6095999" cy="5648960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tx2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641DD1-7679-677C-E5F7-106CA2181E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2913" y="2276475"/>
            <a:ext cx="5284787" cy="2305050"/>
          </a:xfrm>
        </p:spPr>
        <p:txBody>
          <a:bodyPr anchor="b" anchorCtr="0">
            <a:normAutofit/>
          </a:bodyPr>
          <a:lstStyle>
            <a:lvl1pPr algn="l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66" name="Subtitle 2">
            <a:extLst>
              <a:ext uri="{FF2B5EF4-FFF2-40B4-BE49-F238E27FC236}">
                <a16:creationId xmlns:a16="http://schemas.microsoft.com/office/drawing/2014/main" id="{6158DD4A-0AEF-ADF8-8A5B-02CBF2DC58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2914" y="4972430"/>
            <a:ext cx="5284786" cy="307777"/>
          </a:xfrm>
        </p:spPr>
        <p:txBody>
          <a:bodyPr wrap="square" anchor="t" anchorCtr="0">
            <a:sp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DK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9998CC-6814-FFEF-B424-AF2E934738D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98761"/>
            <a:ext cx="12192000" cy="307777"/>
          </a:xfrm>
          <a:prstGeom prst="rect">
            <a:avLst/>
          </a:prstGeom>
        </p:spPr>
      </p:pic>
      <p:grpSp>
        <p:nvGrpSpPr>
          <p:cNvPr id="3" name="Graphic 17">
            <a:extLst>
              <a:ext uri="{FF2B5EF4-FFF2-40B4-BE49-F238E27FC236}">
                <a16:creationId xmlns:a16="http://schemas.microsoft.com/office/drawing/2014/main" id="{B1296340-A085-DBC3-35C0-C3213F41364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9103088" y="6458998"/>
            <a:ext cx="2646000" cy="177687"/>
            <a:chOff x="3994150" y="3289300"/>
            <a:chExt cx="4202178" cy="282193"/>
          </a:xfrm>
          <a:solidFill>
            <a:schemeClr val="bg1"/>
          </a:solidFill>
        </p:grpSpPr>
        <p:grpSp>
          <p:nvGrpSpPr>
            <p:cNvPr id="6" name="Graphic 17">
              <a:extLst>
                <a:ext uri="{FF2B5EF4-FFF2-40B4-BE49-F238E27FC236}">
                  <a16:creationId xmlns:a16="http://schemas.microsoft.com/office/drawing/2014/main" id="{317F7405-2957-AD22-85C0-908E9EEE21E2}"/>
                </a:ext>
              </a:extLst>
            </p:cNvPr>
            <p:cNvGrpSpPr/>
            <p:nvPr/>
          </p:nvGrpSpPr>
          <p:grpSpPr>
            <a:xfrm>
              <a:off x="3994150" y="3289300"/>
              <a:ext cx="2355593" cy="276140"/>
              <a:chOff x="3994150" y="3289300"/>
              <a:chExt cx="2355593" cy="276140"/>
            </a:xfrm>
            <a:grpFill/>
          </p:grpSpPr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03C2EF40-B476-B479-1AA8-58EA88BAFA4D}"/>
                  </a:ext>
                </a:extLst>
              </p:cNvPr>
              <p:cNvSpPr/>
              <p:nvPr/>
            </p:nvSpPr>
            <p:spPr>
              <a:xfrm>
                <a:off x="3994150" y="3293770"/>
                <a:ext cx="153596" cy="211598"/>
              </a:xfrm>
              <a:custGeom>
                <a:avLst/>
                <a:gdLst>
                  <a:gd name="connsiteX0" fmla="*/ 86452 w 153596"/>
                  <a:gd name="connsiteY0" fmla="*/ 16857 h 211598"/>
                  <a:gd name="connsiteX1" fmla="*/ 86452 w 153596"/>
                  <a:gd name="connsiteY1" fmla="*/ 211599 h 211598"/>
                  <a:gd name="connsiteX2" fmla="*/ 67145 w 153596"/>
                  <a:gd name="connsiteY2" fmla="*/ 211599 h 211598"/>
                  <a:gd name="connsiteX3" fmla="*/ 67145 w 153596"/>
                  <a:gd name="connsiteY3" fmla="*/ 16857 h 211598"/>
                  <a:gd name="connsiteX4" fmla="*/ 0 w 153596"/>
                  <a:gd name="connsiteY4" fmla="*/ 16857 h 211598"/>
                  <a:gd name="connsiteX5" fmla="*/ 0 w 153596"/>
                  <a:gd name="connsiteY5" fmla="*/ 0 h 211598"/>
                  <a:gd name="connsiteX6" fmla="*/ 153597 w 153596"/>
                  <a:gd name="connsiteY6" fmla="*/ 0 h 211598"/>
                  <a:gd name="connsiteX7" fmla="*/ 153597 w 153596"/>
                  <a:gd name="connsiteY7" fmla="*/ 16764 h 211598"/>
                  <a:gd name="connsiteX8" fmla="*/ 86452 w 153596"/>
                  <a:gd name="connsiteY8" fmla="*/ 16764 h 2115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3596" h="211598">
                    <a:moveTo>
                      <a:pt x="86452" y="16857"/>
                    </a:moveTo>
                    <a:lnTo>
                      <a:pt x="86452" y="211599"/>
                    </a:lnTo>
                    <a:lnTo>
                      <a:pt x="67145" y="211599"/>
                    </a:lnTo>
                    <a:lnTo>
                      <a:pt x="67145" y="16857"/>
                    </a:lnTo>
                    <a:lnTo>
                      <a:pt x="0" y="16857"/>
                    </a:lnTo>
                    <a:lnTo>
                      <a:pt x="0" y="0"/>
                    </a:lnTo>
                    <a:lnTo>
                      <a:pt x="153597" y="0"/>
                    </a:lnTo>
                    <a:lnTo>
                      <a:pt x="153597" y="16764"/>
                    </a:lnTo>
                    <a:lnTo>
                      <a:pt x="86452" y="16764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4EEBCDE1-DEC4-D138-3380-719037B308C8}"/>
                  </a:ext>
                </a:extLst>
              </p:cNvPr>
              <p:cNvSpPr/>
              <p:nvPr/>
            </p:nvSpPr>
            <p:spPr>
              <a:xfrm>
                <a:off x="4182936" y="3289300"/>
                <a:ext cx="113461" cy="216162"/>
              </a:xfrm>
              <a:custGeom>
                <a:avLst/>
                <a:gdLst>
                  <a:gd name="connsiteX0" fmla="*/ 94726 w 113461"/>
                  <a:gd name="connsiteY0" fmla="*/ 216069 h 216162"/>
                  <a:gd name="connsiteX1" fmla="*/ 94726 w 113461"/>
                  <a:gd name="connsiteY1" fmla="*/ 120701 h 216162"/>
                  <a:gd name="connsiteX2" fmla="*/ 58586 w 113461"/>
                  <a:gd name="connsiteY2" fmla="*/ 78418 h 216162"/>
                  <a:gd name="connsiteX3" fmla="*/ 18736 w 113461"/>
                  <a:gd name="connsiteY3" fmla="*/ 102726 h 216162"/>
                  <a:gd name="connsiteX4" fmla="*/ 18736 w 113461"/>
                  <a:gd name="connsiteY4" fmla="*/ 216162 h 216162"/>
                  <a:gd name="connsiteX5" fmla="*/ 0 w 113461"/>
                  <a:gd name="connsiteY5" fmla="*/ 216162 h 216162"/>
                  <a:gd name="connsiteX6" fmla="*/ 0 w 113461"/>
                  <a:gd name="connsiteY6" fmla="*/ 0 h 216162"/>
                  <a:gd name="connsiteX7" fmla="*/ 18736 w 113461"/>
                  <a:gd name="connsiteY7" fmla="*/ 0 h 216162"/>
                  <a:gd name="connsiteX8" fmla="*/ 18736 w 113461"/>
                  <a:gd name="connsiteY8" fmla="*/ 84658 h 216162"/>
                  <a:gd name="connsiteX9" fmla="*/ 62580 w 113461"/>
                  <a:gd name="connsiteY9" fmla="*/ 62772 h 216162"/>
                  <a:gd name="connsiteX10" fmla="*/ 113462 w 113461"/>
                  <a:gd name="connsiteY10" fmla="*/ 122191 h 216162"/>
                  <a:gd name="connsiteX11" fmla="*/ 113462 w 113461"/>
                  <a:gd name="connsiteY11" fmla="*/ 216162 h 216162"/>
                  <a:gd name="connsiteX12" fmla="*/ 94726 w 113461"/>
                  <a:gd name="connsiteY12" fmla="*/ 216162 h 216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3461" h="216162">
                    <a:moveTo>
                      <a:pt x="94726" y="216069"/>
                    </a:moveTo>
                    <a:lnTo>
                      <a:pt x="94726" y="120701"/>
                    </a:lnTo>
                    <a:cubicBezTo>
                      <a:pt x="94726" y="93133"/>
                      <a:pt x="83694" y="78418"/>
                      <a:pt x="58586" y="78418"/>
                    </a:cubicBezTo>
                    <a:cubicBezTo>
                      <a:pt x="39850" y="78418"/>
                      <a:pt x="26725" y="90991"/>
                      <a:pt x="18736" y="102726"/>
                    </a:cubicBezTo>
                    <a:lnTo>
                      <a:pt x="18736" y="216162"/>
                    </a:lnTo>
                    <a:lnTo>
                      <a:pt x="0" y="216162"/>
                    </a:lnTo>
                    <a:lnTo>
                      <a:pt x="0" y="0"/>
                    </a:lnTo>
                    <a:lnTo>
                      <a:pt x="18736" y="0"/>
                    </a:lnTo>
                    <a:lnTo>
                      <a:pt x="18736" y="84658"/>
                    </a:lnTo>
                    <a:cubicBezTo>
                      <a:pt x="28532" y="71713"/>
                      <a:pt x="43844" y="62772"/>
                      <a:pt x="62580" y="62772"/>
                    </a:cubicBezTo>
                    <a:cubicBezTo>
                      <a:pt x="101193" y="62772"/>
                      <a:pt x="113462" y="86800"/>
                      <a:pt x="113462" y="122191"/>
                    </a:cubicBezTo>
                    <a:lnTo>
                      <a:pt x="113462" y="216162"/>
                    </a:lnTo>
                    <a:lnTo>
                      <a:pt x="94726" y="21616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EA5F66BC-7521-CE06-E4F8-4E5C31920399}"/>
                  </a:ext>
                </a:extLst>
              </p:cNvPr>
              <p:cNvSpPr/>
              <p:nvPr/>
            </p:nvSpPr>
            <p:spPr>
              <a:xfrm>
                <a:off x="4338434" y="3352071"/>
                <a:ext cx="128108" cy="156650"/>
              </a:xfrm>
              <a:custGeom>
                <a:avLst/>
                <a:gdLst>
                  <a:gd name="connsiteX0" fmla="*/ 19877 w 128108"/>
                  <a:gd name="connsiteY0" fmla="*/ 84006 h 156650"/>
                  <a:gd name="connsiteX1" fmla="*/ 70759 w 128108"/>
                  <a:gd name="connsiteY1" fmla="*/ 141004 h 156650"/>
                  <a:gd name="connsiteX2" fmla="*/ 113937 w 128108"/>
                  <a:gd name="connsiteY2" fmla="*/ 125730 h 156650"/>
                  <a:gd name="connsiteX3" fmla="*/ 123163 w 128108"/>
                  <a:gd name="connsiteY3" fmla="*/ 138303 h 156650"/>
                  <a:gd name="connsiteX4" fmla="*/ 70759 w 128108"/>
                  <a:gd name="connsiteY4" fmla="*/ 156650 h 156650"/>
                  <a:gd name="connsiteX5" fmla="*/ 0 w 128108"/>
                  <a:gd name="connsiteY5" fmla="*/ 79815 h 156650"/>
                  <a:gd name="connsiteX6" fmla="*/ 65623 w 128108"/>
                  <a:gd name="connsiteY6" fmla="*/ 0 h 156650"/>
                  <a:gd name="connsiteX7" fmla="*/ 128108 w 128108"/>
                  <a:gd name="connsiteY7" fmla="*/ 84006 h 156650"/>
                  <a:gd name="connsiteX8" fmla="*/ 19877 w 128108"/>
                  <a:gd name="connsiteY8" fmla="*/ 84006 h 156650"/>
                  <a:gd name="connsiteX9" fmla="*/ 65528 w 128108"/>
                  <a:gd name="connsiteY9" fmla="*/ 14994 h 156650"/>
                  <a:gd name="connsiteX10" fmla="*/ 19877 w 128108"/>
                  <a:gd name="connsiteY10" fmla="*/ 69012 h 156650"/>
                  <a:gd name="connsiteX11" fmla="*/ 108802 w 128108"/>
                  <a:gd name="connsiteY11" fmla="*/ 69012 h 156650"/>
                  <a:gd name="connsiteX12" fmla="*/ 65623 w 128108"/>
                  <a:gd name="connsiteY12" fmla="*/ 14994 h 156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8108" h="156650">
                    <a:moveTo>
                      <a:pt x="19877" y="84006"/>
                    </a:moveTo>
                    <a:cubicBezTo>
                      <a:pt x="21399" y="122377"/>
                      <a:pt x="44700" y="141004"/>
                      <a:pt x="70759" y="141004"/>
                    </a:cubicBezTo>
                    <a:cubicBezTo>
                      <a:pt x="88829" y="141004"/>
                      <a:pt x="103285" y="133833"/>
                      <a:pt x="113937" y="125730"/>
                    </a:cubicBezTo>
                    <a:lnTo>
                      <a:pt x="123163" y="138303"/>
                    </a:lnTo>
                    <a:cubicBezTo>
                      <a:pt x="109087" y="149106"/>
                      <a:pt x="92824" y="156650"/>
                      <a:pt x="70759" y="156650"/>
                    </a:cubicBezTo>
                    <a:cubicBezTo>
                      <a:pt x="30910" y="156650"/>
                      <a:pt x="0" y="129642"/>
                      <a:pt x="0" y="79815"/>
                    </a:cubicBezTo>
                    <a:cubicBezTo>
                      <a:pt x="0" y="26077"/>
                      <a:pt x="31575" y="0"/>
                      <a:pt x="65623" y="0"/>
                    </a:cubicBezTo>
                    <a:cubicBezTo>
                      <a:pt x="113747" y="0"/>
                      <a:pt x="128108" y="36881"/>
                      <a:pt x="128108" y="84006"/>
                    </a:cubicBezTo>
                    <a:lnTo>
                      <a:pt x="19877" y="84006"/>
                    </a:lnTo>
                    <a:close/>
                    <a:moveTo>
                      <a:pt x="65528" y="14994"/>
                    </a:moveTo>
                    <a:cubicBezTo>
                      <a:pt x="40991" y="14994"/>
                      <a:pt x="22350" y="32969"/>
                      <a:pt x="19877" y="69012"/>
                    </a:cubicBezTo>
                    <a:lnTo>
                      <a:pt x="108802" y="69012"/>
                    </a:lnTo>
                    <a:cubicBezTo>
                      <a:pt x="108231" y="32690"/>
                      <a:pt x="92824" y="14994"/>
                      <a:pt x="65623" y="14994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6874D6DE-0AFE-581A-F451-E1A7E583EB5D}"/>
                  </a:ext>
                </a:extLst>
              </p:cNvPr>
              <p:cNvSpPr/>
              <p:nvPr/>
            </p:nvSpPr>
            <p:spPr>
              <a:xfrm>
                <a:off x="4595317" y="3352071"/>
                <a:ext cx="123828" cy="213368"/>
              </a:xfrm>
              <a:custGeom>
                <a:avLst/>
                <a:gdLst>
                  <a:gd name="connsiteX0" fmla="*/ 62865 w 123828"/>
                  <a:gd name="connsiteY0" fmla="*/ 156650 h 213368"/>
                  <a:gd name="connsiteX1" fmla="*/ 19687 w 123828"/>
                  <a:gd name="connsiteY1" fmla="*/ 138676 h 213368"/>
                  <a:gd name="connsiteX2" fmla="*/ 19687 w 123828"/>
                  <a:gd name="connsiteY2" fmla="*/ 213368 h 213368"/>
                  <a:gd name="connsiteX3" fmla="*/ 951 w 123828"/>
                  <a:gd name="connsiteY3" fmla="*/ 213368 h 213368"/>
                  <a:gd name="connsiteX4" fmla="*/ 951 w 123828"/>
                  <a:gd name="connsiteY4" fmla="*/ 31479 h 213368"/>
                  <a:gd name="connsiteX5" fmla="*/ 0 w 123828"/>
                  <a:gd name="connsiteY5" fmla="*/ 3260 h 213368"/>
                  <a:gd name="connsiteX6" fmla="*/ 15597 w 123828"/>
                  <a:gd name="connsiteY6" fmla="*/ 3260 h 213368"/>
                  <a:gd name="connsiteX7" fmla="*/ 17119 w 123828"/>
                  <a:gd name="connsiteY7" fmla="*/ 26077 h 213368"/>
                  <a:gd name="connsiteX8" fmla="*/ 65243 w 123828"/>
                  <a:gd name="connsiteY8" fmla="*/ 0 h 213368"/>
                  <a:gd name="connsiteX9" fmla="*/ 123828 w 123828"/>
                  <a:gd name="connsiteY9" fmla="*/ 76835 h 213368"/>
                  <a:gd name="connsiteX10" fmla="*/ 62865 w 123828"/>
                  <a:gd name="connsiteY10" fmla="*/ 156650 h 213368"/>
                  <a:gd name="connsiteX11" fmla="*/ 61058 w 123828"/>
                  <a:gd name="connsiteY11" fmla="*/ 15274 h 213368"/>
                  <a:gd name="connsiteX12" fmla="*/ 19687 w 123828"/>
                  <a:gd name="connsiteY12" fmla="*/ 42003 h 213368"/>
                  <a:gd name="connsiteX13" fmla="*/ 19687 w 123828"/>
                  <a:gd name="connsiteY13" fmla="*/ 123309 h 213368"/>
                  <a:gd name="connsiteX14" fmla="*/ 58300 w 123828"/>
                  <a:gd name="connsiteY14" fmla="*/ 141283 h 213368"/>
                  <a:gd name="connsiteX15" fmla="*/ 104237 w 123828"/>
                  <a:gd name="connsiteY15" fmla="*/ 78232 h 213368"/>
                  <a:gd name="connsiteX16" fmla="*/ 61058 w 123828"/>
                  <a:gd name="connsiteY16" fmla="*/ 15181 h 213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3828" h="213368">
                    <a:moveTo>
                      <a:pt x="62865" y="156650"/>
                    </a:moveTo>
                    <a:cubicBezTo>
                      <a:pt x="44129" y="156650"/>
                      <a:pt x="28817" y="149758"/>
                      <a:pt x="19687" y="138676"/>
                    </a:cubicBezTo>
                    <a:lnTo>
                      <a:pt x="19687" y="213368"/>
                    </a:lnTo>
                    <a:lnTo>
                      <a:pt x="951" y="213368"/>
                    </a:lnTo>
                    <a:lnTo>
                      <a:pt x="951" y="31479"/>
                    </a:lnTo>
                    <a:cubicBezTo>
                      <a:pt x="951" y="24308"/>
                      <a:pt x="380" y="9872"/>
                      <a:pt x="0" y="3260"/>
                    </a:cubicBezTo>
                    <a:lnTo>
                      <a:pt x="15597" y="3260"/>
                    </a:lnTo>
                    <a:lnTo>
                      <a:pt x="17119" y="26077"/>
                    </a:lnTo>
                    <a:cubicBezTo>
                      <a:pt x="27200" y="13132"/>
                      <a:pt x="40420" y="0"/>
                      <a:pt x="65243" y="0"/>
                    </a:cubicBezTo>
                    <a:cubicBezTo>
                      <a:pt x="102334" y="0"/>
                      <a:pt x="123828" y="32131"/>
                      <a:pt x="123828" y="76835"/>
                    </a:cubicBezTo>
                    <a:cubicBezTo>
                      <a:pt x="123828" y="121539"/>
                      <a:pt x="102049" y="156650"/>
                      <a:pt x="62865" y="156650"/>
                    </a:cubicBezTo>
                    <a:close/>
                    <a:moveTo>
                      <a:pt x="61058" y="15274"/>
                    </a:moveTo>
                    <a:cubicBezTo>
                      <a:pt x="40515" y="15274"/>
                      <a:pt x="26440" y="32410"/>
                      <a:pt x="19687" y="42003"/>
                    </a:cubicBezTo>
                    <a:lnTo>
                      <a:pt x="19687" y="123309"/>
                    </a:lnTo>
                    <a:cubicBezTo>
                      <a:pt x="28247" y="132622"/>
                      <a:pt x="39564" y="141283"/>
                      <a:pt x="58300" y="141283"/>
                    </a:cubicBezTo>
                    <a:cubicBezTo>
                      <a:pt x="83123" y="141283"/>
                      <a:pt x="104237" y="121446"/>
                      <a:pt x="104237" y="78232"/>
                    </a:cubicBezTo>
                    <a:cubicBezTo>
                      <a:pt x="104237" y="35018"/>
                      <a:pt x="86166" y="15181"/>
                      <a:pt x="61058" y="15181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5B502D1F-B5EE-ACCA-A3F8-8612E146973D}"/>
                  </a:ext>
                </a:extLst>
              </p:cNvPr>
              <p:cNvSpPr/>
              <p:nvPr/>
            </p:nvSpPr>
            <p:spPr>
              <a:xfrm>
                <a:off x="4752813" y="3351978"/>
                <a:ext cx="136762" cy="156743"/>
              </a:xfrm>
              <a:custGeom>
                <a:avLst/>
                <a:gdLst>
                  <a:gd name="connsiteX0" fmla="*/ 68381 w 136762"/>
                  <a:gd name="connsiteY0" fmla="*/ 156743 h 156743"/>
                  <a:gd name="connsiteX1" fmla="*/ 0 w 136762"/>
                  <a:gd name="connsiteY1" fmla="*/ 77766 h 156743"/>
                  <a:gd name="connsiteX2" fmla="*/ 68381 w 136762"/>
                  <a:gd name="connsiteY2" fmla="*/ 0 h 156743"/>
                  <a:gd name="connsiteX3" fmla="*/ 136763 w 136762"/>
                  <a:gd name="connsiteY3" fmla="*/ 77766 h 156743"/>
                  <a:gd name="connsiteX4" fmla="*/ 68381 w 136762"/>
                  <a:gd name="connsiteY4" fmla="*/ 156743 h 156743"/>
                  <a:gd name="connsiteX5" fmla="*/ 68381 w 136762"/>
                  <a:gd name="connsiteY5" fmla="*/ 15367 h 156743"/>
                  <a:gd name="connsiteX6" fmla="*/ 19687 w 136762"/>
                  <a:gd name="connsiteY6" fmla="*/ 77766 h 156743"/>
                  <a:gd name="connsiteX7" fmla="*/ 68381 w 136762"/>
                  <a:gd name="connsiteY7" fmla="*/ 141376 h 156743"/>
                  <a:gd name="connsiteX8" fmla="*/ 117076 w 136762"/>
                  <a:gd name="connsiteY8" fmla="*/ 77766 h 156743"/>
                  <a:gd name="connsiteX9" fmla="*/ 68381 w 136762"/>
                  <a:gd name="connsiteY9" fmla="*/ 15367 h 156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6762" h="156743">
                    <a:moveTo>
                      <a:pt x="68381" y="156743"/>
                    </a:moveTo>
                    <a:cubicBezTo>
                      <a:pt x="21494" y="156743"/>
                      <a:pt x="0" y="120701"/>
                      <a:pt x="0" y="77766"/>
                    </a:cubicBezTo>
                    <a:cubicBezTo>
                      <a:pt x="0" y="34832"/>
                      <a:pt x="22635" y="0"/>
                      <a:pt x="68381" y="0"/>
                    </a:cubicBezTo>
                    <a:cubicBezTo>
                      <a:pt x="114128" y="0"/>
                      <a:pt x="136763" y="36043"/>
                      <a:pt x="136763" y="77766"/>
                    </a:cubicBezTo>
                    <a:cubicBezTo>
                      <a:pt x="136763" y="119490"/>
                      <a:pt x="116220" y="156743"/>
                      <a:pt x="68381" y="156743"/>
                    </a:cubicBezTo>
                    <a:close/>
                    <a:moveTo>
                      <a:pt x="68381" y="15367"/>
                    </a:moveTo>
                    <a:cubicBezTo>
                      <a:pt x="36806" y="15367"/>
                      <a:pt x="19687" y="41817"/>
                      <a:pt x="19687" y="77766"/>
                    </a:cubicBezTo>
                    <a:cubicBezTo>
                      <a:pt x="19687" y="113716"/>
                      <a:pt x="35665" y="141376"/>
                      <a:pt x="68381" y="141376"/>
                    </a:cubicBezTo>
                    <a:cubicBezTo>
                      <a:pt x="101098" y="141376"/>
                      <a:pt x="117076" y="114088"/>
                      <a:pt x="117076" y="77766"/>
                    </a:cubicBezTo>
                    <a:cubicBezTo>
                      <a:pt x="117076" y="41444"/>
                      <a:pt x="100813" y="15367"/>
                      <a:pt x="68381" y="15367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894F3749-C1BB-6948-D676-E17514841952}"/>
                  </a:ext>
                </a:extLst>
              </p:cNvPr>
              <p:cNvSpPr/>
              <p:nvPr/>
            </p:nvSpPr>
            <p:spPr>
              <a:xfrm>
                <a:off x="4912686" y="3355331"/>
                <a:ext cx="210089" cy="150037"/>
              </a:xfrm>
              <a:custGeom>
                <a:avLst/>
                <a:gdLst>
                  <a:gd name="connsiteX0" fmla="*/ 165390 w 210089"/>
                  <a:gd name="connsiteY0" fmla="*/ 150038 h 150037"/>
                  <a:gd name="connsiteX1" fmla="*/ 141518 w 210089"/>
                  <a:gd name="connsiteY1" fmla="*/ 150038 h 150037"/>
                  <a:gd name="connsiteX2" fmla="*/ 115174 w 210089"/>
                  <a:gd name="connsiteY2" fmla="*/ 60909 h 150037"/>
                  <a:gd name="connsiteX3" fmla="*/ 105092 w 210089"/>
                  <a:gd name="connsiteY3" fmla="*/ 23376 h 150037"/>
                  <a:gd name="connsiteX4" fmla="*/ 95011 w 210089"/>
                  <a:gd name="connsiteY4" fmla="*/ 60909 h 150037"/>
                  <a:gd name="connsiteX5" fmla="*/ 67716 w 210089"/>
                  <a:gd name="connsiteY5" fmla="*/ 150038 h 150037"/>
                  <a:gd name="connsiteX6" fmla="*/ 44129 w 210089"/>
                  <a:gd name="connsiteY6" fmla="*/ 150038 h 150037"/>
                  <a:gd name="connsiteX7" fmla="*/ 0 w 210089"/>
                  <a:gd name="connsiteY7" fmla="*/ 0 h 150037"/>
                  <a:gd name="connsiteX8" fmla="*/ 19877 w 210089"/>
                  <a:gd name="connsiteY8" fmla="*/ 0 h 150037"/>
                  <a:gd name="connsiteX9" fmla="*/ 48029 w 210089"/>
                  <a:gd name="connsiteY9" fmla="*/ 95741 h 150037"/>
                  <a:gd name="connsiteX10" fmla="*/ 56588 w 210089"/>
                  <a:gd name="connsiteY10" fmla="*/ 129921 h 150037"/>
                  <a:gd name="connsiteX11" fmla="*/ 65814 w 210089"/>
                  <a:gd name="connsiteY11" fmla="*/ 95741 h 150037"/>
                  <a:gd name="connsiteX12" fmla="*/ 94631 w 210089"/>
                  <a:gd name="connsiteY12" fmla="*/ 0 h 150037"/>
                  <a:gd name="connsiteX13" fmla="*/ 116410 w 210089"/>
                  <a:gd name="connsiteY13" fmla="*/ 0 h 150037"/>
                  <a:gd name="connsiteX14" fmla="*/ 145227 w 210089"/>
                  <a:gd name="connsiteY14" fmla="*/ 95741 h 150037"/>
                  <a:gd name="connsiteX15" fmla="*/ 154072 w 210089"/>
                  <a:gd name="connsiteY15" fmla="*/ 129921 h 150037"/>
                  <a:gd name="connsiteX16" fmla="*/ 162917 w 210089"/>
                  <a:gd name="connsiteY16" fmla="*/ 95741 h 150037"/>
                  <a:gd name="connsiteX17" fmla="*/ 191734 w 210089"/>
                  <a:gd name="connsiteY17" fmla="*/ 0 h 150037"/>
                  <a:gd name="connsiteX18" fmla="*/ 210090 w 210089"/>
                  <a:gd name="connsiteY18" fmla="*/ 0 h 150037"/>
                  <a:gd name="connsiteX19" fmla="*/ 165295 w 210089"/>
                  <a:gd name="connsiteY19" fmla="*/ 150038 h 150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10089" h="150037">
                    <a:moveTo>
                      <a:pt x="165390" y="150038"/>
                    </a:moveTo>
                    <a:lnTo>
                      <a:pt x="141518" y="150038"/>
                    </a:lnTo>
                    <a:lnTo>
                      <a:pt x="115174" y="60909"/>
                    </a:lnTo>
                    <a:cubicBezTo>
                      <a:pt x="111179" y="47125"/>
                      <a:pt x="105092" y="23376"/>
                      <a:pt x="105092" y="23376"/>
                    </a:cubicBezTo>
                    <a:cubicBezTo>
                      <a:pt x="105092" y="23376"/>
                      <a:pt x="99291" y="46474"/>
                      <a:pt x="95011" y="60909"/>
                    </a:cubicBezTo>
                    <a:lnTo>
                      <a:pt x="67716" y="150038"/>
                    </a:lnTo>
                    <a:lnTo>
                      <a:pt x="44129" y="150038"/>
                    </a:lnTo>
                    <a:lnTo>
                      <a:pt x="0" y="0"/>
                    </a:lnTo>
                    <a:lnTo>
                      <a:pt x="19877" y="0"/>
                    </a:lnTo>
                    <a:lnTo>
                      <a:pt x="48029" y="95741"/>
                    </a:lnTo>
                    <a:cubicBezTo>
                      <a:pt x="51738" y="108314"/>
                      <a:pt x="56588" y="129921"/>
                      <a:pt x="56588" y="129921"/>
                    </a:cubicBezTo>
                    <a:cubicBezTo>
                      <a:pt x="56588" y="129921"/>
                      <a:pt x="62104" y="108314"/>
                      <a:pt x="65814" y="95741"/>
                    </a:cubicBezTo>
                    <a:lnTo>
                      <a:pt x="94631" y="0"/>
                    </a:lnTo>
                    <a:lnTo>
                      <a:pt x="116410" y="0"/>
                    </a:lnTo>
                    <a:lnTo>
                      <a:pt x="145227" y="95741"/>
                    </a:lnTo>
                    <a:cubicBezTo>
                      <a:pt x="149222" y="109245"/>
                      <a:pt x="154072" y="129921"/>
                      <a:pt x="154072" y="129921"/>
                    </a:cubicBezTo>
                    <a:cubicBezTo>
                      <a:pt x="154072" y="129921"/>
                      <a:pt x="159018" y="108873"/>
                      <a:pt x="162917" y="95741"/>
                    </a:cubicBezTo>
                    <a:lnTo>
                      <a:pt x="191734" y="0"/>
                    </a:lnTo>
                    <a:lnTo>
                      <a:pt x="210090" y="0"/>
                    </a:lnTo>
                    <a:lnTo>
                      <a:pt x="165295" y="150038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0FA4A71C-EFA0-59A2-683E-9DF47412A19F}"/>
                  </a:ext>
                </a:extLst>
              </p:cNvPr>
              <p:cNvSpPr/>
              <p:nvPr/>
            </p:nvSpPr>
            <p:spPr>
              <a:xfrm>
                <a:off x="5146838" y="3352071"/>
                <a:ext cx="128108" cy="156650"/>
              </a:xfrm>
              <a:custGeom>
                <a:avLst/>
                <a:gdLst>
                  <a:gd name="connsiteX0" fmla="*/ 19877 w 128108"/>
                  <a:gd name="connsiteY0" fmla="*/ 84006 h 156650"/>
                  <a:gd name="connsiteX1" fmla="*/ 70759 w 128108"/>
                  <a:gd name="connsiteY1" fmla="*/ 141004 h 156650"/>
                  <a:gd name="connsiteX2" fmla="*/ 113937 w 128108"/>
                  <a:gd name="connsiteY2" fmla="*/ 125730 h 156650"/>
                  <a:gd name="connsiteX3" fmla="*/ 123163 w 128108"/>
                  <a:gd name="connsiteY3" fmla="*/ 138303 h 156650"/>
                  <a:gd name="connsiteX4" fmla="*/ 70759 w 128108"/>
                  <a:gd name="connsiteY4" fmla="*/ 156650 h 156650"/>
                  <a:gd name="connsiteX5" fmla="*/ 0 w 128108"/>
                  <a:gd name="connsiteY5" fmla="*/ 79815 h 156650"/>
                  <a:gd name="connsiteX6" fmla="*/ 65623 w 128108"/>
                  <a:gd name="connsiteY6" fmla="*/ 0 h 156650"/>
                  <a:gd name="connsiteX7" fmla="*/ 128108 w 128108"/>
                  <a:gd name="connsiteY7" fmla="*/ 84006 h 156650"/>
                  <a:gd name="connsiteX8" fmla="*/ 19877 w 128108"/>
                  <a:gd name="connsiteY8" fmla="*/ 84006 h 156650"/>
                  <a:gd name="connsiteX9" fmla="*/ 65528 w 128108"/>
                  <a:gd name="connsiteY9" fmla="*/ 14994 h 156650"/>
                  <a:gd name="connsiteX10" fmla="*/ 19877 w 128108"/>
                  <a:gd name="connsiteY10" fmla="*/ 69012 h 156650"/>
                  <a:gd name="connsiteX11" fmla="*/ 108802 w 128108"/>
                  <a:gd name="connsiteY11" fmla="*/ 69012 h 156650"/>
                  <a:gd name="connsiteX12" fmla="*/ 65623 w 128108"/>
                  <a:gd name="connsiteY12" fmla="*/ 14994 h 156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8108" h="156650">
                    <a:moveTo>
                      <a:pt x="19877" y="84006"/>
                    </a:moveTo>
                    <a:cubicBezTo>
                      <a:pt x="21399" y="122377"/>
                      <a:pt x="44700" y="141004"/>
                      <a:pt x="70759" y="141004"/>
                    </a:cubicBezTo>
                    <a:cubicBezTo>
                      <a:pt x="88829" y="141004"/>
                      <a:pt x="103285" y="133833"/>
                      <a:pt x="113937" y="125730"/>
                    </a:cubicBezTo>
                    <a:lnTo>
                      <a:pt x="123163" y="138303"/>
                    </a:lnTo>
                    <a:cubicBezTo>
                      <a:pt x="109087" y="149106"/>
                      <a:pt x="92824" y="156650"/>
                      <a:pt x="70759" y="156650"/>
                    </a:cubicBezTo>
                    <a:cubicBezTo>
                      <a:pt x="30910" y="156650"/>
                      <a:pt x="0" y="129642"/>
                      <a:pt x="0" y="79815"/>
                    </a:cubicBezTo>
                    <a:cubicBezTo>
                      <a:pt x="0" y="26077"/>
                      <a:pt x="31575" y="0"/>
                      <a:pt x="65623" y="0"/>
                    </a:cubicBezTo>
                    <a:cubicBezTo>
                      <a:pt x="113747" y="0"/>
                      <a:pt x="128108" y="36881"/>
                      <a:pt x="128108" y="84006"/>
                    </a:cubicBezTo>
                    <a:lnTo>
                      <a:pt x="19877" y="84006"/>
                    </a:lnTo>
                    <a:close/>
                    <a:moveTo>
                      <a:pt x="65528" y="14994"/>
                    </a:moveTo>
                    <a:cubicBezTo>
                      <a:pt x="40991" y="14994"/>
                      <a:pt x="22350" y="32969"/>
                      <a:pt x="19877" y="69012"/>
                    </a:cubicBezTo>
                    <a:lnTo>
                      <a:pt x="108802" y="69012"/>
                    </a:lnTo>
                    <a:cubicBezTo>
                      <a:pt x="108231" y="32690"/>
                      <a:pt x="92824" y="14994"/>
                      <a:pt x="65623" y="14994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5D712EF2-4F43-ECAF-50FE-FECF1709CD8B}"/>
                  </a:ext>
                </a:extLst>
              </p:cNvPr>
              <p:cNvSpPr/>
              <p:nvPr/>
            </p:nvSpPr>
            <p:spPr>
              <a:xfrm>
                <a:off x="5314796" y="3351978"/>
                <a:ext cx="81506" cy="153390"/>
              </a:xfrm>
              <a:custGeom>
                <a:avLst/>
                <a:gdLst>
                  <a:gd name="connsiteX0" fmla="*/ 76370 w 81506"/>
                  <a:gd name="connsiteY0" fmla="*/ 21700 h 153390"/>
                  <a:gd name="connsiteX1" fmla="*/ 59822 w 81506"/>
                  <a:gd name="connsiteY1" fmla="*/ 17509 h 153390"/>
                  <a:gd name="connsiteX2" fmla="*/ 19687 w 81506"/>
                  <a:gd name="connsiteY2" fmla="*/ 46287 h 153390"/>
                  <a:gd name="connsiteX3" fmla="*/ 19687 w 81506"/>
                  <a:gd name="connsiteY3" fmla="*/ 153391 h 153390"/>
                  <a:gd name="connsiteX4" fmla="*/ 951 w 81506"/>
                  <a:gd name="connsiteY4" fmla="*/ 153391 h 153390"/>
                  <a:gd name="connsiteX5" fmla="*/ 951 w 81506"/>
                  <a:gd name="connsiteY5" fmla="*/ 30641 h 153390"/>
                  <a:gd name="connsiteX6" fmla="*/ 0 w 81506"/>
                  <a:gd name="connsiteY6" fmla="*/ 3353 h 153390"/>
                  <a:gd name="connsiteX7" fmla="*/ 15027 w 81506"/>
                  <a:gd name="connsiteY7" fmla="*/ 3353 h 153390"/>
                  <a:gd name="connsiteX8" fmla="*/ 16834 w 81506"/>
                  <a:gd name="connsiteY8" fmla="*/ 28219 h 153390"/>
                  <a:gd name="connsiteX9" fmla="*/ 63721 w 81506"/>
                  <a:gd name="connsiteY9" fmla="*/ 0 h 153390"/>
                  <a:gd name="connsiteX10" fmla="*/ 81506 w 81506"/>
                  <a:gd name="connsiteY10" fmla="*/ 2701 h 153390"/>
                  <a:gd name="connsiteX11" fmla="*/ 76275 w 81506"/>
                  <a:gd name="connsiteY11" fmla="*/ 21607 h 153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1506" h="153390">
                    <a:moveTo>
                      <a:pt x="76370" y="21700"/>
                    </a:moveTo>
                    <a:cubicBezTo>
                      <a:pt x="71425" y="18999"/>
                      <a:pt x="66289" y="17509"/>
                      <a:pt x="59822" y="17509"/>
                    </a:cubicBezTo>
                    <a:cubicBezTo>
                      <a:pt x="41086" y="17509"/>
                      <a:pt x="29768" y="28871"/>
                      <a:pt x="19687" y="46287"/>
                    </a:cubicBezTo>
                    <a:lnTo>
                      <a:pt x="19687" y="153391"/>
                    </a:lnTo>
                    <a:lnTo>
                      <a:pt x="951" y="153391"/>
                    </a:lnTo>
                    <a:lnTo>
                      <a:pt x="951" y="30641"/>
                    </a:lnTo>
                    <a:cubicBezTo>
                      <a:pt x="951" y="25519"/>
                      <a:pt x="380" y="8475"/>
                      <a:pt x="0" y="3353"/>
                    </a:cubicBezTo>
                    <a:lnTo>
                      <a:pt x="15027" y="3353"/>
                    </a:lnTo>
                    <a:lnTo>
                      <a:pt x="16834" y="28219"/>
                    </a:lnTo>
                    <a:cubicBezTo>
                      <a:pt x="26059" y="11083"/>
                      <a:pt x="41371" y="0"/>
                      <a:pt x="63721" y="0"/>
                    </a:cubicBezTo>
                    <a:cubicBezTo>
                      <a:pt x="70189" y="0"/>
                      <a:pt x="76275" y="931"/>
                      <a:pt x="81506" y="2701"/>
                    </a:cubicBezTo>
                    <a:lnTo>
                      <a:pt x="76275" y="21607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EC858D48-6B23-7CB6-EC60-3434A32F9002}"/>
                  </a:ext>
                </a:extLst>
              </p:cNvPr>
              <p:cNvSpPr/>
              <p:nvPr/>
            </p:nvSpPr>
            <p:spPr>
              <a:xfrm>
                <a:off x="5510715" y="3289300"/>
                <a:ext cx="123923" cy="219422"/>
              </a:xfrm>
              <a:custGeom>
                <a:avLst/>
                <a:gdLst>
                  <a:gd name="connsiteX0" fmla="*/ 63436 w 123923"/>
                  <a:gd name="connsiteY0" fmla="*/ 219422 h 219422"/>
                  <a:gd name="connsiteX1" fmla="*/ 17119 w 123923"/>
                  <a:gd name="connsiteY1" fmla="*/ 199026 h 219422"/>
                  <a:gd name="connsiteX2" fmla="*/ 15597 w 123923"/>
                  <a:gd name="connsiteY2" fmla="*/ 216162 h 219422"/>
                  <a:gd name="connsiteX3" fmla="*/ 0 w 123923"/>
                  <a:gd name="connsiteY3" fmla="*/ 216162 h 219422"/>
                  <a:gd name="connsiteX4" fmla="*/ 951 w 123923"/>
                  <a:gd name="connsiteY4" fmla="*/ 187943 h 219422"/>
                  <a:gd name="connsiteX5" fmla="*/ 951 w 123923"/>
                  <a:gd name="connsiteY5" fmla="*/ 0 h 219422"/>
                  <a:gd name="connsiteX6" fmla="*/ 19687 w 123923"/>
                  <a:gd name="connsiteY6" fmla="*/ 0 h 219422"/>
                  <a:gd name="connsiteX7" fmla="*/ 19687 w 123923"/>
                  <a:gd name="connsiteY7" fmla="*/ 86707 h 219422"/>
                  <a:gd name="connsiteX8" fmla="*/ 65053 w 123923"/>
                  <a:gd name="connsiteY8" fmla="*/ 62679 h 219422"/>
                  <a:gd name="connsiteX9" fmla="*/ 123924 w 123923"/>
                  <a:gd name="connsiteY9" fmla="*/ 140445 h 219422"/>
                  <a:gd name="connsiteX10" fmla="*/ 63531 w 123923"/>
                  <a:gd name="connsiteY10" fmla="*/ 219422 h 219422"/>
                  <a:gd name="connsiteX11" fmla="*/ 60963 w 123923"/>
                  <a:gd name="connsiteY11" fmla="*/ 78046 h 219422"/>
                  <a:gd name="connsiteX12" fmla="*/ 19592 w 123923"/>
                  <a:gd name="connsiteY12" fmla="*/ 105334 h 219422"/>
                  <a:gd name="connsiteX13" fmla="*/ 19592 w 123923"/>
                  <a:gd name="connsiteY13" fmla="*/ 186080 h 219422"/>
                  <a:gd name="connsiteX14" fmla="*/ 58776 w 123923"/>
                  <a:gd name="connsiteY14" fmla="*/ 204055 h 219422"/>
                  <a:gd name="connsiteX15" fmla="*/ 104141 w 123923"/>
                  <a:gd name="connsiteY15" fmla="*/ 141004 h 219422"/>
                  <a:gd name="connsiteX16" fmla="*/ 60963 w 123923"/>
                  <a:gd name="connsiteY16" fmla="*/ 77953 h 219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3923" h="219422">
                    <a:moveTo>
                      <a:pt x="63436" y="219422"/>
                    </a:moveTo>
                    <a:cubicBezTo>
                      <a:pt x="41086" y="219422"/>
                      <a:pt x="27010" y="211040"/>
                      <a:pt x="17119" y="199026"/>
                    </a:cubicBezTo>
                    <a:lnTo>
                      <a:pt x="15597" y="216162"/>
                    </a:lnTo>
                    <a:lnTo>
                      <a:pt x="0" y="216162"/>
                    </a:lnTo>
                    <a:cubicBezTo>
                      <a:pt x="285" y="209550"/>
                      <a:pt x="951" y="195114"/>
                      <a:pt x="951" y="187943"/>
                    </a:cubicBezTo>
                    <a:lnTo>
                      <a:pt x="951" y="0"/>
                    </a:lnTo>
                    <a:lnTo>
                      <a:pt x="19687" y="0"/>
                    </a:lnTo>
                    <a:lnTo>
                      <a:pt x="19687" y="86707"/>
                    </a:lnTo>
                    <a:cubicBezTo>
                      <a:pt x="27961" y="75904"/>
                      <a:pt x="40801" y="62679"/>
                      <a:pt x="65053" y="62679"/>
                    </a:cubicBezTo>
                    <a:cubicBezTo>
                      <a:pt x="100908" y="62679"/>
                      <a:pt x="123924" y="92668"/>
                      <a:pt x="123924" y="140445"/>
                    </a:cubicBezTo>
                    <a:cubicBezTo>
                      <a:pt x="123924" y="184311"/>
                      <a:pt x="103381" y="219422"/>
                      <a:pt x="63531" y="219422"/>
                    </a:cubicBezTo>
                    <a:close/>
                    <a:moveTo>
                      <a:pt x="60963" y="78046"/>
                    </a:moveTo>
                    <a:cubicBezTo>
                      <a:pt x="39849" y="78046"/>
                      <a:pt x="26059" y="95462"/>
                      <a:pt x="19592" y="105334"/>
                    </a:cubicBezTo>
                    <a:lnTo>
                      <a:pt x="19592" y="186080"/>
                    </a:lnTo>
                    <a:cubicBezTo>
                      <a:pt x="29673" y="196325"/>
                      <a:pt x="39849" y="204055"/>
                      <a:pt x="58776" y="204055"/>
                    </a:cubicBezTo>
                    <a:cubicBezTo>
                      <a:pt x="85405" y="204055"/>
                      <a:pt x="104141" y="180679"/>
                      <a:pt x="104141" y="141004"/>
                    </a:cubicBezTo>
                    <a:cubicBezTo>
                      <a:pt x="104141" y="93878"/>
                      <a:pt x="82647" y="77953"/>
                      <a:pt x="60963" y="77953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31A0CA4A-36F4-0446-9967-E088D6761CCE}"/>
                  </a:ext>
                </a:extLst>
              </p:cNvPr>
              <p:cNvSpPr/>
              <p:nvPr/>
            </p:nvSpPr>
            <p:spPr>
              <a:xfrm>
                <a:off x="5668021" y="3352071"/>
                <a:ext cx="128108" cy="156650"/>
              </a:xfrm>
              <a:custGeom>
                <a:avLst/>
                <a:gdLst>
                  <a:gd name="connsiteX0" fmla="*/ 19877 w 128108"/>
                  <a:gd name="connsiteY0" fmla="*/ 84006 h 156650"/>
                  <a:gd name="connsiteX1" fmla="*/ 70759 w 128108"/>
                  <a:gd name="connsiteY1" fmla="*/ 141004 h 156650"/>
                  <a:gd name="connsiteX2" fmla="*/ 113937 w 128108"/>
                  <a:gd name="connsiteY2" fmla="*/ 125730 h 156650"/>
                  <a:gd name="connsiteX3" fmla="*/ 123163 w 128108"/>
                  <a:gd name="connsiteY3" fmla="*/ 138303 h 156650"/>
                  <a:gd name="connsiteX4" fmla="*/ 70759 w 128108"/>
                  <a:gd name="connsiteY4" fmla="*/ 156650 h 156650"/>
                  <a:gd name="connsiteX5" fmla="*/ 0 w 128108"/>
                  <a:gd name="connsiteY5" fmla="*/ 79815 h 156650"/>
                  <a:gd name="connsiteX6" fmla="*/ 65623 w 128108"/>
                  <a:gd name="connsiteY6" fmla="*/ 0 h 156650"/>
                  <a:gd name="connsiteX7" fmla="*/ 128108 w 128108"/>
                  <a:gd name="connsiteY7" fmla="*/ 84006 h 156650"/>
                  <a:gd name="connsiteX8" fmla="*/ 19877 w 128108"/>
                  <a:gd name="connsiteY8" fmla="*/ 84006 h 156650"/>
                  <a:gd name="connsiteX9" fmla="*/ 65528 w 128108"/>
                  <a:gd name="connsiteY9" fmla="*/ 14994 h 156650"/>
                  <a:gd name="connsiteX10" fmla="*/ 19877 w 128108"/>
                  <a:gd name="connsiteY10" fmla="*/ 69012 h 156650"/>
                  <a:gd name="connsiteX11" fmla="*/ 108802 w 128108"/>
                  <a:gd name="connsiteY11" fmla="*/ 69012 h 156650"/>
                  <a:gd name="connsiteX12" fmla="*/ 65623 w 128108"/>
                  <a:gd name="connsiteY12" fmla="*/ 14994 h 156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8108" h="156650">
                    <a:moveTo>
                      <a:pt x="19877" y="84006"/>
                    </a:moveTo>
                    <a:cubicBezTo>
                      <a:pt x="21399" y="122377"/>
                      <a:pt x="44700" y="141004"/>
                      <a:pt x="70759" y="141004"/>
                    </a:cubicBezTo>
                    <a:cubicBezTo>
                      <a:pt x="88829" y="141004"/>
                      <a:pt x="103285" y="133833"/>
                      <a:pt x="113937" y="125730"/>
                    </a:cubicBezTo>
                    <a:lnTo>
                      <a:pt x="123163" y="138303"/>
                    </a:lnTo>
                    <a:cubicBezTo>
                      <a:pt x="109087" y="149106"/>
                      <a:pt x="92824" y="156650"/>
                      <a:pt x="70759" y="156650"/>
                    </a:cubicBezTo>
                    <a:cubicBezTo>
                      <a:pt x="30910" y="156650"/>
                      <a:pt x="0" y="129642"/>
                      <a:pt x="0" y="79815"/>
                    </a:cubicBezTo>
                    <a:cubicBezTo>
                      <a:pt x="0" y="26077"/>
                      <a:pt x="31575" y="0"/>
                      <a:pt x="65623" y="0"/>
                    </a:cubicBezTo>
                    <a:cubicBezTo>
                      <a:pt x="113747" y="0"/>
                      <a:pt x="128108" y="36881"/>
                      <a:pt x="128108" y="84006"/>
                    </a:cubicBezTo>
                    <a:lnTo>
                      <a:pt x="19877" y="84006"/>
                    </a:lnTo>
                    <a:close/>
                    <a:moveTo>
                      <a:pt x="65528" y="14994"/>
                    </a:moveTo>
                    <a:cubicBezTo>
                      <a:pt x="40991" y="14994"/>
                      <a:pt x="22350" y="32969"/>
                      <a:pt x="19877" y="69012"/>
                    </a:cubicBezTo>
                    <a:lnTo>
                      <a:pt x="108802" y="69012"/>
                    </a:lnTo>
                    <a:cubicBezTo>
                      <a:pt x="108231" y="32690"/>
                      <a:pt x="92824" y="14994"/>
                      <a:pt x="65623" y="14994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B99F9CA7-93C4-67E1-DC09-710B1B5D2D79}"/>
                  </a:ext>
                </a:extLst>
              </p:cNvPr>
              <p:cNvSpPr/>
              <p:nvPr/>
            </p:nvSpPr>
            <p:spPr>
              <a:xfrm>
                <a:off x="5836835" y="3289300"/>
                <a:ext cx="113461" cy="216162"/>
              </a:xfrm>
              <a:custGeom>
                <a:avLst/>
                <a:gdLst>
                  <a:gd name="connsiteX0" fmla="*/ 94726 w 113461"/>
                  <a:gd name="connsiteY0" fmla="*/ 216069 h 216162"/>
                  <a:gd name="connsiteX1" fmla="*/ 94726 w 113461"/>
                  <a:gd name="connsiteY1" fmla="*/ 120701 h 216162"/>
                  <a:gd name="connsiteX2" fmla="*/ 58586 w 113461"/>
                  <a:gd name="connsiteY2" fmla="*/ 78418 h 216162"/>
                  <a:gd name="connsiteX3" fmla="*/ 18736 w 113461"/>
                  <a:gd name="connsiteY3" fmla="*/ 102726 h 216162"/>
                  <a:gd name="connsiteX4" fmla="*/ 18736 w 113461"/>
                  <a:gd name="connsiteY4" fmla="*/ 216162 h 216162"/>
                  <a:gd name="connsiteX5" fmla="*/ 0 w 113461"/>
                  <a:gd name="connsiteY5" fmla="*/ 216162 h 216162"/>
                  <a:gd name="connsiteX6" fmla="*/ 0 w 113461"/>
                  <a:gd name="connsiteY6" fmla="*/ 0 h 216162"/>
                  <a:gd name="connsiteX7" fmla="*/ 18736 w 113461"/>
                  <a:gd name="connsiteY7" fmla="*/ 0 h 216162"/>
                  <a:gd name="connsiteX8" fmla="*/ 18736 w 113461"/>
                  <a:gd name="connsiteY8" fmla="*/ 84658 h 216162"/>
                  <a:gd name="connsiteX9" fmla="*/ 62580 w 113461"/>
                  <a:gd name="connsiteY9" fmla="*/ 62772 h 216162"/>
                  <a:gd name="connsiteX10" fmla="*/ 113462 w 113461"/>
                  <a:gd name="connsiteY10" fmla="*/ 122191 h 216162"/>
                  <a:gd name="connsiteX11" fmla="*/ 113462 w 113461"/>
                  <a:gd name="connsiteY11" fmla="*/ 216162 h 216162"/>
                  <a:gd name="connsiteX12" fmla="*/ 94726 w 113461"/>
                  <a:gd name="connsiteY12" fmla="*/ 216162 h 216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3461" h="216162">
                    <a:moveTo>
                      <a:pt x="94726" y="216069"/>
                    </a:moveTo>
                    <a:lnTo>
                      <a:pt x="94726" y="120701"/>
                    </a:lnTo>
                    <a:cubicBezTo>
                      <a:pt x="94726" y="93133"/>
                      <a:pt x="83694" y="78418"/>
                      <a:pt x="58586" y="78418"/>
                    </a:cubicBezTo>
                    <a:cubicBezTo>
                      <a:pt x="39850" y="78418"/>
                      <a:pt x="26725" y="90991"/>
                      <a:pt x="18736" y="102726"/>
                    </a:cubicBezTo>
                    <a:lnTo>
                      <a:pt x="18736" y="216162"/>
                    </a:lnTo>
                    <a:lnTo>
                      <a:pt x="0" y="216162"/>
                    </a:lnTo>
                    <a:lnTo>
                      <a:pt x="0" y="0"/>
                    </a:lnTo>
                    <a:lnTo>
                      <a:pt x="18736" y="0"/>
                    </a:lnTo>
                    <a:lnTo>
                      <a:pt x="18736" y="84658"/>
                    </a:lnTo>
                    <a:cubicBezTo>
                      <a:pt x="28532" y="71713"/>
                      <a:pt x="43844" y="62772"/>
                      <a:pt x="62580" y="62772"/>
                    </a:cubicBezTo>
                    <a:cubicBezTo>
                      <a:pt x="101193" y="62772"/>
                      <a:pt x="113462" y="86800"/>
                      <a:pt x="113462" y="122191"/>
                    </a:cubicBezTo>
                    <a:lnTo>
                      <a:pt x="113462" y="216162"/>
                    </a:lnTo>
                    <a:lnTo>
                      <a:pt x="94726" y="21616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B8CE2325-FB68-AA20-D15B-02F893BB6516}"/>
                  </a:ext>
                </a:extLst>
              </p:cNvPr>
              <p:cNvSpPr/>
              <p:nvPr/>
            </p:nvSpPr>
            <p:spPr>
              <a:xfrm>
                <a:off x="5999371" y="3289300"/>
                <a:ext cx="21779" cy="216069"/>
              </a:xfrm>
              <a:custGeom>
                <a:avLst/>
                <a:gdLst>
                  <a:gd name="connsiteX0" fmla="*/ 0 w 21779"/>
                  <a:gd name="connsiteY0" fmla="*/ 23097 h 216069"/>
                  <a:gd name="connsiteX1" fmla="*/ 0 w 21779"/>
                  <a:gd name="connsiteY1" fmla="*/ 0 h 216069"/>
                  <a:gd name="connsiteX2" fmla="*/ 21779 w 21779"/>
                  <a:gd name="connsiteY2" fmla="*/ 0 h 216069"/>
                  <a:gd name="connsiteX3" fmla="*/ 21779 w 21779"/>
                  <a:gd name="connsiteY3" fmla="*/ 23097 h 216069"/>
                  <a:gd name="connsiteX4" fmla="*/ 0 w 21779"/>
                  <a:gd name="connsiteY4" fmla="*/ 23097 h 216069"/>
                  <a:gd name="connsiteX5" fmla="*/ 1522 w 21779"/>
                  <a:gd name="connsiteY5" fmla="*/ 216069 h 216069"/>
                  <a:gd name="connsiteX6" fmla="*/ 1522 w 21779"/>
                  <a:gd name="connsiteY6" fmla="*/ 66032 h 216069"/>
                  <a:gd name="connsiteX7" fmla="*/ 20258 w 21779"/>
                  <a:gd name="connsiteY7" fmla="*/ 66032 h 216069"/>
                  <a:gd name="connsiteX8" fmla="*/ 20258 w 21779"/>
                  <a:gd name="connsiteY8" fmla="*/ 216069 h 216069"/>
                  <a:gd name="connsiteX9" fmla="*/ 1522 w 21779"/>
                  <a:gd name="connsiteY9" fmla="*/ 216069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779" h="216069">
                    <a:moveTo>
                      <a:pt x="0" y="23097"/>
                    </a:moveTo>
                    <a:lnTo>
                      <a:pt x="0" y="0"/>
                    </a:lnTo>
                    <a:lnTo>
                      <a:pt x="21779" y="0"/>
                    </a:lnTo>
                    <a:lnTo>
                      <a:pt x="21779" y="23097"/>
                    </a:lnTo>
                    <a:lnTo>
                      <a:pt x="0" y="23097"/>
                    </a:lnTo>
                    <a:close/>
                    <a:moveTo>
                      <a:pt x="1522" y="216069"/>
                    </a:moveTo>
                    <a:lnTo>
                      <a:pt x="1522" y="66032"/>
                    </a:lnTo>
                    <a:lnTo>
                      <a:pt x="20258" y="66032"/>
                    </a:lnTo>
                    <a:lnTo>
                      <a:pt x="20258" y="216069"/>
                    </a:lnTo>
                    <a:lnTo>
                      <a:pt x="1522" y="21606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6DBA024F-DD99-7699-AEA2-0395CEF93936}"/>
                  </a:ext>
                </a:extLst>
              </p:cNvPr>
              <p:cNvSpPr/>
              <p:nvPr/>
            </p:nvSpPr>
            <p:spPr>
              <a:xfrm>
                <a:off x="6069179" y="3351978"/>
                <a:ext cx="114222" cy="153390"/>
              </a:xfrm>
              <a:custGeom>
                <a:avLst/>
                <a:gdLst>
                  <a:gd name="connsiteX0" fmla="*/ 95677 w 114222"/>
                  <a:gd name="connsiteY0" fmla="*/ 153391 h 153390"/>
                  <a:gd name="connsiteX1" fmla="*/ 95677 w 114222"/>
                  <a:gd name="connsiteY1" fmla="*/ 58301 h 153390"/>
                  <a:gd name="connsiteX2" fmla="*/ 59537 w 114222"/>
                  <a:gd name="connsiteY2" fmla="*/ 15646 h 153390"/>
                  <a:gd name="connsiteX3" fmla="*/ 19687 w 114222"/>
                  <a:gd name="connsiteY3" fmla="*/ 39954 h 153390"/>
                  <a:gd name="connsiteX4" fmla="*/ 19687 w 114222"/>
                  <a:gd name="connsiteY4" fmla="*/ 153391 h 153390"/>
                  <a:gd name="connsiteX5" fmla="*/ 951 w 114222"/>
                  <a:gd name="connsiteY5" fmla="*/ 153391 h 153390"/>
                  <a:gd name="connsiteX6" fmla="*/ 951 w 114222"/>
                  <a:gd name="connsiteY6" fmla="*/ 30920 h 153390"/>
                  <a:gd name="connsiteX7" fmla="*/ 0 w 114222"/>
                  <a:gd name="connsiteY7" fmla="*/ 3353 h 153390"/>
                  <a:gd name="connsiteX8" fmla="*/ 15598 w 114222"/>
                  <a:gd name="connsiteY8" fmla="*/ 3353 h 153390"/>
                  <a:gd name="connsiteX9" fmla="*/ 17119 w 114222"/>
                  <a:gd name="connsiteY9" fmla="*/ 24028 h 153390"/>
                  <a:gd name="connsiteX10" fmla="*/ 63056 w 114222"/>
                  <a:gd name="connsiteY10" fmla="*/ 0 h 153390"/>
                  <a:gd name="connsiteX11" fmla="*/ 114223 w 114222"/>
                  <a:gd name="connsiteY11" fmla="*/ 59419 h 153390"/>
                  <a:gd name="connsiteX12" fmla="*/ 114223 w 114222"/>
                  <a:gd name="connsiteY12" fmla="*/ 153391 h 153390"/>
                  <a:gd name="connsiteX13" fmla="*/ 95487 w 114222"/>
                  <a:gd name="connsiteY13" fmla="*/ 153391 h 153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14222" h="153390">
                    <a:moveTo>
                      <a:pt x="95677" y="153391"/>
                    </a:moveTo>
                    <a:lnTo>
                      <a:pt x="95677" y="58301"/>
                    </a:lnTo>
                    <a:cubicBezTo>
                      <a:pt x="95677" y="31013"/>
                      <a:pt x="84359" y="15646"/>
                      <a:pt x="59537" y="15646"/>
                    </a:cubicBezTo>
                    <a:cubicBezTo>
                      <a:pt x="39279" y="15646"/>
                      <a:pt x="27010" y="29151"/>
                      <a:pt x="19687" y="39954"/>
                    </a:cubicBezTo>
                    <a:lnTo>
                      <a:pt x="19687" y="153391"/>
                    </a:lnTo>
                    <a:lnTo>
                      <a:pt x="951" y="153391"/>
                    </a:lnTo>
                    <a:lnTo>
                      <a:pt x="951" y="30920"/>
                    </a:lnTo>
                    <a:cubicBezTo>
                      <a:pt x="951" y="25798"/>
                      <a:pt x="381" y="8382"/>
                      <a:pt x="0" y="3353"/>
                    </a:cubicBezTo>
                    <a:lnTo>
                      <a:pt x="15598" y="3353"/>
                    </a:lnTo>
                    <a:lnTo>
                      <a:pt x="17119" y="24028"/>
                    </a:lnTo>
                    <a:cubicBezTo>
                      <a:pt x="26344" y="10803"/>
                      <a:pt x="42513" y="0"/>
                      <a:pt x="63056" y="0"/>
                    </a:cubicBezTo>
                    <a:cubicBezTo>
                      <a:pt x="100432" y="0"/>
                      <a:pt x="114223" y="23097"/>
                      <a:pt x="114223" y="59419"/>
                    </a:cubicBezTo>
                    <a:lnTo>
                      <a:pt x="114223" y="153391"/>
                    </a:lnTo>
                    <a:lnTo>
                      <a:pt x="95487" y="153391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AEB430D4-FFDC-D251-C924-6FB9F5DE2F70}"/>
                  </a:ext>
                </a:extLst>
              </p:cNvPr>
              <p:cNvSpPr/>
              <p:nvPr/>
            </p:nvSpPr>
            <p:spPr>
              <a:xfrm>
                <a:off x="6224013" y="3289300"/>
                <a:ext cx="125730" cy="219328"/>
              </a:xfrm>
              <a:custGeom>
                <a:avLst/>
                <a:gdLst>
                  <a:gd name="connsiteX0" fmla="*/ 109753 w 125730"/>
                  <a:gd name="connsiteY0" fmla="*/ 216069 h 219328"/>
                  <a:gd name="connsiteX1" fmla="*/ 108231 w 125730"/>
                  <a:gd name="connsiteY1" fmla="*/ 192320 h 219328"/>
                  <a:gd name="connsiteX2" fmla="*/ 60392 w 125730"/>
                  <a:gd name="connsiteY2" fmla="*/ 219329 h 219328"/>
                  <a:gd name="connsiteX3" fmla="*/ 0 w 125730"/>
                  <a:gd name="connsiteY3" fmla="*/ 140352 h 219328"/>
                  <a:gd name="connsiteX4" fmla="*/ 63151 w 125730"/>
                  <a:gd name="connsiteY4" fmla="*/ 62586 h 219328"/>
                  <a:gd name="connsiteX5" fmla="*/ 106044 w 125730"/>
                  <a:gd name="connsiteY5" fmla="*/ 79350 h 219328"/>
                  <a:gd name="connsiteX6" fmla="*/ 106044 w 125730"/>
                  <a:gd name="connsiteY6" fmla="*/ 0 h 219328"/>
                  <a:gd name="connsiteX7" fmla="*/ 124779 w 125730"/>
                  <a:gd name="connsiteY7" fmla="*/ 0 h 219328"/>
                  <a:gd name="connsiteX8" fmla="*/ 124779 w 125730"/>
                  <a:gd name="connsiteY8" fmla="*/ 187850 h 219328"/>
                  <a:gd name="connsiteX9" fmla="*/ 125730 w 125730"/>
                  <a:gd name="connsiteY9" fmla="*/ 216069 h 219328"/>
                  <a:gd name="connsiteX10" fmla="*/ 109753 w 125730"/>
                  <a:gd name="connsiteY10" fmla="*/ 216069 h 219328"/>
                  <a:gd name="connsiteX11" fmla="*/ 106044 w 125730"/>
                  <a:gd name="connsiteY11" fmla="*/ 95369 h 219328"/>
                  <a:gd name="connsiteX12" fmla="*/ 67145 w 125730"/>
                  <a:gd name="connsiteY12" fmla="*/ 77953 h 219328"/>
                  <a:gd name="connsiteX13" fmla="*/ 19592 w 125730"/>
                  <a:gd name="connsiteY13" fmla="*/ 141004 h 219328"/>
                  <a:gd name="connsiteX14" fmla="*/ 64958 w 125730"/>
                  <a:gd name="connsiteY14" fmla="*/ 204055 h 219328"/>
                  <a:gd name="connsiteX15" fmla="*/ 106044 w 125730"/>
                  <a:gd name="connsiteY15" fmla="*/ 177046 h 219328"/>
                  <a:gd name="connsiteX16" fmla="*/ 106044 w 125730"/>
                  <a:gd name="connsiteY16" fmla="*/ 95462 h 2193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5730" h="219328">
                    <a:moveTo>
                      <a:pt x="109753" y="216069"/>
                    </a:moveTo>
                    <a:lnTo>
                      <a:pt x="108231" y="192320"/>
                    </a:lnTo>
                    <a:cubicBezTo>
                      <a:pt x="99386" y="204893"/>
                      <a:pt x="84645" y="219329"/>
                      <a:pt x="60392" y="219329"/>
                    </a:cubicBezTo>
                    <a:cubicBezTo>
                      <a:pt x="19592" y="219329"/>
                      <a:pt x="0" y="183938"/>
                      <a:pt x="0" y="140352"/>
                    </a:cubicBezTo>
                    <a:cubicBezTo>
                      <a:pt x="0" y="91736"/>
                      <a:pt x="28151" y="62586"/>
                      <a:pt x="63151" y="62586"/>
                    </a:cubicBezTo>
                    <a:cubicBezTo>
                      <a:pt x="82172" y="62586"/>
                      <a:pt x="97199" y="70409"/>
                      <a:pt x="106044" y="79350"/>
                    </a:cubicBezTo>
                    <a:lnTo>
                      <a:pt x="106044" y="0"/>
                    </a:lnTo>
                    <a:lnTo>
                      <a:pt x="124779" y="0"/>
                    </a:lnTo>
                    <a:lnTo>
                      <a:pt x="124779" y="187850"/>
                    </a:lnTo>
                    <a:cubicBezTo>
                      <a:pt x="124779" y="195021"/>
                      <a:pt x="125350" y="209457"/>
                      <a:pt x="125730" y="216069"/>
                    </a:cubicBezTo>
                    <a:lnTo>
                      <a:pt x="109753" y="216069"/>
                    </a:lnTo>
                    <a:close/>
                    <a:moveTo>
                      <a:pt x="106044" y="95369"/>
                    </a:moveTo>
                    <a:cubicBezTo>
                      <a:pt x="96533" y="86335"/>
                      <a:pt x="86737" y="77953"/>
                      <a:pt x="67145" y="77953"/>
                    </a:cubicBezTo>
                    <a:cubicBezTo>
                      <a:pt x="47553" y="77953"/>
                      <a:pt x="19592" y="93878"/>
                      <a:pt x="19592" y="141004"/>
                    </a:cubicBezTo>
                    <a:cubicBezTo>
                      <a:pt x="19592" y="178257"/>
                      <a:pt x="36140" y="204055"/>
                      <a:pt x="64958" y="204055"/>
                    </a:cubicBezTo>
                    <a:cubicBezTo>
                      <a:pt x="84264" y="204055"/>
                      <a:pt x="97484" y="190271"/>
                      <a:pt x="106044" y="177046"/>
                    </a:cubicBezTo>
                    <a:lnTo>
                      <a:pt x="106044" y="9546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</p:grpSp>
        <p:grpSp>
          <p:nvGrpSpPr>
            <p:cNvPr id="8" name="Graphic 17">
              <a:extLst>
                <a:ext uri="{FF2B5EF4-FFF2-40B4-BE49-F238E27FC236}">
                  <a16:creationId xmlns:a16="http://schemas.microsoft.com/office/drawing/2014/main" id="{9A2F3FA1-CF0D-B814-FA6C-5526CF795EE2}"/>
                </a:ext>
              </a:extLst>
            </p:cNvPr>
            <p:cNvGrpSpPr/>
            <p:nvPr/>
          </p:nvGrpSpPr>
          <p:grpSpPr>
            <a:xfrm>
              <a:off x="6465963" y="3289300"/>
              <a:ext cx="1730364" cy="282193"/>
              <a:chOff x="6465963" y="3289300"/>
              <a:chExt cx="1730364" cy="282193"/>
            </a:xfrm>
            <a:grpFill/>
          </p:grpSpPr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FCD76992-D70B-70E3-4504-B8CF4C3983E3}"/>
                  </a:ext>
                </a:extLst>
              </p:cNvPr>
              <p:cNvSpPr/>
              <p:nvPr/>
            </p:nvSpPr>
            <p:spPr>
              <a:xfrm>
                <a:off x="6465963" y="3355424"/>
                <a:ext cx="145512" cy="216069"/>
              </a:xfrm>
              <a:custGeom>
                <a:avLst/>
                <a:gdLst>
                  <a:gd name="connsiteX0" fmla="*/ 93204 w 145512"/>
                  <a:gd name="connsiteY0" fmla="*/ 161121 h 216069"/>
                  <a:gd name="connsiteX1" fmla="*/ 18451 w 145512"/>
                  <a:gd name="connsiteY1" fmla="*/ 216069 h 216069"/>
                  <a:gd name="connsiteX2" fmla="*/ 13220 w 145512"/>
                  <a:gd name="connsiteY2" fmla="*/ 189061 h 216069"/>
                  <a:gd name="connsiteX3" fmla="*/ 58871 w 145512"/>
                  <a:gd name="connsiteY3" fmla="*/ 159072 h 216069"/>
                  <a:gd name="connsiteX4" fmla="*/ 61914 w 145512"/>
                  <a:gd name="connsiteY4" fmla="*/ 149479 h 216069"/>
                  <a:gd name="connsiteX5" fmla="*/ 0 w 145512"/>
                  <a:gd name="connsiteY5" fmla="*/ 0 h 216069"/>
                  <a:gd name="connsiteX6" fmla="*/ 36426 w 145512"/>
                  <a:gd name="connsiteY6" fmla="*/ 0 h 216069"/>
                  <a:gd name="connsiteX7" fmla="*/ 63056 w 145512"/>
                  <a:gd name="connsiteY7" fmla="*/ 68453 h 216069"/>
                  <a:gd name="connsiteX8" fmla="*/ 78368 w 145512"/>
                  <a:gd name="connsiteY8" fmla="*/ 114368 h 216069"/>
                  <a:gd name="connsiteX9" fmla="*/ 111179 w 145512"/>
                  <a:gd name="connsiteY9" fmla="*/ 0 h 216069"/>
                  <a:gd name="connsiteX10" fmla="*/ 145513 w 145512"/>
                  <a:gd name="connsiteY10" fmla="*/ 0 h 216069"/>
                  <a:gd name="connsiteX11" fmla="*/ 93109 w 145512"/>
                  <a:gd name="connsiteY11" fmla="*/ 161214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5512" h="216069">
                    <a:moveTo>
                      <a:pt x="93204" y="161121"/>
                    </a:moveTo>
                    <a:cubicBezTo>
                      <a:pt x="80650" y="199492"/>
                      <a:pt x="52118" y="211878"/>
                      <a:pt x="18451" y="216069"/>
                    </a:cubicBezTo>
                    <a:lnTo>
                      <a:pt x="13220" y="189061"/>
                    </a:lnTo>
                    <a:cubicBezTo>
                      <a:pt x="37472" y="185428"/>
                      <a:pt x="53640" y="175277"/>
                      <a:pt x="58871" y="159072"/>
                    </a:cubicBezTo>
                    <a:lnTo>
                      <a:pt x="61914" y="149479"/>
                    </a:lnTo>
                    <a:lnTo>
                      <a:pt x="0" y="0"/>
                    </a:lnTo>
                    <a:lnTo>
                      <a:pt x="36426" y="0"/>
                    </a:lnTo>
                    <a:lnTo>
                      <a:pt x="63056" y="68453"/>
                    </a:lnTo>
                    <a:cubicBezTo>
                      <a:pt x="70379" y="87638"/>
                      <a:pt x="78368" y="114368"/>
                      <a:pt x="78368" y="114368"/>
                    </a:cubicBezTo>
                    <a:lnTo>
                      <a:pt x="111179" y="0"/>
                    </a:lnTo>
                    <a:lnTo>
                      <a:pt x="145513" y="0"/>
                    </a:lnTo>
                    <a:lnTo>
                      <a:pt x="93109" y="161214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EF164454-9BB1-72BD-0216-E4BE1859A79E}"/>
                  </a:ext>
                </a:extLst>
              </p:cNvPr>
              <p:cNvSpPr/>
              <p:nvPr/>
            </p:nvSpPr>
            <p:spPr>
              <a:xfrm>
                <a:off x="6629927" y="3351140"/>
                <a:ext cx="147795" cy="158419"/>
              </a:xfrm>
              <a:custGeom>
                <a:avLst/>
                <a:gdLst>
                  <a:gd name="connsiteX0" fmla="*/ 73898 w 147795"/>
                  <a:gd name="connsiteY0" fmla="*/ 158420 h 158419"/>
                  <a:gd name="connsiteX1" fmla="*/ 0 w 147795"/>
                  <a:gd name="connsiteY1" fmla="*/ 78605 h 158419"/>
                  <a:gd name="connsiteX2" fmla="*/ 73898 w 147795"/>
                  <a:gd name="connsiteY2" fmla="*/ 0 h 158419"/>
                  <a:gd name="connsiteX3" fmla="*/ 147795 w 147795"/>
                  <a:gd name="connsiteY3" fmla="*/ 78605 h 158419"/>
                  <a:gd name="connsiteX4" fmla="*/ 73898 w 147795"/>
                  <a:gd name="connsiteY4" fmla="*/ 158420 h 158419"/>
                  <a:gd name="connsiteX5" fmla="*/ 73898 w 147795"/>
                  <a:gd name="connsiteY5" fmla="*/ 26357 h 158419"/>
                  <a:gd name="connsiteX6" fmla="*/ 34714 w 147795"/>
                  <a:gd name="connsiteY6" fmla="*/ 78605 h 158419"/>
                  <a:gd name="connsiteX7" fmla="*/ 73898 w 147795"/>
                  <a:gd name="connsiteY7" fmla="*/ 132063 h 158419"/>
                  <a:gd name="connsiteX8" fmla="*/ 113081 w 147795"/>
                  <a:gd name="connsiteY8" fmla="*/ 78605 h 158419"/>
                  <a:gd name="connsiteX9" fmla="*/ 73898 w 147795"/>
                  <a:gd name="connsiteY9" fmla="*/ 26357 h 158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7795" h="158419">
                    <a:moveTo>
                      <a:pt x="73898" y="158420"/>
                    </a:moveTo>
                    <a:cubicBezTo>
                      <a:pt x="26725" y="158420"/>
                      <a:pt x="0" y="124799"/>
                      <a:pt x="0" y="78605"/>
                    </a:cubicBezTo>
                    <a:cubicBezTo>
                      <a:pt x="0" y="32410"/>
                      <a:pt x="27581" y="0"/>
                      <a:pt x="73898" y="0"/>
                    </a:cubicBezTo>
                    <a:cubicBezTo>
                      <a:pt x="120214" y="0"/>
                      <a:pt x="147795" y="32410"/>
                      <a:pt x="147795" y="78605"/>
                    </a:cubicBezTo>
                    <a:cubicBezTo>
                      <a:pt x="147795" y="124799"/>
                      <a:pt x="120214" y="158420"/>
                      <a:pt x="73898" y="158420"/>
                    </a:cubicBezTo>
                    <a:close/>
                    <a:moveTo>
                      <a:pt x="73898" y="26357"/>
                    </a:moveTo>
                    <a:cubicBezTo>
                      <a:pt x="47838" y="26357"/>
                      <a:pt x="34714" y="47405"/>
                      <a:pt x="34714" y="78605"/>
                    </a:cubicBezTo>
                    <a:cubicBezTo>
                      <a:pt x="34714" y="109804"/>
                      <a:pt x="48504" y="132063"/>
                      <a:pt x="73898" y="132063"/>
                    </a:cubicBezTo>
                    <a:cubicBezTo>
                      <a:pt x="99291" y="132063"/>
                      <a:pt x="113081" y="109897"/>
                      <a:pt x="113081" y="78605"/>
                    </a:cubicBezTo>
                    <a:cubicBezTo>
                      <a:pt x="113081" y="47312"/>
                      <a:pt x="99005" y="26357"/>
                      <a:pt x="73898" y="26357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ECC455C3-C795-7C04-965C-0E4ADE3BA990}"/>
                  </a:ext>
                </a:extLst>
              </p:cNvPr>
              <p:cNvSpPr/>
              <p:nvPr/>
            </p:nvSpPr>
            <p:spPr>
              <a:xfrm>
                <a:off x="6812911" y="3355331"/>
                <a:ext cx="127252" cy="153949"/>
              </a:xfrm>
              <a:custGeom>
                <a:avLst/>
                <a:gdLst>
                  <a:gd name="connsiteX0" fmla="*/ 99957 w 127252"/>
                  <a:gd name="connsiteY0" fmla="*/ 150038 h 153949"/>
                  <a:gd name="connsiteX1" fmla="*/ 97199 w 127252"/>
                  <a:gd name="connsiteY1" fmla="*/ 132622 h 153949"/>
                  <a:gd name="connsiteX2" fmla="*/ 53069 w 127252"/>
                  <a:gd name="connsiteY2" fmla="*/ 153949 h 153949"/>
                  <a:gd name="connsiteX3" fmla="*/ 0 w 127252"/>
                  <a:gd name="connsiteY3" fmla="*/ 95462 h 153949"/>
                  <a:gd name="connsiteX4" fmla="*/ 0 w 127252"/>
                  <a:gd name="connsiteY4" fmla="*/ 0 h 153949"/>
                  <a:gd name="connsiteX5" fmla="*/ 34048 w 127252"/>
                  <a:gd name="connsiteY5" fmla="*/ 0 h 153949"/>
                  <a:gd name="connsiteX6" fmla="*/ 34048 w 127252"/>
                  <a:gd name="connsiteY6" fmla="*/ 90619 h 153949"/>
                  <a:gd name="connsiteX7" fmla="*/ 60107 w 127252"/>
                  <a:gd name="connsiteY7" fmla="*/ 127220 h 153949"/>
                  <a:gd name="connsiteX8" fmla="*/ 91682 w 127252"/>
                  <a:gd name="connsiteY8" fmla="*/ 108035 h 153949"/>
                  <a:gd name="connsiteX9" fmla="*/ 91682 w 127252"/>
                  <a:gd name="connsiteY9" fmla="*/ 0 h 153949"/>
                  <a:gd name="connsiteX10" fmla="*/ 125731 w 127252"/>
                  <a:gd name="connsiteY10" fmla="*/ 0 h 153949"/>
                  <a:gd name="connsiteX11" fmla="*/ 125731 w 127252"/>
                  <a:gd name="connsiteY11" fmla="*/ 123029 h 153949"/>
                  <a:gd name="connsiteX12" fmla="*/ 127252 w 127252"/>
                  <a:gd name="connsiteY12" fmla="*/ 150038 h 153949"/>
                  <a:gd name="connsiteX13" fmla="*/ 99957 w 127252"/>
                  <a:gd name="connsiteY13" fmla="*/ 150038 h 153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7252" h="153949">
                    <a:moveTo>
                      <a:pt x="99957" y="150038"/>
                    </a:moveTo>
                    <a:lnTo>
                      <a:pt x="97199" y="132622"/>
                    </a:lnTo>
                    <a:cubicBezTo>
                      <a:pt x="86452" y="146126"/>
                      <a:pt x="71425" y="153949"/>
                      <a:pt x="53069" y="153949"/>
                    </a:cubicBezTo>
                    <a:cubicBezTo>
                      <a:pt x="15027" y="153949"/>
                      <a:pt x="0" y="131784"/>
                      <a:pt x="0" y="95462"/>
                    </a:cubicBezTo>
                    <a:lnTo>
                      <a:pt x="0" y="0"/>
                    </a:lnTo>
                    <a:lnTo>
                      <a:pt x="34048" y="0"/>
                    </a:lnTo>
                    <a:lnTo>
                      <a:pt x="34048" y="90619"/>
                    </a:lnTo>
                    <a:cubicBezTo>
                      <a:pt x="34048" y="117069"/>
                      <a:pt x="39850" y="127220"/>
                      <a:pt x="60107" y="127220"/>
                    </a:cubicBezTo>
                    <a:cubicBezTo>
                      <a:pt x="76085" y="127220"/>
                      <a:pt x="86452" y="115485"/>
                      <a:pt x="91682" y="108035"/>
                    </a:cubicBezTo>
                    <a:lnTo>
                      <a:pt x="91682" y="0"/>
                    </a:lnTo>
                    <a:lnTo>
                      <a:pt x="125731" y="0"/>
                    </a:lnTo>
                    <a:lnTo>
                      <a:pt x="125731" y="123029"/>
                    </a:lnTo>
                    <a:cubicBezTo>
                      <a:pt x="125731" y="128151"/>
                      <a:pt x="126967" y="144915"/>
                      <a:pt x="127252" y="150038"/>
                    </a:cubicBezTo>
                    <a:lnTo>
                      <a:pt x="99957" y="150038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E175AB6D-C5EA-7CB4-8680-B8E9B99DB6F1}"/>
                  </a:ext>
                </a:extLst>
              </p:cNvPr>
              <p:cNvSpPr/>
              <p:nvPr/>
            </p:nvSpPr>
            <p:spPr>
              <a:xfrm>
                <a:off x="6980013" y="3351140"/>
                <a:ext cx="93204" cy="154228"/>
              </a:xfrm>
              <a:custGeom>
                <a:avLst/>
                <a:gdLst>
                  <a:gd name="connsiteX0" fmla="*/ 83123 w 93204"/>
                  <a:gd name="connsiteY0" fmla="*/ 37160 h 154228"/>
                  <a:gd name="connsiteX1" fmla="*/ 68381 w 93204"/>
                  <a:gd name="connsiteY1" fmla="*/ 32690 h 154228"/>
                  <a:gd name="connsiteX2" fmla="*/ 35570 w 93204"/>
                  <a:gd name="connsiteY2" fmla="*/ 56066 h 154228"/>
                  <a:gd name="connsiteX3" fmla="*/ 35570 w 93204"/>
                  <a:gd name="connsiteY3" fmla="*/ 154229 h 154228"/>
                  <a:gd name="connsiteX4" fmla="*/ 1521 w 93204"/>
                  <a:gd name="connsiteY4" fmla="*/ 154229 h 154228"/>
                  <a:gd name="connsiteX5" fmla="*/ 1521 w 93204"/>
                  <a:gd name="connsiteY5" fmla="*/ 32410 h 154228"/>
                  <a:gd name="connsiteX6" fmla="*/ 0 w 93204"/>
                  <a:gd name="connsiteY6" fmla="*/ 4191 h 154228"/>
                  <a:gd name="connsiteX7" fmla="*/ 26059 w 93204"/>
                  <a:gd name="connsiteY7" fmla="*/ 4191 h 154228"/>
                  <a:gd name="connsiteX8" fmla="*/ 28817 w 93204"/>
                  <a:gd name="connsiteY8" fmla="*/ 29710 h 154228"/>
                  <a:gd name="connsiteX9" fmla="*/ 77892 w 93204"/>
                  <a:gd name="connsiteY9" fmla="*/ 0 h 154228"/>
                  <a:gd name="connsiteX10" fmla="*/ 93204 w 93204"/>
                  <a:gd name="connsiteY10" fmla="*/ 2421 h 154228"/>
                  <a:gd name="connsiteX11" fmla="*/ 83123 w 93204"/>
                  <a:gd name="connsiteY11" fmla="*/ 37253 h 1542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93204" h="154228">
                    <a:moveTo>
                      <a:pt x="83123" y="37160"/>
                    </a:moveTo>
                    <a:cubicBezTo>
                      <a:pt x="78177" y="34180"/>
                      <a:pt x="73898" y="32690"/>
                      <a:pt x="68381" y="32690"/>
                    </a:cubicBezTo>
                    <a:cubicBezTo>
                      <a:pt x="53640" y="32690"/>
                      <a:pt x="44129" y="42934"/>
                      <a:pt x="35570" y="56066"/>
                    </a:cubicBezTo>
                    <a:lnTo>
                      <a:pt x="35570" y="154229"/>
                    </a:lnTo>
                    <a:lnTo>
                      <a:pt x="1521" y="154229"/>
                    </a:lnTo>
                    <a:lnTo>
                      <a:pt x="1521" y="32410"/>
                    </a:lnTo>
                    <a:cubicBezTo>
                      <a:pt x="1521" y="27288"/>
                      <a:pt x="285" y="9313"/>
                      <a:pt x="0" y="4191"/>
                    </a:cubicBezTo>
                    <a:lnTo>
                      <a:pt x="26059" y="4191"/>
                    </a:lnTo>
                    <a:lnTo>
                      <a:pt x="28817" y="29710"/>
                    </a:lnTo>
                    <a:cubicBezTo>
                      <a:pt x="37091" y="14063"/>
                      <a:pt x="51452" y="0"/>
                      <a:pt x="77892" y="0"/>
                    </a:cubicBezTo>
                    <a:cubicBezTo>
                      <a:pt x="83123" y="0"/>
                      <a:pt x="88924" y="931"/>
                      <a:pt x="93204" y="2421"/>
                    </a:cubicBezTo>
                    <a:lnTo>
                      <a:pt x="83123" y="37253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E8882A07-CEDE-F2C4-EB16-1C82A2C44E06}"/>
                  </a:ext>
                </a:extLst>
              </p:cNvPr>
              <p:cNvSpPr/>
              <p:nvPr/>
            </p:nvSpPr>
            <p:spPr>
              <a:xfrm>
                <a:off x="7192956" y="3351140"/>
                <a:ext cx="218744" cy="154321"/>
              </a:xfrm>
              <a:custGeom>
                <a:avLst/>
                <a:gdLst>
                  <a:gd name="connsiteX0" fmla="*/ 184982 w 218744"/>
                  <a:gd name="connsiteY0" fmla="*/ 154229 h 154321"/>
                  <a:gd name="connsiteX1" fmla="*/ 184982 w 218744"/>
                  <a:gd name="connsiteY1" fmla="*/ 67242 h 154321"/>
                  <a:gd name="connsiteX2" fmla="*/ 157972 w 218744"/>
                  <a:gd name="connsiteY2" fmla="*/ 27288 h 154321"/>
                  <a:gd name="connsiteX3" fmla="*/ 126682 w 218744"/>
                  <a:gd name="connsiteY3" fmla="*/ 47405 h 154321"/>
                  <a:gd name="connsiteX4" fmla="*/ 127252 w 218744"/>
                  <a:gd name="connsiteY4" fmla="*/ 57277 h 154321"/>
                  <a:gd name="connsiteX5" fmla="*/ 127252 w 218744"/>
                  <a:gd name="connsiteY5" fmla="*/ 154229 h 154321"/>
                  <a:gd name="connsiteX6" fmla="*/ 93204 w 218744"/>
                  <a:gd name="connsiteY6" fmla="*/ 154229 h 154321"/>
                  <a:gd name="connsiteX7" fmla="*/ 93204 w 218744"/>
                  <a:gd name="connsiteY7" fmla="*/ 67522 h 154321"/>
                  <a:gd name="connsiteX8" fmla="*/ 66194 w 218744"/>
                  <a:gd name="connsiteY8" fmla="*/ 27288 h 154321"/>
                  <a:gd name="connsiteX9" fmla="*/ 35570 w 218744"/>
                  <a:gd name="connsiteY9" fmla="*/ 47405 h 154321"/>
                  <a:gd name="connsiteX10" fmla="*/ 35570 w 218744"/>
                  <a:gd name="connsiteY10" fmla="*/ 154229 h 154321"/>
                  <a:gd name="connsiteX11" fmla="*/ 1522 w 218744"/>
                  <a:gd name="connsiteY11" fmla="*/ 154229 h 154321"/>
                  <a:gd name="connsiteX12" fmla="*/ 1522 w 218744"/>
                  <a:gd name="connsiteY12" fmla="*/ 31200 h 154321"/>
                  <a:gd name="connsiteX13" fmla="*/ 0 w 218744"/>
                  <a:gd name="connsiteY13" fmla="*/ 4191 h 154321"/>
                  <a:gd name="connsiteX14" fmla="*/ 26630 w 218744"/>
                  <a:gd name="connsiteY14" fmla="*/ 4191 h 154321"/>
                  <a:gd name="connsiteX15" fmla="*/ 29958 w 218744"/>
                  <a:gd name="connsiteY15" fmla="*/ 22818 h 154321"/>
                  <a:gd name="connsiteX16" fmla="*/ 72281 w 218744"/>
                  <a:gd name="connsiteY16" fmla="*/ 0 h 154321"/>
                  <a:gd name="connsiteX17" fmla="*/ 118217 w 218744"/>
                  <a:gd name="connsiteY17" fmla="*/ 24028 h 154321"/>
                  <a:gd name="connsiteX18" fmla="*/ 164154 w 218744"/>
                  <a:gd name="connsiteY18" fmla="*/ 0 h 154321"/>
                  <a:gd name="connsiteX19" fmla="*/ 218745 w 218744"/>
                  <a:gd name="connsiteY19" fmla="*/ 68453 h 154321"/>
                  <a:gd name="connsiteX20" fmla="*/ 218745 w 218744"/>
                  <a:gd name="connsiteY20" fmla="*/ 154322 h 154321"/>
                  <a:gd name="connsiteX21" fmla="*/ 184697 w 218744"/>
                  <a:gd name="connsiteY21" fmla="*/ 154322 h 1543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18744" h="154321">
                    <a:moveTo>
                      <a:pt x="184982" y="154229"/>
                    </a:moveTo>
                    <a:lnTo>
                      <a:pt x="184982" y="67242"/>
                    </a:lnTo>
                    <a:cubicBezTo>
                      <a:pt x="184982" y="42655"/>
                      <a:pt x="179180" y="27288"/>
                      <a:pt x="157972" y="27288"/>
                    </a:cubicBezTo>
                    <a:cubicBezTo>
                      <a:pt x="144181" y="27288"/>
                      <a:pt x="133719" y="37160"/>
                      <a:pt x="126682" y="47405"/>
                    </a:cubicBezTo>
                    <a:cubicBezTo>
                      <a:pt x="126967" y="50106"/>
                      <a:pt x="127252" y="54297"/>
                      <a:pt x="127252" y="57277"/>
                    </a:cubicBezTo>
                    <a:lnTo>
                      <a:pt x="127252" y="154229"/>
                    </a:lnTo>
                    <a:lnTo>
                      <a:pt x="93204" y="154229"/>
                    </a:lnTo>
                    <a:lnTo>
                      <a:pt x="93204" y="67522"/>
                    </a:lnTo>
                    <a:cubicBezTo>
                      <a:pt x="93204" y="41724"/>
                      <a:pt x="88639" y="27288"/>
                      <a:pt x="66194" y="27288"/>
                    </a:cubicBezTo>
                    <a:cubicBezTo>
                      <a:pt x="53355" y="27288"/>
                      <a:pt x="42322" y="38092"/>
                      <a:pt x="35570" y="47405"/>
                    </a:cubicBezTo>
                    <a:lnTo>
                      <a:pt x="35570" y="154229"/>
                    </a:lnTo>
                    <a:lnTo>
                      <a:pt x="1522" y="154229"/>
                    </a:lnTo>
                    <a:lnTo>
                      <a:pt x="1522" y="31200"/>
                    </a:lnTo>
                    <a:cubicBezTo>
                      <a:pt x="1522" y="26077"/>
                      <a:pt x="285" y="9313"/>
                      <a:pt x="0" y="4191"/>
                    </a:cubicBezTo>
                    <a:lnTo>
                      <a:pt x="26630" y="4191"/>
                    </a:lnTo>
                    <a:lnTo>
                      <a:pt x="29958" y="22818"/>
                    </a:lnTo>
                    <a:cubicBezTo>
                      <a:pt x="40991" y="9872"/>
                      <a:pt x="55067" y="0"/>
                      <a:pt x="72281" y="0"/>
                    </a:cubicBezTo>
                    <a:cubicBezTo>
                      <a:pt x="96153" y="0"/>
                      <a:pt x="109087" y="9034"/>
                      <a:pt x="118217" y="24028"/>
                    </a:cubicBezTo>
                    <a:cubicBezTo>
                      <a:pt x="128013" y="11083"/>
                      <a:pt x="142755" y="0"/>
                      <a:pt x="164154" y="0"/>
                    </a:cubicBezTo>
                    <a:cubicBezTo>
                      <a:pt x="202481" y="0"/>
                      <a:pt x="218745" y="20676"/>
                      <a:pt x="218745" y="68453"/>
                    </a:cubicBezTo>
                    <a:lnTo>
                      <a:pt x="218745" y="154322"/>
                    </a:lnTo>
                    <a:lnTo>
                      <a:pt x="184697" y="15432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53036D35-1CC5-15E9-F5B6-E44D29C10D02}"/>
                  </a:ext>
                </a:extLst>
              </p:cNvPr>
              <p:cNvSpPr/>
              <p:nvPr/>
            </p:nvSpPr>
            <p:spPr>
              <a:xfrm>
                <a:off x="7454879" y="3289300"/>
                <a:ext cx="36425" cy="216069"/>
              </a:xfrm>
              <a:custGeom>
                <a:avLst/>
                <a:gdLst>
                  <a:gd name="connsiteX0" fmla="*/ 0 w 36425"/>
                  <a:gd name="connsiteY0" fmla="*/ 32969 h 216069"/>
                  <a:gd name="connsiteX1" fmla="*/ 0 w 36425"/>
                  <a:gd name="connsiteY1" fmla="*/ 0 h 216069"/>
                  <a:gd name="connsiteX2" fmla="*/ 36426 w 36425"/>
                  <a:gd name="connsiteY2" fmla="*/ 0 h 216069"/>
                  <a:gd name="connsiteX3" fmla="*/ 36426 w 36425"/>
                  <a:gd name="connsiteY3" fmla="*/ 32969 h 216069"/>
                  <a:gd name="connsiteX4" fmla="*/ 0 w 36425"/>
                  <a:gd name="connsiteY4" fmla="*/ 32969 h 216069"/>
                  <a:gd name="connsiteX5" fmla="*/ 1236 w 36425"/>
                  <a:gd name="connsiteY5" fmla="*/ 216069 h 216069"/>
                  <a:gd name="connsiteX6" fmla="*/ 1236 w 36425"/>
                  <a:gd name="connsiteY6" fmla="*/ 66032 h 216069"/>
                  <a:gd name="connsiteX7" fmla="*/ 35284 w 36425"/>
                  <a:gd name="connsiteY7" fmla="*/ 66032 h 216069"/>
                  <a:gd name="connsiteX8" fmla="*/ 35284 w 36425"/>
                  <a:gd name="connsiteY8" fmla="*/ 216069 h 216069"/>
                  <a:gd name="connsiteX9" fmla="*/ 1236 w 36425"/>
                  <a:gd name="connsiteY9" fmla="*/ 216069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6425" h="216069">
                    <a:moveTo>
                      <a:pt x="0" y="32969"/>
                    </a:moveTo>
                    <a:lnTo>
                      <a:pt x="0" y="0"/>
                    </a:lnTo>
                    <a:lnTo>
                      <a:pt x="36426" y="0"/>
                    </a:lnTo>
                    <a:lnTo>
                      <a:pt x="36426" y="32969"/>
                    </a:lnTo>
                    <a:lnTo>
                      <a:pt x="0" y="32969"/>
                    </a:lnTo>
                    <a:close/>
                    <a:moveTo>
                      <a:pt x="1236" y="216069"/>
                    </a:moveTo>
                    <a:lnTo>
                      <a:pt x="1236" y="66032"/>
                    </a:lnTo>
                    <a:lnTo>
                      <a:pt x="35284" y="66032"/>
                    </a:lnTo>
                    <a:lnTo>
                      <a:pt x="35284" y="216069"/>
                    </a:lnTo>
                    <a:lnTo>
                      <a:pt x="1236" y="21606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841BED6-ABF8-2329-F5D0-8EF2FFB404EE}"/>
                  </a:ext>
                </a:extLst>
              </p:cNvPr>
              <p:cNvSpPr/>
              <p:nvPr/>
            </p:nvSpPr>
            <p:spPr>
              <a:xfrm>
                <a:off x="7520502" y="3351326"/>
                <a:ext cx="120689" cy="157954"/>
              </a:xfrm>
              <a:custGeom>
                <a:avLst/>
                <a:gdLst>
                  <a:gd name="connsiteX0" fmla="*/ 61914 w 120689"/>
                  <a:gd name="connsiteY0" fmla="*/ 157954 h 157954"/>
                  <a:gd name="connsiteX1" fmla="*/ 0 w 120689"/>
                  <a:gd name="connsiteY1" fmla="*/ 139048 h 157954"/>
                  <a:gd name="connsiteX2" fmla="*/ 15598 w 120689"/>
                  <a:gd name="connsiteY2" fmla="*/ 115299 h 157954"/>
                  <a:gd name="connsiteX3" fmla="*/ 60678 w 120689"/>
                  <a:gd name="connsiteY3" fmla="*/ 131784 h 157954"/>
                  <a:gd name="connsiteX4" fmla="*/ 85786 w 120689"/>
                  <a:gd name="connsiteY4" fmla="*/ 115020 h 157954"/>
                  <a:gd name="connsiteX5" fmla="*/ 55732 w 120689"/>
                  <a:gd name="connsiteY5" fmla="*/ 91271 h 157954"/>
                  <a:gd name="connsiteX6" fmla="*/ 6372 w 120689"/>
                  <a:gd name="connsiteY6" fmla="*/ 44145 h 157954"/>
                  <a:gd name="connsiteX7" fmla="*/ 64577 w 120689"/>
                  <a:gd name="connsiteY7" fmla="*/ 0 h 157954"/>
                  <a:gd name="connsiteX8" fmla="*/ 118788 w 120689"/>
                  <a:gd name="connsiteY8" fmla="*/ 16205 h 157954"/>
                  <a:gd name="connsiteX9" fmla="*/ 104427 w 120689"/>
                  <a:gd name="connsiteY9" fmla="*/ 39302 h 157954"/>
                  <a:gd name="connsiteX10" fmla="*/ 65528 w 120689"/>
                  <a:gd name="connsiteY10" fmla="*/ 26077 h 157954"/>
                  <a:gd name="connsiteX11" fmla="*/ 41276 w 120689"/>
                  <a:gd name="connsiteY11" fmla="*/ 41724 h 157954"/>
                  <a:gd name="connsiteX12" fmla="*/ 75895 w 120689"/>
                  <a:gd name="connsiteY12" fmla="*/ 64821 h 157954"/>
                  <a:gd name="connsiteX13" fmla="*/ 120690 w 120689"/>
                  <a:gd name="connsiteY13" fmla="*/ 113716 h 157954"/>
                  <a:gd name="connsiteX14" fmla="*/ 61819 w 120689"/>
                  <a:gd name="connsiteY14" fmla="*/ 157861 h 157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0689" h="157954">
                    <a:moveTo>
                      <a:pt x="61914" y="157954"/>
                    </a:moveTo>
                    <a:cubicBezTo>
                      <a:pt x="33097" y="157954"/>
                      <a:pt x="16263" y="149572"/>
                      <a:pt x="0" y="139048"/>
                    </a:cubicBezTo>
                    <a:lnTo>
                      <a:pt x="15598" y="115299"/>
                    </a:lnTo>
                    <a:cubicBezTo>
                      <a:pt x="28817" y="124612"/>
                      <a:pt x="44129" y="131784"/>
                      <a:pt x="60678" y="131784"/>
                    </a:cubicBezTo>
                    <a:cubicBezTo>
                      <a:pt x="77226" y="131784"/>
                      <a:pt x="85786" y="124612"/>
                      <a:pt x="85786" y="115020"/>
                    </a:cubicBezTo>
                    <a:cubicBezTo>
                      <a:pt x="85786" y="101795"/>
                      <a:pt x="76941" y="96672"/>
                      <a:pt x="55732" y="91271"/>
                    </a:cubicBezTo>
                    <a:cubicBezTo>
                      <a:pt x="32146" y="85310"/>
                      <a:pt x="6372" y="73855"/>
                      <a:pt x="6372" y="44145"/>
                    </a:cubicBezTo>
                    <a:cubicBezTo>
                      <a:pt x="6372" y="16578"/>
                      <a:pt x="30244" y="0"/>
                      <a:pt x="64577" y="0"/>
                    </a:cubicBezTo>
                    <a:cubicBezTo>
                      <a:pt x="86356" y="0"/>
                      <a:pt x="101669" y="4191"/>
                      <a:pt x="118788" y="16205"/>
                    </a:cubicBezTo>
                    <a:lnTo>
                      <a:pt x="104427" y="39302"/>
                    </a:lnTo>
                    <a:cubicBezTo>
                      <a:pt x="91207" y="29430"/>
                      <a:pt x="74659" y="26077"/>
                      <a:pt x="65528" y="26077"/>
                    </a:cubicBezTo>
                    <a:cubicBezTo>
                      <a:pt x="48029" y="26077"/>
                      <a:pt x="41276" y="32410"/>
                      <a:pt x="41276" y="41724"/>
                    </a:cubicBezTo>
                    <a:cubicBezTo>
                      <a:pt x="41276" y="54669"/>
                      <a:pt x="52594" y="58488"/>
                      <a:pt x="75895" y="64821"/>
                    </a:cubicBezTo>
                    <a:cubicBezTo>
                      <a:pt x="95487" y="69943"/>
                      <a:pt x="120690" y="80095"/>
                      <a:pt x="120690" y="113716"/>
                    </a:cubicBezTo>
                    <a:cubicBezTo>
                      <a:pt x="120690" y="144915"/>
                      <a:pt x="90922" y="157861"/>
                      <a:pt x="61819" y="157861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718BB1BB-9167-CB52-82D1-833FD4572766}"/>
                  </a:ext>
                </a:extLst>
              </p:cNvPr>
              <p:cNvSpPr/>
              <p:nvPr/>
            </p:nvSpPr>
            <p:spPr>
              <a:xfrm>
                <a:off x="7658502" y="3351326"/>
                <a:ext cx="120689" cy="157954"/>
              </a:xfrm>
              <a:custGeom>
                <a:avLst/>
                <a:gdLst>
                  <a:gd name="connsiteX0" fmla="*/ 61914 w 120689"/>
                  <a:gd name="connsiteY0" fmla="*/ 157954 h 157954"/>
                  <a:gd name="connsiteX1" fmla="*/ 0 w 120689"/>
                  <a:gd name="connsiteY1" fmla="*/ 139048 h 157954"/>
                  <a:gd name="connsiteX2" fmla="*/ 15597 w 120689"/>
                  <a:gd name="connsiteY2" fmla="*/ 115299 h 157954"/>
                  <a:gd name="connsiteX3" fmla="*/ 60678 w 120689"/>
                  <a:gd name="connsiteY3" fmla="*/ 131784 h 157954"/>
                  <a:gd name="connsiteX4" fmla="*/ 85786 w 120689"/>
                  <a:gd name="connsiteY4" fmla="*/ 115020 h 157954"/>
                  <a:gd name="connsiteX5" fmla="*/ 55732 w 120689"/>
                  <a:gd name="connsiteY5" fmla="*/ 91271 h 157954"/>
                  <a:gd name="connsiteX6" fmla="*/ 6372 w 120689"/>
                  <a:gd name="connsiteY6" fmla="*/ 44145 h 157954"/>
                  <a:gd name="connsiteX7" fmla="*/ 64577 w 120689"/>
                  <a:gd name="connsiteY7" fmla="*/ 0 h 157954"/>
                  <a:gd name="connsiteX8" fmla="*/ 118788 w 120689"/>
                  <a:gd name="connsiteY8" fmla="*/ 16205 h 157954"/>
                  <a:gd name="connsiteX9" fmla="*/ 104427 w 120689"/>
                  <a:gd name="connsiteY9" fmla="*/ 39302 h 157954"/>
                  <a:gd name="connsiteX10" fmla="*/ 65528 w 120689"/>
                  <a:gd name="connsiteY10" fmla="*/ 26077 h 157954"/>
                  <a:gd name="connsiteX11" fmla="*/ 41276 w 120689"/>
                  <a:gd name="connsiteY11" fmla="*/ 41724 h 157954"/>
                  <a:gd name="connsiteX12" fmla="*/ 75895 w 120689"/>
                  <a:gd name="connsiteY12" fmla="*/ 64821 h 157954"/>
                  <a:gd name="connsiteX13" fmla="*/ 120690 w 120689"/>
                  <a:gd name="connsiteY13" fmla="*/ 113716 h 157954"/>
                  <a:gd name="connsiteX14" fmla="*/ 61819 w 120689"/>
                  <a:gd name="connsiteY14" fmla="*/ 157861 h 157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0689" h="157954">
                    <a:moveTo>
                      <a:pt x="61914" y="157954"/>
                    </a:moveTo>
                    <a:cubicBezTo>
                      <a:pt x="33097" y="157954"/>
                      <a:pt x="16263" y="149572"/>
                      <a:pt x="0" y="139048"/>
                    </a:cubicBezTo>
                    <a:lnTo>
                      <a:pt x="15597" y="115299"/>
                    </a:lnTo>
                    <a:cubicBezTo>
                      <a:pt x="28817" y="124612"/>
                      <a:pt x="44129" y="131784"/>
                      <a:pt x="60678" y="131784"/>
                    </a:cubicBezTo>
                    <a:cubicBezTo>
                      <a:pt x="77226" y="131784"/>
                      <a:pt x="85786" y="124612"/>
                      <a:pt x="85786" y="115020"/>
                    </a:cubicBezTo>
                    <a:cubicBezTo>
                      <a:pt x="85786" y="101795"/>
                      <a:pt x="76941" y="96672"/>
                      <a:pt x="55732" y="91271"/>
                    </a:cubicBezTo>
                    <a:cubicBezTo>
                      <a:pt x="32146" y="85310"/>
                      <a:pt x="6372" y="73855"/>
                      <a:pt x="6372" y="44145"/>
                    </a:cubicBezTo>
                    <a:cubicBezTo>
                      <a:pt x="6372" y="16578"/>
                      <a:pt x="30244" y="0"/>
                      <a:pt x="64577" y="0"/>
                    </a:cubicBezTo>
                    <a:cubicBezTo>
                      <a:pt x="86356" y="0"/>
                      <a:pt x="101669" y="4191"/>
                      <a:pt x="118788" y="16205"/>
                    </a:cubicBezTo>
                    <a:lnTo>
                      <a:pt x="104427" y="39302"/>
                    </a:lnTo>
                    <a:cubicBezTo>
                      <a:pt x="91207" y="29430"/>
                      <a:pt x="74659" y="26077"/>
                      <a:pt x="65528" y="26077"/>
                    </a:cubicBezTo>
                    <a:cubicBezTo>
                      <a:pt x="48029" y="26077"/>
                      <a:pt x="41276" y="32410"/>
                      <a:pt x="41276" y="41724"/>
                    </a:cubicBezTo>
                    <a:cubicBezTo>
                      <a:pt x="41276" y="54669"/>
                      <a:pt x="52594" y="58488"/>
                      <a:pt x="75895" y="64821"/>
                    </a:cubicBezTo>
                    <a:cubicBezTo>
                      <a:pt x="95487" y="69943"/>
                      <a:pt x="120690" y="80095"/>
                      <a:pt x="120690" y="113716"/>
                    </a:cubicBezTo>
                    <a:cubicBezTo>
                      <a:pt x="120690" y="144915"/>
                      <a:pt x="90922" y="157861"/>
                      <a:pt x="61819" y="157861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D271D346-9F5D-8CE2-049B-DDBFBF518178}"/>
                  </a:ext>
                </a:extLst>
              </p:cNvPr>
              <p:cNvSpPr/>
              <p:nvPr/>
            </p:nvSpPr>
            <p:spPr>
              <a:xfrm>
                <a:off x="7812954" y="3289300"/>
                <a:ext cx="36425" cy="216069"/>
              </a:xfrm>
              <a:custGeom>
                <a:avLst/>
                <a:gdLst>
                  <a:gd name="connsiteX0" fmla="*/ 0 w 36425"/>
                  <a:gd name="connsiteY0" fmla="*/ 32969 h 216069"/>
                  <a:gd name="connsiteX1" fmla="*/ 0 w 36425"/>
                  <a:gd name="connsiteY1" fmla="*/ 0 h 216069"/>
                  <a:gd name="connsiteX2" fmla="*/ 36426 w 36425"/>
                  <a:gd name="connsiteY2" fmla="*/ 0 h 216069"/>
                  <a:gd name="connsiteX3" fmla="*/ 36426 w 36425"/>
                  <a:gd name="connsiteY3" fmla="*/ 32969 h 216069"/>
                  <a:gd name="connsiteX4" fmla="*/ 0 w 36425"/>
                  <a:gd name="connsiteY4" fmla="*/ 32969 h 216069"/>
                  <a:gd name="connsiteX5" fmla="*/ 1236 w 36425"/>
                  <a:gd name="connsiteY5" fmla="*/ 216069 h 216069"/>
                  <a:gd name="connsiteX6" fmla="*/ 1236 w 36425"/>
                  <a:gd name="connsiteY6" fmla="*/ 66032 h 216069"/>
                  <a:gd name="connsiteX7" fmla="*/ 35284 w 36425"/>
                  <a:gd name="connsiteY7" fmla="*/ 66032 h 216069"/>
                  <a:gd name="connsiteX8" fmla="*/ 35284 w 36425"/>
                  <a:gd name="connsiteY8" fmla="*/ 216069 h 216069"/>
                  <a:gd name="connsiteX9" fmla="*/ 1236 w 36425"/>
                  <a:gd name="connsiteY9" fmla="*/ 216069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6425" h="216069">
                    <a:moveTo>
                      <a:pt x="0" y="32969"/>
                    </a:moveTo>
                    <a:lnTo>
                      <a:pt x="0" y="0"/>
                    </a:lnTo>
                    <a:lnTo>
                      <a:pt x="36426" y="0"/>
                    </a:lnTo>
                    <a:lnTo>
                      <a:pt x="36426" y="32969"/>
                    </a:lnTo>
                    <a:lnTo>
                      <a:pt x="0" y="32969"/>
                    </a:lnTo>
                    <a:close/>
                    <a:moveTo>
                      <a:pt x="1236" y="216069"/>
                    </a:moveTo>
                    <a:lnTo>
                      <a:pt x="1236" y="66032"/>
                    </a:lnTo>
                    <a:lnTo>
                      <a:pt x="35284" y="66032"/>
                    </a:lnTo>
                    <a:lnTo>
                      <a:pt x="35284" y="216069"/>
                    </a:lnTo>
                    <a:lnTo>
                      <a:pt x="1236" y="21606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FEE0B6C9-D84D-98BE-30E2-B02334C78B58}"/>
                  </a:ext>
                </a:extLst>
              </p:cNvPr>
              <p:cNvSpPr/>
              <p:nvPr/>
            </p:nvSpPr>
            <p:spPr>
              <a:xfrm>
                <a:off x="7884664" y="3351140"/>
                <a:ext cx="147795" cy="158419"/>
              </a:xfrm>
              <a:custGeom>
                <a:avLst/>
                <a:gdLst>
                  <a:gd name="connsiteX0" fmla="*/ 73898 w 147795"/>
                  <a:gd name="connsiteY0" fmla="*/ 158420 h 158419"/>
                  <a:gd name="connsiteX1" fmla="*/ 0 w 147795"/>
                  <a:gd name="connsiteY1" fmla="*/ 78605 h 158419"/>
                  <a:gd name="connsiteX2" fmla="*/ 73898 w 147795"/>
                  <a:gd name="connsiteY2" fmla="*/ 0 h 158419"/>
                  <a:gd name="connsiteX3" fmla="*/ 147795 w 147795"/>
                  <a:gd name="connsiteY3" fmla="*/ 78605 h 158419"/>
                  <a:gd name="connsiteX4" fmla="*/ 73898 w 147795"/>
                  <a:gd name="connsiteY4" fmla="*/ 158420 h 158419"/>
                  <a:gd name="connsiteX5" fmla="*/ 73898 w 147795"/>
                  <a:gd name="connsiteY5" fmla="*/ 26357 h 158419"/>
                  <a:gd name="connsiteX6" fmla="*/ 34714 w 147795"/>
                  <a:gd name="connsiteY6" fmla="*/ 78605 h 158419"/>
                  <a:gd name="connsiteX7" fmla="*/ 73898 w 147795"/>
                  <a:gd name="connsiteY7" fmla="*/ 132063 h 158419"/>
                  <a:gd name="connsiteX8" fmla="*/ 113081 w 147795"/>
                  <a:gd name="connsiteY8" fmla="*/ 78605 h 158419"/>
                  <a:gd name="connsiteX9" fmla="*/ 73898 w 147795"/>
                  <a:gd name="connsiteY9" fmla="*/ 26357 h 158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7795" h="158419">
                    <a:moveTo>
                      <a:pt x="73898" y="158420"/>
                    </a:moveTo>
                    <a:cubicBezTo>
                      <a:pt x="26725" y="158420"/>
                      <a:pt x="0" y="124799"/>
                      <a:pt x="0" y="78605"/>
                    </a:cubicBezTo>
                    <a:cubicBezTo>
                      <a:pt x="0" y="32410"/>
                      <a:pt x="27581" y="0"/>
                      <a:pt x="73898" y="0"/>
                    </a:cubicBezTo>
                    <a:cubicBezTo>
                      <a:pt x="120214" y="0"/>
                      <a:pt x="147795" y="32410"/>
                      <a:pt x="147795" y="78605"/>
                    </a:cubicBezTo>
                    <a:cubicBezTo>
                      <a:pt x="147795" y="124799"/>
                      <a:pt x="120214" y="158420"/>
                      <a:pt x="73898" y="158420"/>
                    </a:cubicBezTo>
                    <a:close/>
                    <a:moveTo>
                      <a:pt x="73898" y="26357"/>
                    </a:moveTo>
                    <a:cubicBezTo>
                      <a:pt x="47838" y="26357"/>
                      <a:pt x="34714" y="47405"/>
                      <a:pt x="34714" y="78605"/>
                    </a:cubicBezTo>
                    <a:cubicBezTo>
                      <a:pt x="34714" y="109804"/>
                      <a:pt x="48504" y="132063"/>
                      <a:pt x="73898" y="132063"/>
                    </a:cubicBezTo>
                    <a:cubicBezTo>
                      <a:pt x="99291" y="132063"/>
                      <a:pt x="113081" y="109897"/>
                      <a:pt x="113081" y="78605"/>
                    </a:cubicBezTo>
                    <a:cubicBezTo>
                      <a:pt x="113081" y="47312"/>
                      <a:pt x="99006" y="26357"/>
                      <a:pt x="73898" y="26357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F8949388-4EC7-221A-73F4-78E292D4D461}"/>
                  </a:ext>
                </a:extLst>
              </p:cNvPr>
              <p:cNvSpPr/>
              <p:nvPr/>
            </p:nvSpPr>
            <p:spPr>
              <a:xfrm>
                <a:off x="8066222" y="3351140"/>
                <a:ext cx="130105" cy="154228"/>
              </a:xfrm>
              <a:custGeom>
                <a:avLst/>
                <a:gdLst>
                  <a:gd name="connsiteX0" fmla="*/ 96248 w 130105"/>
                  <a:gd name="connsiteY0" fmla="*/ 154229 h 154228"/>
                  <a:gd name="connsiteX1" fmla="*/ 96248 w 130105"/>
                  <a:gd name="connsiteY1" fmla="*/ 67242 h 154228"/>
                  <a:gd name="connsiteX2" fmla="*/ 67716 w 130105"/>
                  <a:gd name="connsiteY2" fmla="*/ 27288 h 154228"/>
                  <a:gd name="connsiteX3" fmla="*/ 35570 w 130105"/>
                  <a:gd name="connsiteY3" fmla="*/ 47684 h 154228"/>
                  <a:gd name="connsiteX4" fmla="*/ 35570 w 130105"/>
                  <a:gd name="connsiteY4" fmla="*/ 154229 h 154228"/>
                  <a:gd name="connsiteX5" fmla="*/ 1522 w 130105"/>
                  <a:gd name="connsiteY5" fmla="*/ 154229 h 154228"/>
                  <a:gd name="connsiteX6" fmla="*/ 1522 w 130105"/>
                  <a:gd name="connsiteY6" fmla="*/ 31200 h 154228"/>
                  <a:gd name="connsiteX7" fmla="*/ 0 w 130105"/>
                  <a:gd name="connsiteY7" fmla="*/ 4191 h 154228"/>
                  <a:gd name="connsiteX8" fmla="*/ 26630 w 130105"/>
                  <a:gd name="connsiteY8" fmla="*/ 4191 h 154228"/>
                  <a:gd name="connsiteX9" fmla="*/ 29958 w 130105"/>
                  <a:gd name="connsiteY9" fmla="*/ 23376 h 154228"/>
                  <a:gd name="connsiteX10" fmla="*/ 75895 w 130105"/>
                  <a:gd name="connsiteY10" fmla="*/ 0 h 154228"/>
                  <a:gd name="connsiteX11" fmla="*/ 130105 w 130105"/>
                  <a:gd name="connsiteY11" fmla="*/ 69291 h 154228"/>
                  <a:gd name="connsiteX12" fmla="*/ 130105 w 130105"/>
                  <a:gd name="connsiteY12" fmla="*/ 154229 h 154228"/>
                  <a:gd name="connsiteX13" fmla="*/ 96057 w 130105"/>
                  <a:gd name="connsiteY13" fmla="*/ 154229 h 1542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30105" h="154228">
                    <a:moveTo>
                      <a:pt x="96248" y="154229"/>
                    </a:moveTo>
                    <a:lnTo>
                      <a:pt x="96248" y="67242"/>
                    </a:lnTo>
                    <a:cubicBezTo>
                      <a:pt x="96248" y="42934"/>
                      <a:pt x="91017" y="27288"/>
                      <a:pt x="67716" y="27288"/>
                    </a:cubicBezTo>
                    <a:cubicBezTo>
                      <a:pt x="53925" y="27288"/>
                      <a:pt x="43178" y="37533"/>
                      <a:pt x="35570" y="47684"/>
                    </a:cubicBezTo>
                    <a:lnTo>
                      <a:pt x="35570" y="154229"/>
                    </a:lnTo>
                    <a:lnTo>
                      <a:pt x="1522" y="154229"/>
                    </a:lnTo>
                    <a:lnTo>
                      <a:pt x="1522" y="31200"/>
                    </a:lnTo>
                    <a:cubicBezTo>
                      <a:pt x="1522" y="26077"/>
                      <a:pt x="285" y="9313"/>
                      <a:pt x="0" y="4191"/>
                    </a:cubicBezTo>
                    <a:lnTo>
                      <a:pt x="26630" y="4191"/>
                    </a:lnTo>
                    <a:lnTo>
                      <a:pt x="29958" y="23376"/>
                    </a:lnTo>
                    <a:cubicBezTo>
                      <a:pt x="39184" y="10803"/>
                      <a:pt x="54781" y="0"/>
                      <a:pt x="75895" y="0"/>
                    </a:cubicBezTo>
                    <a:cubicBezTo>
                      <a:pt x="115459" y="0"/>
                      <a:pt x="130105" y="21048"/>
                      <a:pt x="130105" y="69291"/>
                    </a:cubicBezTo>
                    <a:lnTo>
                      <a:pt x="130105" y="154229"/>
                    </a:lnTo>
                    <a:lnTo>
                      <a:pt x="96057" y="15422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</p:grpSp>
      </p:grpSp>
      <p:pic>
        <p:nvPicPr>
          <p:cNvPr id="34" name="Picture 33">
            <a:extLst>
              <a:ext uri="{FF2B5EF4-FFF2-40B4-BE49-F238E27FC236}">
                <a16:creationId xmlns:a16="http://schemas.microsoft.com/office/drawing/2014/main" id="{90397E2C-FDE9-90BC-FAE8-1F9AFEF6822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63379" y="247853"/>
            <a:ext cx="1513752" cy="662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8996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Image Righ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7CA9778-840B-FCF9-C29F-A517C75600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6000" y="1406538"/>
            <a:ext cx="6096000" cy="544988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531A82A-AF92-79CB-9321-C5864AA363A6}"/>
              </a:ext>
            </a:extLst>
          </p:cNvPr>
          <p:cNvSpPr/>
          <p:nvPr userDrawn="1"/>
        </p:nvSpPr>
        <p:spPr>
          <a:xfrm>
            <a:off x="1" y="1209040"/>
            <a:ext cx="6095999" cy="5648960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tx2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641DD1-7679-677C-E5F7-106CA2181E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2913" y="2276475"/>
            <a:ext cx="5284787" cy="2305050"/>
          </a:xfrm>
        </p:spPr>
        <p:txBody>
          <a:bodyPr anchor="b" anchorCtr="0">
            <a:normAutofit/>
          </a:bodyPr>
          <a:lstStyle>
            <a:lvl1pPr algn="l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66" name="Subtitle 2">
            <a:extLst>
              <a:ext uri="{FF2B5EF4-FFF2-40B4-BE49-F238E27FC236}">
                <a16:creationId xmlns:a16="http://schemas.microsoft.com/office/drawing/2014/main" id="{6158DD4A-0AEF-ADF8-8A5B-02CBF2DC58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2914" y="4972430"/>
            <a:ext cx="5284786" cy="307777"/>
          </a:xfrm>
        </p:spPr>
        <p:txBody>
          <a:bodyPr wrap="square" anchor="t" anchorCtr="0">
            <a:sp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DK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9998CC-6814-FFEF-B424-AF2E934738D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98761"/>
            <a:ext cx="12192000" cy="307777"/>
          </a:xfrm>
          <a:prstGeom prst="rect">
            <a:avLst/>
          </a:prstGeom>
        </p:spPr>
      </p:pic>
      <p:grpSp>
        <p:nvGrpSpPr>
          <p:cNvPr id="8" name="Graphic 17">
            <a:extLst>
              <a:ext uri="{FF2B5EF4-FFF2-40B4-BE49-F238E27FC236}">
                <a16:creationId xmlns:a16="http://schemas.microsoft.com/office/drawing/2014/main" id="{B14FF746-78E4-8618-63A9-7A020F6FAC24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9103088" y="6458998"/>
            <a:ext cx="2646000" cy="177687"/>
            <a:chOff x="3994150" y="3289300"/>
            <a:chExt cx="4202178" cy="282193"/>
          </a:xfrm>
          <a:solidFill>
            <a:schemeClr val="bg1"/>
          </a:solidFill>
        </p:grpSpPr>
        <p:grpSp>
          <p:nvGrpSpPr>
            <p:cNvPr id="9" name="Graphic 17">
              <a:extLst>
                <a:ext uri="{FF2B5EF4-FFF2-40B4-BE49-F238E27FC236}">
                  <a16:creationId xmlns:a16="http://schemas.microsoft.com/office/drawing/2014/main" id="{1F19BF73-E82E-E79C-3684-B353EECE8E98}"/>
                </a:ext>
              </a:extLst>
            </p:cNvPr>
            <p:cNvGrpSpPr/>
            <p:nvPr/>
          </p:nvGrpSpPr>
          <p:grpSpPr>
            <a:xfrm>
              <a:off x="3994150" y="3289300"/>
              <a:ext cx="2355593" cy="276140"/>
              <a:chOff x="3994150" y="3289300"/>
              <a:chExt cx="2355593" cy="276140"/>
            </a:xfrm>
            <a:grpFill/>
          </p:grpSpPr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E4F0DD8B-ADEC-32AE-8E02-83141998B01F}"/>
                  </a:ext>
                </a:extLst>
              </p:cNvPr>
              <p:cNvSpPr/>
              <p:nvPr/>
            </p:nvSpPr>
            <p:spPr>
              <a:xfrm>
                <a:off x="3994150" y="3293770"/>
                <a:ext cx="153596" cy="211598"/>
              </a:xfrm>
              <a:custGeom>
                <a:avLst/>
                <a:gdLst>
                  <a:gd name="connsiteX0" fmla="*/ 86452 w 153596"/>
                  <a:gd name="connsiteY0" fmla="*/ 16857 h 211598"/>
                  <a:gd name="connsiteX1" fmla="*/ 86452 w 153596"/>
                  <a:gd name="connsiteY1" fmla="*/ 211599 h 211598"/>
                  <a:gd name="connsiteX2" fmla="*/ 67145 w 153596"/>
                  <a:gd name="connsiteY2" fmla="*/ 211599 h 211598"/>
                  <a:gd name="connsiteX3" fmla="*/ 67145 w 153596"/>
                  <a:gd name="connsiteY3" fmla="*/ 16857 h 211598"/>
                  <a:gd name="connsiteX4" fmla="*/ 0 w 153596"/>
                  <a:gd name="connsiteY4" fmla="*/ 16857 h 211598"/>
                  <a:gd name="connsiteX5" fmla="*/ 0 w 153596"/>
                  <a:gd name="connsiteY5" fmla="*/ 0 h 211598"/>
                  <a:gd name="connsiteX6" fmla="*/ 153597 w 153596"/>
                  <a:gd name="connsiteY6" fmla="*/ 0 h 211598"/>
                  <a:gd name="connsiteX7" fmla="*/ 153597 w 153596"/>
                  <a:gd name="connsiteY7" fmla="*/ 16764 h 211598"/>
                  <a:gd name="connsiteX8" fmla="*/ 86452 w 153596"/>
                  <a:gd name="connsiteY8" fmla="*/ 16764 h 2115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3596" h="211598">
                    <a:moveTo>
                      <a:pt x="86452" y="16857"/>
                    </a:moveTo>
                    <a:lnTo>
                      <a:pt x="86452" y="211599"/>
                    </a:lnTo>
                    <a:lnTo>
                      <a:pt x="67145" y="211599"/>
                    </a:lnTo>
                    <a:lnTo>
                      <a:pt x="67145" y="16857"/>
                    </a:lnTo>
                    <a:lnTo>
                      <a:pt x="0" y="16857"/>
                    </a:lnTo>
                    <a:lnTo>
                      <a:pt x="0" y="0"/>
                    </a:lnTo>
                    <a:lnTo>
                      <a:pt x="153597" y="0"/>
                    </a:lnTo>
                    <a:lnTo>
                      <a:pt x="153597" y="16764"/>
                    </a:lnTo>
                    <a:lnTo>
                      <a:pt x="86452" y="16764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CD8E65AB-3424-EB06-8714-53D4439F2A32}"/>
                  </a:ext>
                </a:extLst>
              </p:cNvPr>
              <p:cNvSpPr/>
              <p:nvPr/>
            </p:nvSpPr>
            <p:spPr>
              <a:xfrm>
                <a:off x="4182936" y="3289300"/>
                <a:ext cx="113461" cy="216162"/>
              </a:xfrm>
              <a:custGeom>
                <a:avLst/>
                <a:gdLst>
                  <a:gd name="connsiteX0" fmla="*/ 94726 w 113461"/>
                  <a:gd name="connsiteY0" fmla="*/ 216069 h 216162"/>
                  <a:gd name="connsiteX1" fmla="*/ 94726 w 113461"/>
                  <a:gd name="connsiteY1" fmla="*/ 120701 h 216162"/>
                  <a:gd name="connsiteX2" fmla="*/ 58586 w 113461"/>
                  <a:gd name="connsiteY2" fmla="*/ 78418 h 216162"/>
                  <a:gd name="connsiteX3" fmla="*/ 18736 w 113461"/>
                  <a:gd name="connsiteY3" fmla="*/ 102726 h 216162"/>
                  <a:gd name="connsiteX4" fmla="*/ 18736 w 113461"/>
                  <a:gd name="connsiteY4" fmla="*/ 216162 h 216162"/>
                  <a:gd name="connsiteX5" fmla="*/ 0 w 113461"/>
                  <a:gd name="connsiteY5" fmla="*/ 216162 h 216162"/>
                  <a:gd name="connsiteX6" fmla="*/ 0 w 113461"/>
                  <a:gd name="connsiteY6" fmla="*/ 0 h 216162"/>
                  <a:gd name="connsiteX7" fmla="*/ 18736 w 113461"/>
                  <a:gd name="connsiteY7" fmla="*/ 0 h 216162"/>
                  <a:gd name="connsiteX8" fmla="*/ 18736 w 113461"/>
                  <a:gd name="connsiteY8" fmla="*/ 84658 h 216162"/>
                  <a:gd name="connsiteX9" fmla="*/ 62580 w 113461"/>
                  <a:gd name="connsiteY9" fmla="*/ 62772 h 216162"/>
                  <a:gd name="connsiteX10" fmla="*/ 113462 w 113461"/>
                  <a:gd name="connsiteY10" fmla="*/ 122191 h 216162"/>
                  <a:gd name="connsiteX11" fmla="*/ 113462 w 113461"/>
                  <a:gd name="connsiteY11" fmla="*/ 216162 h 216162"/>
                  <a:gd name="connsiteX12" fmla="*/ 94726 w 113461"/>
                  <a:gd name="connsiteY12" fmla="*/ 216162 h 216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3461" h="216162">
                    <a:moveTo>
                      <a:pt x="94726" y="216069"/>
                    </a:moveTo>
                    <a:lnTo>
                      <a:pt x="94726" y="120701"/>
                    </a:lnTo>
                    <a:cubicBezTo>
                      <a:pt x="94726" y="93133"/>
                      <a:pt x="83694" y="78418"/>
                      <a:pt x="58586" y="78418"/>
                    </a:cubicBezTo>
                    <a:cubicBezTo>
                      <a:pt x="39850" y="78418"/>
                      <a:pt x="26725" y="90991"/>
                      <a:pt x="18736" y="102726"/>
                    </a:cubicBezTo>
                    <a:lnTo>
                      <a:pt x="18736" y="216162"/>
                    </a:lnTo>
                    <a:lnTo>
                      <a:pt x="0" y="216162"/>
                    </a:lnTo>
                    <a:lnTo>
                      <a:pt x="0" y="0"/>
                    </a:lnTo>
                    <a:lnTo>
                      <a:pt x="18736" y="0"/>
                    </a:lnTo>
                    <a:lnTo>
                      <a:pt x="18736" y="84658"/>
                    </a:lnTo>
                    <a:cubicBezTo>
                      <a:pt x="28532" y="71713"/>
                      <a:pt x="43844" y="62772"/>
                      <a:pt x="62580" y="62772"/>
                    </a:cubicBezTo>
                    <a:cubicBezTo>
                      <a:pt x="101193" y="62772"/>
                      <a:pt x="113462" y="86800"/>
                      <a:pt x="113462" y="122191"/>
                    </a:cubicBezTo>
                    <a:lnTo>
                      <a:pt x="113462" y="216162"/>
                    </a:lnTo>
                    <a:lnTo>
                      <a:pt x="94726" y="21616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3A8E3CA4-32DE-7DCA-4909-A4ADD57FF3DE}"/>
                  </a:ext>
                </a:extLst>
              </p:cNvPr>
              <p:cNvSpPr/>
              <p:nvPr/>
            </p:nvSpPr>
            <p:spPr>
              <a:xfrm>
                <a:off x="4338434" y="3352071"/>
                <a:ext cx="128108" cy="156650"/>
              </a:xfrm>
              <a:custGeom>
                <a:avLst/>
                <a:gdLst>
                  <a:gd name="connsiteX0" fmla="*/ 19877 w 128108"/>
                  <a:gd name="connsiteY0" fmla="*/ 84006 h 156650"/>
                  <a:gd name="connsiteX1" fmla="*/ 70759 w 128108"/>
                  <a:gd name="connsiteY1" fmla="*/ 141004 h 156650"/>
                  <a:gd name="connsiteX2" fmla="*/ 113937 w 128108"/>
                  <a:gd name="connsiteY2" fmla="*/ 125730 h 156650"/>
                  <a:gd name="connsiteX3" fmla="*/ 123163 w 128108"/>
                  <a:gd name="connsiteY3" fmla="*/ 138303 h 156650"/>
                  <a:gd name="connsiteX4" fmla="*/ 70759 w 128108"/>
                  <a:gd name="connsiteY4" fmla="*/ 156650 h 156650"/>
                  <a:gd name="connsiteX5" fmla="*/ 0 w 128108"/>
                  <a:gd name="connsiteY5" fmla="*/ 79815 h 156650"/>
                  <a:gd name="connsiteX6" fmla="*/ 65623 w 128108"/>
                  <a:gd name="connsiteY6" fmla="*/ 0 h 156650"/>
                  <a:gd name="connsiteX7" fmla="*/ 128108 w 128108"/>
                  <a:gd name="connsiteY7" fmla="*/ 84006 h 156650"/>
                  <a:gd name="connsiteX8" fmla="*/ 19877 w 128108"/>
                  <a:gd name="connsiteY8" fmla="*/ 84006 h 156650"/>
                  <a:gd name="connsiteX9" fmla="*/ 65528 w 128108"/>
                  <a:gd name="connsiteY9" fmla="*/ 14994 h 156650"/>
                  <a:gd name="connsiteX10" fmla="*/ 19877 w 128108"/>
                  <a:gd name="connsiteY10" fmla="*/ 69012 h 156650"/>
                  <a:gd name="connsiteX11" fmla="*/ 108802 w 128108"/>
                  <a:gd name="connsiteY11" fmla="*/ 69012 h 156650"/>
                  <a:gd name="connsiteX12" fmla="*/ 65623 w 128108"/>
                  <a:gd name="connsiteY12" fmla="*/ 14994 h 156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8108" h="156650">
                    <a:moveTo>
                      <a:pt x="19877" y="84006"/>
                    </a:moveTo>
                    <a:cubicBezTo>
                      <a:pt x="21399" y="122377"/>
                      <a:pt x="44700" y="141004"/>
                      <a:pt x="70759" y="141004"/>
                    </a:cubicBezTo>
                    <a:cubicBezTo>
                      <a:pt x="88829" y="141004"/>
                      <a:pt x="103285" y="133833"/>
                      <a:pt x="113937" y="125730"/>
                    </a:cubicBezTo>
                    <a:lnTo>
                      <a:pt x="123163" y="138303"/>
                    </a:lnTo>
                    <a:cubicBezTo>
                      <a:pt x="109087" y="149106"/>
                      <a:pt x="92824" y="156650"/>
                      <a:pt x="70759" y="156650"/>
                    </a:cubicBezTo>
                    <a:cubicBezTo>
                      <a:pt x="30910" y="156650"/>
                      <a:pt x="0" y="129642"/>
                      <a:pt x="0" y="79815"/>
                    </a:cubicBezTo>
                    <a:cubicBezTo>
                      <a:pt x="0" y="26077"/>
                      <a:pt x="31575" y="0"/>
                      <a:pt x="65623" y="0"/>
                    </a:cubicBezTo>
                    <a:cubicBezTo>
                      <a:pt x="113747" y="0"/>
                      <a:pt x="128108" y="36881"/>
                      <a:pt x="128108" y="84006"/>
                    </a:cubicBezTo>
                    <a:lnTo>
                      <a:pt x="19877" y="84006"/>
                    </a:lnTo>
                    <a:close/>
                    <a:moveTo>
                      <a:pt x="65528" y="14994"/>
                    </a:moveTo>
                    <a:cubicBezTo>
                      <a:pt x="40991" y="14994"/>
                      <a:pt x="22350" y="32969"/>
                      <a:pt x="19877" y="69012"/>
                    </a:cubicBezTo>
                    <a:lnTo>
                      <a:pt x="108802" y="69012"/>
                    </a:lnTo>
                    <a:cubicBezTo>
                      <a:pt x="108231" y="32690"/>
                      <a:pt x="92824" y="14994"/>
                      <a:pt x="65623" y="14994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B925DCDB-0990-C578-9AE7-1634BC3601D5}"/>
                  </a:ext>
                </a:extLst>
              </p:cNvPr>
              <p:cNvSpPr/>
              <p:nvPr/>
            </p:nvSpPr>
            <p:spPr>
              <a:xfrm>
                <a:off x="4595317" y="3352071"/>
                <a:ext cx="123828" cy="213368"/>
              </a:xfrm>
              <a:custGeom>
                <a:avLst/>
                <a:gdLst>
                  <a:gd name="connsiteX0" fmla="*/ 62865 w 123828"/>
                  <a:gd name="connsiteY0" fmla="*/ 156650 h 213368"/>
                  <a:gd name="connsiteX1" fmla="*/ 19687 w 123828"/>
                  <a:gd name="connsiteY1" fmla="*/ 138676 h 213368"/>
                  <a:gd name="connsiteX2" fmla="*/ 19687 w 123828"/>
                  <a:gd name="connsiteY2" fmla="*/ 213368 h 213368"/>
                  <a:gd name="connsiteX3" fmla="*/ 951 w 123828"/>
                  <a:gd name="connsiteY3" fmla="*/ 213368 h 213368"/>
                  <a:gd name="connsiteX4" fmla="*/ 951 w 123828"/>
                  <a:gd name="connsiteY4" fmla="*/ 31479 h 213368"/>
                  <a:gd name="connsiteX5" fmla="*/ 0 w 123828"/>
                  <a:gd name="connsiteY5" fmla="*/ 3260 h 213368"/>
                  <a:gd name="connsiteX6" fmla="*/ 15597 w 123828"/>
                  <a:gd name="connsiteY6" fmla="*/ 3260 h 213368"/>
                  <a:gd name="connsiteX7" fmla="*/ 17119 w 123828"/>
                  <a:gd name="connsiteY7" fmla="*/ 26077 h 213368"/>
                  <a:gd name="connsiteX8" fmla="*/ 65243 w 123828"/>
                  <a:gd name="connsiteY8" fmla="*/ 0 h 213368"/>
                  <a:gd name="connsiteX9" fmla="*/ 123828 w 123828"/>
                  <a:gd name="connsiteY9" fmla="*/ 76835 h 213368"/>
                  <a:gd name="connsiteX10" fmla="*/ 62865 w 123828"/>
                  <a:gd name="connsiteY10" fmla="*/ 156650 h 213368"/>
                  <a:gd name="connsiteX11" fmla="*/ 61058 w 123828"/>
                  <a:gd name="connsiteY11" fmla="*/ 15274 h 213368"/>
                  <a:gd name="connsiteX12" fmla="*/ 19687 w 123828"/>
                  <a:gd name="connsiteY12" fmla="*/ 42003 h 213368"/>
                  <a:gd name="connsiteX13" fmla="*/ 19687 w 123828"/>
                  <a:gd name="connsiteY13" fmla="*/ 123309 h 213368"/>
                  <a:gd name="connsiteX14" fmla="*/ 58300 w 123828"/>
                  <a:gd name="connsiteY14" fmla="*/ 141283 h 213368"/>
                  <a:gd name="connsiteX15" fmla="*/ 104237 w 123828"/>
                  <a:gd name="connsiteY15" fmla="*/ 78232 h 213368"/>
                  <a:gd name="connsiteX16" fmla="*/ 61058 w 123828"/>
                  <a:gd name="connsiteY16" fmla="*/ 15181 h 213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3828" h="213368">
                    <a:moveTo>
                      <a:pt x="62865" y="156650"/>
                    </a:moveTo>
                    <a:cubicBezTo>
                      <a:pt x="44129" y="156650"/>
                      <a:pt x="28817" y="149758"/>
                      <a:pt x="19687" y="138676"/>
                    </a:cubicBezTo>
                    <a:lnTo>
                      <a:pt x="19687" y="213368"/>
                    </a:lnTo>
                    <a:lnTo>
                      <a:pt x="951" y="213368"/>
                    </a:lnTo>
                    <a:lnTo>
                      <a:pt x="951" y="31479"/>
                    </a:lnTo>
                    <a:cubicBezTo>
                      <a:pt x="951" y="24308"/>
                      <a:pt x="380" y="9872"/>
                      <a:pt x="0" y="3260"/>
                    </a:cubicBezTo>
                    <a:lnTo>
                      <a:pt x="15597" y="3260"/>
                    </a:lnTo>
                    <a:lnTo>
                      <a:pt x="17119" y="26077"/>
                    </a:lnTo>
                    <a:cubicBezTo>
                      <a:pt x="27200" y="13132"/>
                      <a:pt x="40420" y="0"/>
                      <a:pt x="65243" y="0"/>
                    </a:cubicBezTo>
                    <a:cubicBezTo>
                      <a:pt x="102334" y="0"/>
                      <a:pt x="123828" y="32131"/>
                      <a:pt x="123828" y="76835"/>
                    </a:cubicBezTo>
                    <a:cubicBezTo>
                      <a:pt x="123828" y="121539"/>
                      <a:pt x="102049" y="156650"/>
                      <a:pt x="62865" y="156650"/>
                    </a:cubicBezTo>
                    <a:close/>
                    <a:moveTo>
                      <a:pt x="61058" y="15274"/>
                    </a:moveTo>
                    <a:cubicBezTo>
                      <a:pt x="40515" y="15274"/>
                      <a:pt x="26440" y="32410"/>
                      <a:pt x="19687" y="42003"/>
                    </a:cubicBezTo>
                    <a:lnTo>
                      <a:pt x="19687" y="123309"/>
                    </a:lnTo>
                    <a:cubicBezTo>
                      <a:pt x="28247" y="132622"/>
                      <a:pt x="39564" y="141283"/>
                      <a:pt x="58300" y="141283"/>
                    </a:cubicBezTo>
                    <a:cubicBezTo>
                      <a:pt x="83123" y="141283"/>
                      <a:pt x="104237" y="121446"/>
                      <a:pt x="104237" y="78232"/>
                    </a:cubicBezTo>
                    <a:cubicBezTo>
                      <a:pt x="104237" y="35018"/>
                      <a:pt x="86166" y="15181"/>
                      <a:pt x="61058" y="15181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FC84E5AD-3787-5947-5889-968000A76294}"/>
                  </a:ext>
                </a:extLst>
              </p:cNvPr>
              <p:cNvSpPr/>
              <p:nvPr/>
            </p:nvSpPr>
            <p:spPr>
              <a:xfrm>
                <a:off x="4752813" y="3351978"/>
                <a:ext cx="136762" cy="156743"/>
              </a:xfrm>
              <a:custGeom>
                <a:avLst/>
                <a:gdLst>
                  <a:gd name="connsiteX0" fmla="*/ 68381 w 136762"/>
                  <a:gd name="connsiteY0" fmla="*/ 156743 h 156743"/>
                  <a:gd name="connsiteX1" fmla="*/ 0 w 136762"/>
                  <a:gd name="connsiteY1" fmla="*/ 77766 h 156743"/>
                  <a:gd name="connsiteX2" fmla="*/ 68381 w 136762"/>
                  <a:gd name="connsiteY2" fmla="*/ 0 h 156743"/>
                  <a:gd name="connsiteX3" fmla="*/ 136763 w 136762"/>
                  <a:gd name="connsiteY3" fmla="*/ 77766 h 156743"/>
                  <a:gd name="connsiteX4" fmla="*/ 68381 w 136762"/>
                  <a:gd name="connsiteY4" fmla="*/ 156743 h 156743"/>
                  <a:gd name="connsiteX5" fmla="*/ 68381 w 136762"/>
                  <a:gd name="connsiteY5" fmla="*/ 15367 h 156743"/>
                  <a:gd name="connsiteX6" fmla="*/ 19687 w 136762"/>
                  <a:gd name="connsiteY6" fmla="*/ 77766 h 156743"/>
                  <a:gd name="connsiteX7" fmla="*/ 68381 w 136762"/>
                  <a:gd name="connsiteY7" fmla="*/ 141376 h 156743"/>
                  <a:gd name="connsiteX8" fmla="*/ 117076 w 136762"/>
                  <a:gd name="connsiteY8" fmla="*/ 77766 h 156743"/>
                  <a:gd name="connsiteX9" fmla="*/ 68381 w 136762"/>
                  <a:gd name="connsiteY9" fmla="*/ 15367 h 156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6762" h="156743">
                    <a:moveTo>
                      <a:pt x="68381" y="156743"/>
                    </a:moveTo>
                    <a:cubicBezTo>
                      <a:pt x="21494" y="156743"/>
                      <a:pt x="0" y="120701"/>
                      <a:pt x="0" y="77766"/>
                    </a:cubicBezTo>
                    <a:cubicBezTo>
                      <a:pt x="0" y="34832"/>
                      <a:pt x="22635" y="0"/>
                      <a:pt x="68381" y="0"/>
                    </a:cubicBezTo>
                    <a:cubicBezTo>
                      <a:pt x="114128" y="0"/>
                      <a:pt x="136763" y="36043"/>
                      <a:pt x="136763" y="77766"/>
                    </a:cubicBezTo>
                    <a:cubicBezTo>
                      <a:pt x="136763" y="119490"/>
                      <a:pt x="116220" y="156743"/>
                      <a:pt x="68381" y="156743"/>
                    </a:cubicBezTo>
                    <a:close/>
                    <a:moveTo>
                      <a:pt x="68381" y="15367"/>
                    </a:moveTo>
                    <a:cubicBezTo>
                      <a:pt x="36806" y="15367"/>
                      <a:pt x="19687" y="41817"/>
                      <a:pt x="19687" y="77766"/>
                    </a:cubicBezTo>
                    <a:cubicBezTo>
                      <a:pt x="19687" y="113716"/>
                      <a:pt x="35665" y="141376"/>
                      <a:pt x="68381" y="141376"/>
                    </a:cubicBezTo>
                    <a:cubicBezTo>
                      <a:pt x="101098" y="141376"/>
                      <a:pt x="117076" y="114088"/>
                      <a:pt x="117076" y="77766"/>
                    </a:cubicBezTo>
                    <a:cubicBezTo>
                      <a:pt x="117076" y="41444"/>
                      <a:pt x="100813" y="15367"/>
                      <a:pt x="68381" y="15367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ED7D7EF6-F8E7-06BC-CBC4-20BDBC6FFEFF}"/>
                  </a:ext>
                </a:extLst>
              </p:cNvPr>
              <p:cNvSpPr/>
              <p:nvPr/>
            </p:nvSpPr>
            <p:spPr>
              <a:xfrm>
                <a:off x="4912686" y="3355331"/>
                <a:ext cx="210089" cy="150037"/>
              </a:xfrm>
              <a:custGeom>
                <a:avLst/>
                <a:gdLst>
                  <a:gd name="connsiteX0" fmla="*/ 165390 w 210089"/>
                  <a:gd name="connsiteY0" fmla="*/ 150038 h 150037"/>
                  <a:gd name="connsiteX1" fmla="*/ 141518 w 210089"/>
                  <a:gd name="connsiteY1" fmla="*/ 150038 h 150037"/>
                  <a:gd name="connsiteX2" fmla="*/ 115174 w 210089"/>
                  <a:gd name="connsiteY2" fmla="*/ 60909 h 150037"/>
                  <a:gd name="connsiteX3" fmla="*/ 105092 w 210089"/>
                  <a:gd name="connsiteY3" fmla="*/ 23376 h 150037"/>
                  <a:gd name="connsiteX4" fmla="*/ 95011 w 210089"/>
                  <a:gd name="connsiteY4" fmla="*/ 60909 h 150037"/>
                  <a:gd name="connsiteX5" fmla="*/ 67716 w 210089"/>
                  <a:gd name="connsiteY5" fmla="*/ 150038 h 150037"/>
                  <a:gd name="connsiteX6" fmla="*/ 44129 w 210089"/>
                  <a:gd name="connsiteY6" fmla="*/ 150038 h 150037"/>
                  <a:gd name="connsiteX7" fmla="*/ 0 w 210089"/>
                  <a:gd name="connsiteY7" fmla="*/ 0 h 150037"/>
                  <a:gd name="connsiteX8" fmla="*/ 19877 w 210089"/>
                  <a:gd name="connsiteY8" fmla="*/ 0 h 150037"/>
                  <a:gd name="connsiteX9" fmla="*/ 48029 w 210089"/>
                  <a:gd name="connsiteY9" fmla="*/ 95741 h 150037"/>
                  <a:gd name="connsiteX10" fmla="*/ 56588 w 210089"/>
                  <a:gd name="connsiteY10" fmla="*/ 129921 h 150037"/>
                  <a:gd name="connsiteX11" fmla="*/ 65814 w 210089"/>
                  <a:gd name="connsiteY11" fmla="*/ 95741 h 150037"/>
                  <a:gd name="connsiteX12" fmla="*/ 94631 w 210089"/>
                  <a:gd name="connsiteY12" fmla="*/ 0 h 150037"/>
                  <a:gd name="connsiteX13" fmla="*/ 116410 w 210089"/>
                  <a:gd name="connsiteY13" fmla="*/ 0 h 150037"/>
                  <a:gd name="connsiteX14" fmla="*/ 145227 w 210089"/>
                  <a:gd name="connsiteY14" fmla="*/ 95741 h 150037"/>
                  <a:gd name="connsiteX15" fmla="*/ 154072 w 210089"/>
                  <a:gd name="connsiteY15" fmla="*/ 129921 h 150037"/>
                  <a:gd name="connsiteX16" fmla="*/ 162917 w 210089"/>
                  <a:gd name="connsiteY16" fmla="*/ 95741 h 150037"/>
                  <a:gd name="connsiteX17" fmla="*/ 191734 w 210089"/>
                  <a:gd name="connsiteY17" fmla="*/ 0 h 150037"/>
                  <a:gd name="connsiteX18" fmla="*/ 210090 w 210089"/>
                  <a:gd name="connsiteY18" fmla="*/ 0 h 150037"/>
                  <a:gd name="connsiteX19" fmla="*/ 165295 w 210089"/>
                  <a:gd name="connsiteY19" fmla="*/ 150038 h 150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10089" h="150037">
                    <a:moveTo>
                      <a:pt x="165390" y="150038"/>
                    </a:moveTo>
                    <a:lnTo>
                      <a:pt x="141518" y="150038"/>
                    </a:lnTo>
                    <a:lnTo>
                      <a:pt x="115174" y="60909"/>
                    </a:lnTo>
                    <a:cubicBezTo>
                      <a:pt x="111179" y="47125"/>
                      <a:pt x="105092" y="23376"/>
                      <a:pt x="105092" y="23376"/>
                    </a:cubicBezTo>
                    <a:cubicBezTo>
                      <a:pt x="105092" y="23376"/>
                      <a:pt x="99291" y="46474"/>
                      <a:pt x="95011" y="60909"/>
                    </a:cubicBezTo>
                    <a:lnTo>
                      <a:pt x="67716" y="150038"/>
                    </a:lnTo>
                    <a:lnTo>
                      <a:pt x="44129" y="150038"/>
                    </a:lnTo>
                    <a:lnTo>
                      <a:pt x="0" y="0"/>
                    </a:lnTo>
                    <a:lnTo>
                      <a:pt x="19877" y="0"/>
                    </a:lnTo>
                    <a:lnTo>
                      <a:pt x="48029" y="95741"/>
                    </a:lnTo>
                    <a:cubicBezTo>
                      <a:pt x="51738" y="108314"/>
                      <a:pt x="56588" y="129921"/>
                      <a:pt x="56588" y="129921"/>
                    </a:cubicBezTo>
                    <a:cubicBezTo>
                      <a:pt x="56588" y="129921"/>
                      <a:pt x="62104" y="108314"/>
                      <a:pt x="65814" y="95741"/>
                    </a:cubicBezTo>
                    <a:lnTo>
                      <a:pt x="94631" y="0"/>
                    </a:lnTo>
                    <a:lnTo>
                      <a:pt x="116410" y="0"/>
                    </a:lnTo>
                    <a:lnTo>
                      <a:pt x="145227" y="95741"/>
                    </a:lnTo>
                    <a:cubicBezTo>
                      <a:pt x="149222" y="109245"/>
                      <a:pt x="154072" y="129921"/>
                      <a:pt x="154072" y="129921"/>
                    </a:cubicBezTo>
                    <a:cubicBezTo>
                      <a:pt x="154072" y="129921"/>
                      <a:pt x="159018" y="108873"/>
                      <a:pt x="162917" y="95741"/>
                    </a:cubicBezTo>
                    <a:lnTo>
                      <a:pt x="191734" y="0"/>
                    </a:lnTo>
                    <a:lnTo>
                      <a:pt x="210090" y="0"/>
                    </a:lnTo>
                    <a:lnTo>
                      <a:pt x="165295" y="150038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07D586E4-E465-AB2D-0357-CCE3C8416917}"/>
                  </a:ext>
                </a:extLst>
              </p:cNvPr>
              <p:cNvSpPr/>
              <p:nvPr/>
            </p:nvSpPr>
            <p:spPr>
              <a:xfrm>
                <a:off x="5146838" y="3352071"/>
                <a:ext cx="128108" cy="156650"/>
              </a:xfrm>
              <a:custGeom>
                <a:avLst/>
                <a:gdLst>
                  <a:gd name="connsiteX0" fmla="*/ 19877 w 128108"/>
                  <a:gd name="connsiteY0" fmla="*/ 84006 h 156650"/>
                  <a:gd name="connsiteX1" fmla="*/ 70759 w 128108"/>
                  <a:gd name="connsiteY1" fmla="*/ 141004 h 156650"/>
                  <a:gd name="connsiteX2" fmla="*/ 113937 w 128108"/>
                  <a:gd name="connsiteY2" fmla="*/ 125730 h 156650"/>
                  <a:gd name="connsiteX3" fmla="*/ 123163 w 128108"/>
                  <a:gd name="connsiteY3" fmla="*/ 138303 h 156650"/>
                  <a:gd name="connsiteX4" fmla="*/ 70759 w 128108"/>
                  <a:gd name="connsiteY4" fmla="*/ 156650 h 156650"/>
                  <a:gd name="connsiteX5" fmla="*/ 0 w 128108"/>
                  <a:gd name="connsiteY5" fmla="*/ 79815 h 156650"/>
                  <a:gd name="connsiteX6" fmla="*/ 65623 w 128108"/>
                  <a:gd name="connsiteY6" fmla="*/ 0 h 156650"/>
                  <a:gd name="connsiteX7" fmla="*/ 128108 w 128108"/>
                  <a:gd name="connsiteY7" fmla="*/ 84006 h 156650"/>
                  <a:gd name="connsiteX8" fmla="*/ 19877 w 128108"/>
                  <a:gd name="connsiteY8" fmla="*/ 84006 h 156650"/>
                  <a:gd name="connsiteX9" fmla="*/ 65528 w 128108"/>
                  <a:gd name="connsiteY9" fmla="*/ 14994 h 156650"/>
                  <a:gd name="connsiteX10" fmla="*/ 19877 w 128108"/>
                  <a:gd name="connsiteY10" fmla="*/ 69012 h 156650"/>
                  <a:gd name="connsiteX11" fmla="*/ 108802 w 128108"/>
                  <a:gd name="connsiteY11" fmla="*/ 69012 h 156650"/>
                  <a:gd name="connsiteX12" fmla="*/ 65623 w 128108"/>
                  <a:gd name="connsiteY12" fmla="*/ 14994 h 156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8108" h="156650">
                    <a:moveTo>
                      <a:pt x="19877" y="84006"/>
                    </a:moveTo>
                    <a:cubicBezTo>
                      <a:pt x="21399" y="122377"/>
                      <a:pt x="44700" y="141004"/>
                      <a:pt x="70759" y="141004"/>
                    </a:cubicBezTo>
                    <a:cubicBezTo>
                      <a:pt x="88829" y="141004"/>
                      <a:pt x="103285" y="133833"/>
                      <a:pt x="113937" y="125730"/>
                    </a:cubicBezTo>
                    <a:lnTo>
                      <a:pt x="123163" y="138303"/>
                    </a:lnTo>
                    <a:cubicBezTo>
                      <a:pt x="109087" y="149106"/>
                      <a:pt x="92824" y="156650"/>
                      <a:pt x="70759" y="156650"/>
                    </a:cubicBezTo>
                    <a:cubicBezTo>
                      <a:pt x="30910" y="156650"/>
                      <a:pt x="0" y="129642"/>
                      <a:pt x="0" y="79815"/>
                    </a:cubicBezTo>
                    <a:cubicBezTo>
                      <a:pt x="0" y="26077"/>
                      <a:pt x="31575" y="0"/>
                      <a:pt x="65623" y="0"/>
                    </a:cubicBezTo>
                    <a:cubicBezTo>
                      <a:pt x="113747" y="0"/>
                      <a:pt x="128108" y="36881"/>
                      <a:pt x="128108" y="84006"/>
                    </a:cubicBezTo>
                    <a:lnTo>
                      <a:pt x="19877" y="84006"/>
                    </a:lnTo>
                    <a:close/>
                    <a:moveTo>
                      <a:pt x="65528" y="14994"/>
                    </a:moveTo>
                    <a:cubicBezTo>
                      <a:pt x="40991" y="14994"/>
                      <a:pt x="22350" y="32969"/>
                      <a:pt x="19877" y="69012"/>
                    </a:cubicBezTo>
                    <a:lnTo>
                      <a:pt x="108802" y="69012"/>
                    </a:lnTo>
                    <a:cubicBezTo>
                      <a:pt x="108231" y="32690"/>
                      <a:pt x="92824" y="14994"/>
                      <a:pt x="65623" y="14994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81E13D92-22E1-9C7D-6592-FE86086B22D4}"/>
                  </a:ext>
                </a:extLst>
              </p:cNvPr>
              <p:cNvSpPr/>
              <p:nvPr/>
            </p:nvSpPr>
            <p:spPr>
              <a:xfrm>
                <a:off x="5314796" y="3351978"/>
                <a:ext cx="81506" cy="153390"/>
              </a:xfrm>
              <a:custGeom>
                <a:avLst/>
                <a:gdLst>
                  <a:gd name="connsiteX0" fmla="*/ 76370 w 81506"/>
                  <a:gd name="connsiteY0" fmla="*/ 21700 h 153390"/>
                  <a:gd name="connsiteX1" fmla="*/ 59822 w 81506"/>
                  <a:gd name="connsiteY1" fmla="*/ 17509 h 153390"/>
                  <a:gd name="connsiteX2" fmla="*/ 19687 w 81506"/>
                  <a:gd name="connsiteY2" fmla="*/ 46287 h 153390"/>
                  <a:gd name="connsiteX3" fmla="*/ 19687 w 81506"/>
                  <a:gd name="connsiteY3" fmla="*/ 153391 h 153390"/>
                  <a:gd name="connsiteX4" fmla="*/ 951 w 81506"/>
                  <a:gd name="connsiteY4" fmla="*/ 153391 h 153390"/>
                  <a:gd name="connsiteX5" fmla="*/ 951 w 81506"/>
                  <a:gd name="connsiteY5" fmla="*/ 30641 h 153390"/>
                  <a:gd name="connsiteX6" fmla="*/ 0 w 81506"/>
                  <a:gd name="connsiteY6" fmla="*/ 3353 h 153390"/>
                  <a:gd name="connsiteX7" fmla="*/ 15027 w 81506"/>
                  <a:gd name="connsiteY7" fmla="*/ 3353 h 153390"/>
                  <a:gd name="connsiteX8" fmla="*/ 16834 w 81506"/>
                  <a:gd name="connsiteY8" fmla="*/ 28219 h 153390"/>
                  <a:gd name="connsiteX9" fmla="*/ 63721 w 81506"/>
                  <a:gd name="connsiteY9" fmla="*/ 0 h 153390"/>
                  <a:gd name="connsiteX10" fmla="*/ 81506 w 81506"/>
                  <a:gd name="connsiteY10" fmla="*/ 2701 h 153390"/>
                  <a:gd name="connsiteX11" fmla="*/ 76275 w 81506"/>
                  <a:gd name="connsiteY11" fmla="*/ 21607 h 153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1506" h="153390">
                    <a:moveTo>
                      <a:pt x="76370" y="21700"/>
                    </a:moveTo>
                    <a:cubicBezTo>
                      <a:pt x="71425" y="18999"/>
                      <a:pt x="66289" y="17509"/>
                      <a:pt x="59822" y="17509"/>
                    </a:cubicBezTo>
                    <a:cubicBezTo>
                      <a:pt x="41086" y="17509"/>
                      <a:pt x="29768" y="28871"/>
                      <a:pt x="19687" y="46287"/>
                    </a:cubicBezTo>
                    <a:lnTo>
                      <a:pt x="19687" y="153391"/>
                    </a:lnTo>
                    <a:lnTo>
                      <a:pt x="951" y="153391"/>
                    </a:lnTo>
                    <a:lnTo>
                      <a:pt x="951" y="30641"/>
                    </a:lnTo>
                    <a:cubicBezTo>
                      <a:pt x="951" y="25519"/>
                      <a:pt x="380" y="8475"/>
                      <a:pt x="0" y="3353"/>
                    </a:cubicBezTo>
                    <a:lnTo>
                      <a:pt x="15027" y="3353"/>
                    </a:lnTo>
                    <a:lnTo>
                      <a:pt x="16834" y="28219"/>
                    </a:lnTo>
                    <a:cubicBezTo>
                      <a:pt x="26059" y="11083"/>
                      <a:pt x="41371" y="0"/>
                      <a:pt x="63721" y="0"/>
                    </a:cubicBezTo>
                    <a:cubicBezTo>
                      <a:pt x="70189" y="0"/>
                      <a:pt x="76275" y="931"/>
                      <a:pt x="81506" y="2701"/>
                    </a:cubicBezTo>
                    <a:lnTo>
                      <a:pt x="76275" y="21607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864D81E4-298C-1C8B-5420-D3F444B7F095}"/>
                  </a:ext>
                </a:extLst>
              </p:cNvPr>
              <p:cNvSpPr/>
              <p:nvPr/>
            </p:nvSpPr>
            <p:spPr>
              <a:xfrm>
                <a:off x="5510715" y="3289300"/>
                <a:ext cx="123923" cy="219422"/>
              </a:xfrm>
              <a:custGeom>
                <a:avLst/>
                <a:gdLst>
                  <a:gd name="connsiteX0" fmla="*/ 63436 w 123923"/>
                  <a:gd name="connsiteY0" fmla="*/ 219422 h 219422"/>
                  <a:gd name="connsiteX1" fmla="*/ 17119 w 123923"/>
                  <a:gd name="connsiteY1" fmla="*/ 199026 h 219422"/>
                  <a:gd name="connsiteX2" fmla="*/ 15597 w 123923"/>
                  <a:gd name="connsiteY2" fmla="*/ 216162 h 219422"/>
                  <a:gd name="connsiteX3" fmla="*/ 0 w 123923"/>
                  <a:gd name="connsiteY3" fmla="*/ 216162 h 219422"/>
                  <a:gd name="connsiteX4" fmla="*/ 951 w 123923"/>
                  <a:gd name="connsiteY4" fmla="*/ 187943 h 219422"/>
                  <a:gd name="connsiteX5" fmla="*/ 951 w 123923"/>
                  <a:gd name="connsiteY5" fmla="*/ 0 h 219422"/>
                  <a:gd name="connsiteX6" fmla="*/ 19687 w 123923"/>
                  <a:gd name="connsiteY6" fmla="*/ 0 h 219422"/>
                  <a:gd name="connsiteX7" fmla="*/ 19687 w 123923"/>
                  <a:gd name="connsiteY7" fmla="*/ 86707 h 219422"/>
                  <a:gd name="connsiteX8" fmla="*/ 65053 w 123923"/>
                  <a:gd name="connsiteY8" fmla="*/ 62679 h 219422"/>
                  <a:gd name="connsiteX9" fmla="*/ 123924 w 123923"/>
                  <a:gd name="connsiteY9" fmla="*/ 140445 h 219422"/>
                  <a:gd name="connsiteX10" fmla="*/ 63531 w 123923"/>
                  <a:gd name="connsiteY10" fmla="*/ 219422 h 219422"/>
                  <a:gd name="connsiteX11" fmla="*/ 60963 w 123923"/>
                  <a:gd name="connsiteY11" fmla="*/ 78046 h 219422"/>
                  <a:gd name="connsiteX12" fmla="*/ 19592 w 123923"/>
                  <a:gd name="connsiteY12" fmla="*/ 105334 h 219422"/>
                  <a:gd name="connsiteX13" fmla="*/ 19592 w 123923"/>
                  <a:gd name="connsiteY13" fmla="*/ 186080 h 219422"/>
                  <a:gd name="connsiteX14" fmla="*/ 58776 w 123923"/>
                  <a:gd name="connsiteY14" fmla="*/ 204055 h 219422"/>
                  <a:gd name="connsiteX15" fmla="*/ 104141 w 123923"/>
                  <a:gd name="connsiteY15" fmla="*/ 141004 h 219422"/>
                  <a:gd name="connsiteX16" fmla="*/ 60963 w 123923"/>
                  <a:gd name="connsiteY16" fmla="*/ 77953 h 219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3923" h="219422">
                    <a:moveTo>
                      <a:pt x="63436" y="219422"/>
                    </a:moveTo>
                    <a:cubicBezTo>
                      <a:pt x="41086" y="219422"/>
                      <a:pt x="27010" y="211040"/>
                      <a:pt x="17119" y="199026"/>
                    </a:cubicBezTo>
                    <a:lnTo>
                      <a:pt x="15597" y="216162"/>
                    </a:lnTo>
                    <a:lnTo>
                      <a:pt x="0" y="216162"/>
                    </a:lnTo>
                    <a:cubicBezTo>
                      <a:pt x="285" y="209550"/>
                      <a:pt x="951" y="195114"/>
                      <a:pt x="951" y="187943"/>
                    </a:cubicBezTo>
                    <a:lnTo>
                      <a:pt x="951" y="0"/>
                    </a:lnTo>
                    <a:lnTo>
                      <a:pt x="19687" y="0"/>
                    </a:lnTo>
                    <a:lnTo>
                      <a:pt x="19687" y="86707"/>
                    </a:lnTo>
                    <a:cubicBezTo>
                      <a:pt x="27961" y="75904"/>
                      <a:pt x="40801" y="62679"/>
                      <a:pt x="65053" y="62679"/>
                    </a:cubicBezTo>
                    <a:cubicBezTo>
                      <a:pt x="100908" y="62679"/>
                      <a:pt x="123924" y="92668"/>
                      <a:pt x="123924" y="140445"/>
                    </a:cubicBezTo>
                    <a:cubicBezTo>
                      <a:pt x="123924" y="184311"/>
                      <a:pt x="103381" y="219422"/>
                      <a:pt x="63531" y="219422"/>
                    </a:cubicBezTo>
                    <a:close/>
                    <a:moveTo>
                      <a:pt x="60963" y="78046"/>
                    </a:moveTo>
                    <a:cubicBezTo>
                      <a:pt x="39849" y="78046"/>
                      <a:pt x="26059" y="95462"/>
                      <a:pt x="19592" y="105334"/>
                    </a:cubicBezTo>
                    <a:lnTo>
                      <a:pt x="19592" y="186080"/>
                    </a:lnTo>
                    <a:cubicBezTo>
                      <a:pt x="29673" y="196325"/>
                      <a:pt x="39849" y="204055"/>
                      <a:pt x="58776" y="204055"/>
                    </a:cubicBezTo>
                    <a:cubicBezTo>
                      <a:pt x="85405" y="204055"/>
                      <a:pt x="104141" y="180679"/>
                      <a:pt x="104141" y="141004"/>
                    </a:cubicBezTo>
                    <a:cubicBezTo>
                      <a:pt x="104141" y="93878"/>
                      <a:pt x="82647" y="77953"/>
                      <a:pt x="60963" y="77953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3C533859-0C24-38EC-7F81-3ED1D0598C43}"/>
                  </a:ext>
                </a:extLst>
              </p:cNvPr>
              <p:cNvSpPr/>
              <p:nvPr/>
            </p:nvSpPr>
            <p:spPr>
              <a:xfrm>
                <a:off x="5668021" y="3352071"/>
                <a:ext cx="128108" cy="156650"/>
              </a:xfrm>
              <a:custGeom>
                <a:avLst/>
                <a:gdLst>
                  <a:gd name="connsiteX0" fmla="*/ 19877 w 128108"/>
                  <a:gd name="connsiteY0" fmla="*/ 84006 h 156650"/>
                  <a:gd name="connsiteX1" fmla="*/ 70759 w 128108"/>
                  <a:gd name="connsiteY1" fmla="*/ 141004 h 156650"/>
                  <a:gd name="connsiteX2" fmla="*/ 113937 w 128108"/>
                  <a:gd name="connsiteY2" fmla="*/ 125730 h 156650"/>
                  <a:gd name="connsiteX3" fmla="*/ 123163 w 128108"/>
                  <a:gd name="connsiteY3" fmla="*/ 138303 h 156650"/>
                  <a:gd name="connsiteX4" fmla="*/ 70759 w 128108"/>
                  <a:gd name="connsiteY4" fmla="*/ 156650 h 156650"/>
                  <a:gd name="connsiteX5" fmla="*/ 0 w 128108"/>
                  <a:gd name="connsiteY5" fmla="*/ 79815 h 156650"/>
                  <a:gd name="connsiteX6" fmla="*/ 65623 w 128108"/>
                  <a:gd name="connsiteY6" fmla="*/ 0 h 156650"/>
                  <a:gd name="connsiteX7" fmla="*/ 128108 w 128108"/>
                  <a:gd name="connsiteY7" fmla="*/ 84006 h 156650"/>
                  <a:gd name="connsiteX8" fmla="*/ 19877 w 128108"/>
                  <a:gd name="connsiteY8" fmla="*/ 84006 h 156650"/>
                  <a:gd name="connsiteX9" fmla="*/ 65528 w 128108"/>
                  <a:gd name="connsiteY9" fmla="*/ 14994 h 156650"/>
                  <a:gd name="connsiteX10" fmla="*/ 19877 w 128108"/>
                  <a:gd name="connsiteY10" fmla="*/ 69012 h 156650"/>
                  <a:gd name="connsiteX11" fmla="*/ 108802 w 128108"/>
                  <a:gd name="connsiteY11" fmla="*/ 69012 h 156650"/>
                  <a:gd name="connsiteX12" fmla="*/ 65623 w 128108"/>
                  <a:gd name="connsiteY12" fmla="*/ 14994 h 156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8108" h="156650">
                    <a:moveTo>
                      <a:pt x="19877" y="84006"/>
                    </a:moveTo>
                    <a:cubicBezTo>
                      <a:pt x="21399" y="122377"/>
                      <a:pt x="44700" y="141004"/>
                      <a:pt x="70759" y="141004"/>
                    </a:cubicBezTo>
                    <a:cubicBezTo>
                      <a:pt x="88829" y="141004"/>
                      <a:pt x="103285" y="133833"/>
                      <a:pt x="113937" y="125730"/>
                    </a:cubicBezTo>
                    <a:lnTo>
                      <a:pt x="123163" y="138303"/>
                    </a:lnTo>
                    <a:cubicBezTo>
                      <a:pt x="109087" y="149106"/>
                      <a:pt x="92824" y="156650"/>
                      <a:pt x="70759" y="156650"/>
                    </a:cubicBezTo>
                    <a:cubicBezTo>
                      <a:pt x="30910" y="156650"/>
                      <a:pt x="0" y="129642"/>
                      <a:pt x="0" y="79815"/>
                    </a:cubicBezTo>
                    <a:cubicBezTo>
                      <a:pt x="0" y="26077"/>
                      <a:pt x="31575" y="0"/>
                      <a:pt x="65623" y="0"/>
                    </a:cubicBezTo>
                    <a:cubicBezTo>
                      <a:pt x="113747" y="0"/>
                      <a:pt x="128108" y="36881"/>
                      <a:pt x="128108" y="84006"/>
                    </a:cubicBezTo>
                    <a:lnTo>
                      <a:pt x="19877" y="84006"/>
                    </a:lnTo>
                    <a:close/>
                    <a:moveTo>
                      <a:pt x="65528" y="14994"/>
                    </a:moveTo>
                    <a:cubicBezTo>
                      <a:pt x="40991" y="14994"/>
                      <a:pt x="22350" y="32969"/>
                      <a:pt x="19877" y="69012"/>
                    </a:cubicBezTo>
                    <a:lnTo>
                      <a:pt x="108802" y="69012"/>
                    </a:lnTo>
                    <a:cubicBezTo>
                      <a:pt x="108231" y="32690"/>
                      <a:pt x="92824" y="14994"/>
                      <a:pt x="65623" y="14994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6247E42C-15E9-3757-7D6D-BDA37A177DE6}"/>
                  </a:ext>
                </a:extLst>
              </p:cNvPr>
              <p:cNvSpPr/>
              <p:nvPr/>
            </p:nvSpPr>
            <p:spPr>
              <a:xfrm>
                <a:off x="5836835" y="3289300"/>
                <a:ext cx="113461" cy="216162"/>
              </a:xfrm>
              <a:custGeom>
                <a:avLst/>
                <a:gdLst>
                  <a:gd name="connsiteX0" fmla="*/ 94726 w 113461"/>
                  <a:gd name="connsiteY0" fmla="*/ 216069 h 216162"/>
                  <a:gd name="connsiteX1" fmla="*/ 94726 w 113461"/>
                  <a:gd name="connsiteY1" fmla="*/ 120701 h 216162"/>
                  <a:gd name="connsiteX2" fmla="*/ 58586 w 113461"/>
                  <a:gd name="connsiteY2" fmla="*/ 78418 h 216162"/>
                  <a:gd name="connsiteX3" fmla="*/ 18736 w 113461"/>
                  <a:gd name="connsiteY3" fmla="*/ 102726 h 216162"/>
                  <a:gd name="connsiteX4" fmla="*/ 18736 w 113461"/>
                  <a:gd name="connsiteY4" fmla="*/ 216162 h 216162"/>
                  <a:gd name="connsiteX5" fmla="*/ 0 w 113461"/>
                  <a:gd name="connsiteY5" fmla="*/ 216162 h 216162"/>
                  <a:gd name="connsiteX6" fmla="*/ 0 w 113461"/>
                  <a:gd name="connsiteY6" fmla="*/ 0 h 216162"/>
                  <a:gd name="connsiteX7" fmla="*/ 18736 w 113461"/>
                  <a:gd name="connsiteY7" fmla="*/ 0 h 216162"/>
                  <a:gd name="connsiteX8" fmla="*/ 18736 w 113461"/>
                  <a:gd name="connsiteY8" fmla="*/ 84658 h 216162"/>
                  <a:gd name="connsiteX9" fmla="*/ 62580 w 113461"/>
                  <a:gd name="connsiteY9" fmla="*/ 62772 h 216162"/>
                  <a:gd name="connsiteX10" fmla="*/ 113462 w 113461"/>
                  <a:gd name="connsiteY10" fmla="*/ 122191 h 216162"/>
                  <a:gd name="connsiteX11" fmla="*/ 113462 w 113461"/>
                  <a:gd name="connsiteY11" fmla="*/ 216162 h 216162"/>
                  <a:gd name="connsiteX12" fmla="*/ 94726 w 113461"/>
                  <a:gd name="connsiteY12" fmla="*/ 216162 h 216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3461" h="216162">
                    <a:moveTo>
                      <a:pt x="94726" y="216069"/>
                    </a:moveTo>
                    <a:lnTo>
                      <a:pt x="94726" y="120701"/>
                    </a:lnTo>
                    <a:cubicBezTo>
                      <a:pt x="94726" y="93133"/>
                      <a:pt x="83694" y="78418"/>
                      <a:pt x="58586" y="78418"/>
                    </a:cubicBezTo>
                    <a:cubicBezTo>
                      <a:pt x="39850" y="78418"/>
                      <a:pt x="26725" y="90991"/>
                      <a:pt x="18736" y="102726"/>
                    </a:cubicBezTo>
                    <a:lnTo>
                      <a:pt x="18736" y="216162"/>
                    </a:lnTo>
                    <a:lnTo>
                      <a:pt x="0" y="216162"/>
                    </a:lnTo>
                    <a:lnTo>
                      <a:pt x="0" y="0"/>
                    </a:lnTo>
                    <a:lnTo>
                      <a:pt x="18736" y="0"/>
                    </a:lnTo>
                    <a:lnTo>
                      <a:pt x="18736" y="84658"/>
                    </a:lnTo>
                    <a:cubicBezTo>
                      <a:pt x="28532" y="71713"/>
                      <a:pt x="43844" y="62772"/>
                      <a:pt x="62580" y="62772"/>
                    </a:cubicBezTo>
                    <a:cubicBezTo>
                      <a:pt x="101193" y="62772"/>
                      <a:pt x="113462" y="86800"/>
                      <a:pt x="113462" y="122191"/>
                    </a:cubicBezTo>
                    <a:lnTo>
                      <a:pt x="113462" y="216162"/>
                    </a:lnTo>
                    <a:lnTo>
                      <a:pt x="94726" y="21616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920B41CE-278D-AD27-34C6-2E585D28CC89}"/>
                  </a:ext>
                </a:extLst>
              </p:cNvPr>
              <p:cNvSpPr/>
              <p:nvPr/>
            </p:nvSpPr>
            <p:spPr>
              <a:xfrm>
                <a:off x="5999371" y="3289300"/>
                <a:ext cx="21779" cy="216069"/>
              </a:xfrm>
              <a:custGeom>
                <a:avLst/>
                <a:gdLst>
                  <a:gd name="connsiteX0" fmla="*/ 0 w 21779"/>
                  <a:gd name="connsiteY0" fmla="*/ 23097 h 216069"/>
                  <a:gd name="connsiteX1" fmla="*/ 0 w 21779"/>
                  <a:gd name="connsiteY1" fmla="*/ 0 h 216069"/>
                  <a:gd name="connsiteX2" fmla="*/ 21779 w 21779"/>
                  <a:gd name="connsiteY2" fmla="*/ 0 h 216069"/>
                  <a:gd name="connsiteX3" fmla="*/ 21779 w 21779"/>
                  <a:gd name="connsiteY3" fmla="*/ 23097 h 216069"/>
                  <a:gd name="connsiteX4" fmla="*/ 0 w 21779"/>
                  <a:gd name="connsiteY4" fmla="*/ 23097 h 216069"/>
                  <a:gd name="connsiteX5" fmla="*/ 1522 w 21779"/>
                  <a:gd name="connsiteY5" fmla="*/ 216069 h 216069"/>
                  <a:gd name="connsiteX6" fmla="*/ 1522 w 21779"/>
                  <a:gd name="connsiteY6" fmla="*/ 66032 h 216069"/>
                  <a:gd name="connsiteX7" fmla="*/ 20258 w 21779"/>
                  <a:gd name="connsiteY7" fmla="*/ 66032 h 216069"/>
                  <a:gd name="connsiteX8" fmla="*/ 20258 w 21779"/>
                  <a:gd name="connsiteY8" fmla="*/ 216069 h 216069"/>
                  <a:gd name="connsiteX9" fmla="*/ 1522 w 21779"/>
                  <a:gd name="connsiteY9" fmla="*/ 216069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779" h="216069">
                    <a:moveTo>
                      <a:pt x="0" y="23097"/>
                    </a:moveTo>
                    <a:lnTo>
                      <a:pt x="0" y="0"/>
                    </a:lnTo>
                    <a:lnTo>
                      <a:pt x="21779" y="0"/>
                    </a:lnTo>
                    <a:lnTo>
                      <a:pt x="21779" y="23097"/>
                    </a:lnTo>
                    <a:lnTo>
                      <a:pt x="0" y="23097"/>
                    </a:lnTo>
                    <a:close/>
                    <a:moveTo>
                      <a:pt x="1522" y="216069"/>
                    </a:moveTo>
                    <a:lnTo>
                      <a:pt x="1522" y="66032"/>
                    </a:lnTo>
                    <a:lnTo>
                      <a:pt x="20258" y="66032"/>
                    </a:lnTo>
                    <a:lnTo>
                      <a:pt x="20258" y="216069"/>
                    </a:lnTo>
                    <a:lnTo>
                      <a:pt x="1522" y="21606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666CF8BF-54E3-4CBE-AFAE-2D01E2CAD406}"/>
                  </a:ext>
                </a:extLst>
              </p:cNvPr>
              <p:cNvSpPr/>
              <p:nvPr/>
            </p:nvSpPr>
            <p:spPr>
              <a:xfrm>
                <a:off x="6069179" y="3351978"/>
                <a:ext cx="114222" cy="153390"/>
              </a:xfrm>
              <a:custGeom>
                <a:avLst/>
                <a:gdLst>
                  <a:gd name="connsiteX0" fmla="*/ 95677 w 114222"/>
                  <a:gd name="connsiteY0" fmla="*/ 153391 h 153390"/>
                  <a:gd name="connsiteX1" fmla="*/ 95677 w 114222"/>
                  <a:gd name="connsiteY1" fmla="*/ 58301 h 153390"/>
                  <a:gd name="connsiteX2" fmla="*/ 59537 w 114222"/>
                  <a:gd name="connsiteY2" fmla="*/ 15646 h 153390"/>
                  <a:gd name="connsiteX3" fmla="*/ 19687 w 114222"/>
                  <a:gd name="connsiteY3" fmla="*/ 39954 h 153390"/>
                  <a:gd name="connsiteX4" fmla="*/ 19687 w 114222"/>
                  <a:gd name="connsiteY4" fmla="*/ 153391 h 153390"/>
                  <a:gd name="connsiteX5" fmla="*/ 951 w 114222"/>
                  <a:gd name="connsiteY5" fmla="*/ 153391 h 153390"/>
                  <a:gd name="connsiteX6" fmla="*/ 951 w 114222"/>
                  <a:gd name="connsiteY6" fmla="*/ 30920 h 153390"/>
                  <a:gd name="connsiteX7" fmla="*/ 0 w 114222"/>
                  <a:gd name="connsiteY7" fmla="*/ 3353 h 153390"/>
                  <a:gd name="connsiteX8" fmla="*/ 15598 w 114222"/>
                  <a:gd name="connsiteY8" fmla="*/ 3353 h 153390"/>
                  <a:gd name="connsiteX9" fmla="*/ 17119 w 114222"/>
                  <a:gd name="connsiteY9" fmla="*/ 24028 h 153390"/>
                  <a:gd name="connsiteX10" fmla="*/ 63056 w 114222"/>
                  <a:gd name="connsiteY10" fmla="*/ 0 h 153390"/>
                  <a:gd name="connsiteX11" fmla="*/ 114223 w 114222"/>
                  <a:gd name="connsiteY11" fmla="*/ 59419 h 153390"/>
                  <a:gd name="connsiteX12" fmla="*/ 114223 w 114222"/>
                  <a:gd name="connsiteY12" fmla="*/ 153391 h 153390"/>
                  <a:gd name="connsiteX13" fmla="*/ 95487 w 114222"/>
                  <a:gd name="connsiteY13" fmla="*/ 153391 h 153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14222" h="153390">
                    <a:moveTo>
                      <a:pt x="95677" y="153391"/>
                    </a:moveTo>
                    <a:lnTo>
                      <a:pt x="95677" y="58301"/>
                    </a:lnTo>
                    <a:cubicBezTo>
                      <a:pt x="95677" y="31013"/>
                      <a:pt x="84359" y="15646"/>
                      <a:pt x="59537" y="15646"/>
                    </a:cubicBezTo>
                    <a:cubicBezTo>
                      <a:pt x="39279" y="15646"/>
                      <a:pt x="27010" y="29151"/>
                      <a:pt x="19687" y="39954"/>
                    </a:cubicBezTo>
                    <a:lnTo>
                      <a:pt x="19687" y="153391"/>
                    </a:lnTo>
                    <a:lnTo>
                      <a:pt x="951" y="153391"/>
                    </a:lnTo>
                    <a:lnTo>
                      <a:pt x="951" y="30920"/>
                    </a:lnTo>
                    <a:cubicBezTo>
                      <a:pt x="951" y="25798"/>
                      <a:pt x="381" y="8382"/>
                      <a:pt x="0" y="3353"/>
                    </a:cubicBezTo>
                    <a:lnTo>
                      <a:pt x="15598" y="3353"/>
                    </a:lnTo>
                    <a:lnTo>
                      <a:pt x="17119" y="24028"/>
                    </a:lnTo>
                    <a:cubicBezTo>
                      <a:pt x="26344" y="10803"/>
                      <a:pt x="42513" y="0"/>
                      <a:pt x="63056" y="0"/>
                    </a:cubicBezTo>
                    <a:cubicBezTo>
                      <a:pt x="100432" y="0"/>
                      <a:pt x="114223" y="23097"/>
                      <a:pt x="114223" y="59419"/>
                    </a:cubicBezTo>
                    <a:lnTo>
                      <a:pt x="114223" y="153391"/>
                    </a:lnTo>
                    <a:lnTo>
                      <a:pt x="95487" y="153391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8CD8BEE9-B818-23E3-7EF7-12762E35B705}"/>
                  </a:ext>
                </a:extLst>
              </p:cNvPr>
              <p:cNvSpPr/>
              <p:nvPr/>
            </p:nvSpPr>
            <p:spPr>
              <a:xfrm>
                <a:off x="6224013" y="3289300"/>
                <a:ext cx="125730" cy="219328"/>
              </a:xfrm>
              <a:custGeom>
                <a:avLst/>
                <a:gdLst>
                  <a:gd name="connsiteX0" fmla="*/ 109753 w 125730"/>
                  <a:gd name="connsiteY0" fmla="*/ 216069 h 219328"/>
                  <a:gd name="connsiteX1" fmla="*/ 108231 w 125730"/>
                  <a:gd name="connsiteY1" fmla="*/ 192320 h 219328"/>
                  <a:gd name="connsiteX2" fmla="*/ 60392 w 125730"/>
                  <a:gd name="connsiteY2" fmla="*/ 219329 h 219328"/>
                  <a:gd name="connsiteX3" fmla="*/ 0 w 125730"/>
                  <a:gd name="connsiteY3" fmla="*/ 140352 h 219328"/>
                  <a:gd name="connsiteX4" fmla="*/ 63151 w 125730"/>
                  <a:gd name="connsiteY4" fmla="*/ 62586 h 219328"/>
                  <a:gd name="connsiteX5" fmla="*/ 106044 w 125730"/>
                  <a:gd name="connsiteY5" fmla="*/ 79350 h 219328"/>
                  <a:gd name="connsiteX6" fmla="*/ 106044 w 125730"/>
                  <a:gd name="connsiteY6" fmla="*/ 0 h 219328"/>
                  <a:gd name="connsiteX7" fmla="*/ 124779 w 125730"/>
                  <a:gd name="connsiteY7" fmla="*/ 0 h 219328"/>
                  <a:gd name="connsiteX8" fmla="*/ 124779 w 125730"/>
                  <a:gd name="connsiteY8" fmla="*/ 187850 h 219328"/>
                  <a:gd name="connsiteX9" fmla="*/ 125730 w 125730"/>
                  <a:gd name="connsiteY9" fmla="*/ 216069 h 219328"/>
                  <a:gd name="connsiteX10" fmla="*/ 109753 w 125730"/>
                  <a:gd name="connsiteY10" fmla="*/ 216069 h 219328"/>
                  <a:gd name="connsiteX11" fmla="*/ 106044 w 125730"/>
                  <a:gd name="connsiteY11" fmla="*/ 95369 h 219328"/>
                  <a:gd name="connsiteX12" fmla="*/ 67145 w 125730"/>
                  <a:gd name="connsiteY12" fmla="*/ 77953 h 219328"/>
                  <a:gd name="connsiteX13" fmla="*/ 19592 w 125730"/>
                  <a:gd name="connsiteY13" fmla="*/ 141004 h 219328"/>
                  <a:gd name="connsiteX14" fmla="*/ 64958 w 125730"/>
                  <a:gd name="connsiteY14" fmla="*/ 204055 h 219328"/>
                  <a:gd name="connsiteX15" fmla="*/ 106044 w 125730"/>
                  <a:gd name="connsiteY15" fmla="*/ 177046 h 219328"/>
                  <a:gd name="connsiteX16" fmla="*/ 106044 w 125730"/>
                  <a:gd name="connsiteY16" fmla="*/ 95462 h 2193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5730" h="219328">
                    <a:moveTo>
                      <a:pt x="109753" y="216069"/>
                    </a:moveTo>
                    <a:lnTo>
                      <a:pt x="108231" y="192320"/>
                    </a:lnTo>
                    <a:cubicBezTo>
                      <a:pt x="99386" y="204893"/>
                      <a:pt x="84645" y="219329"/>
                      <a:pt x="60392" y="219329"/>
                    </a:cubicBezTo>
                    <a:cubicBezTo>
                      <a:pt x="19592" y="219329"/>
                      <a:pt x="0" y="183938"/>
                      <a:pt x="0" y="140352"/>
                    </a:cubicBezTo>
                    <a:cubicBezTo>
                      <a:pt x="0" y="91736"/>
                      <a:pt x="28151" y="62586"/>
                      <a:pt x="63151" y="62586"/>
                    </a:cubicBezTo>
                    <a:cubicBezTo>
                      <a:pt x="82172" y="62586"/>
                      <a:pt x="97199" y="70409"/>
                      <a:pt x="106044" y="79350"/>
                    </a:cubicBezTo>
                    <a:lnTo>
                      <a:pt x="106044" y="0"/>
                    </a:lnTo>
                    <a:lnTo>
                      <a:pt x="124779" y="0"/>
                    </a:lnTo>
                    <a:lnTo>
                      <a:pt x="124779" y="187850"/>
                    </a:lnTo>
                    <a:cubicBezTo>
                      <a:pt x="124779" y="195021"/>
                      <a:pt x="125350" y="209457"/>
                      <a:pt x="125730" y="216069"/>
                    </a:cubicBezTo>
                    <a:lnTo>
                      <a:pt x="109753" y="216069"/>
                    </a:lnTo>
                    <a:close/>
                    <a:moveTo>
                      <a:pt x="106044" y="95369"/>
                    </a:moveTo>
                    <a:cubicBezTo>
                      <a:pt x="96533" y="86335"/>
                      <a:pt x="86737" y="77953"/>
                      <a:pt x="67145" y="77953"/>
                    </a:cubicBezTo>
                    <a:cubicBezTo>
                      <a:pt x="47553" y="77953"/>
                      <a:pt x="19592" y="93878"/>
                      <a:pt x="19592" y="141004"/>
                    </a:cubicBezTo>
                    <a:cubicBezTo>
                      <a:pt x="19592" y="178257"/>
                      <a:pt x="36140" y="204055"/>
                      <a:pt x="64958" y="204055"/>
                    </a:cubicBezTo>
                    <a:cubicBezTo>
                      <a:pt x="84264" y="204055"/>
                      <a:pt x="97484" y="190271"/>
                      <a:pt x="106044" y="177046"/>
                    </a:cubicBezTo>
                    <a:lnTo>
                      <a:pt x="106044" y="9546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</p:grpSp>
        <p:grpSp>
          <p:nvGrpSpPr>
            <p:cNvPr id="10" name="Graphic 17">
              <a:extLst>
                <a:ext uri="{FF2B5EF4-FFF2-40B4-BE49-F238E27FC236}">
                  <a16:creationId xmlns:a16="http://schemas.microsoft.com/office/drawing/2014/main" id="{19362761-7E1C-BA63-3606-DBC6FAF7169D}"/>
                </a:ext>
              </a:extLst>
            </p:cNvPr>
            <p:cNvGrpSpPr/>
            <p:nvPr/>
          </p:nvGrpSpPr>
          <p:grpSpPr>
            <a:xfrm>
              <a:off x="6465963" y="3289300"/>
              <a:ext cx="1730364" cy="282193"/>
              <a:chOff x="6465963" y="3289300"/>
              <a:chExt cx="1730364" cy="282193"/>
            </a:xfrm>
            <a:grpFill/>
          </p:grpSpPr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6597C7C9-41DF-977C-450D-97AD01610837}"/>
                  </a:ext>
                </a:extLst>
              </p:cNvPr>
              <p:cNvSpPr/>
              <p:nvPr/>
            </p:nvSpPr>
            <p:spPr>
              <a:xfrm>
                <a:off x="6465963" y="3355424"/>
                <a:ext cx="145512" cy="216069"/>
              </a:xfrm>
              <a:custGeom>
                <a:avLst/>
                <a:gdLst>
                  <a:gd name="connsiteX0" fmla="*/ 93204 w 145512"/>
                  <a:gd name="connsiteY0" fmla="*/ 161121 h 216069"/>
                  <a:gd name="connsiteX1" fmla="*/ 18451 w 145512"/>
                  <a:gd name="connsiteY1" fmla="*/ 216069 h 216069"/>
                  <a:gd name="connsiteX2" fmla="*/ 13220 w 145512"/>
                  <a:gd name="connsiteY2" fmla="*/ 189061 h 216069"/>
                  <a:gd name="connsiteX3" fmla="*/ 58871 w 145512"/>
                  <a:gd name="connsiteY3" fmla="*/ 159072 h 216069"/>
                  <a:gd name="connsiteX4" fmla="*/ 61914 w 145512"/>
                  <a:gd name="connsiteY4" fmla="*/ 149479 h 216069"/>
                  <a:gd name="connsiteX5" fmla="*/ 0 w 145512"/>
                  <a:gd name="connsiteY5" fmla="*/ 0 h 216069"/>
                  <a:gd name="connsiteX6" fmla="*/ 36426 w 145512"/>
                  <a:gd name="connsiteY6" fmla="*/ 0 h 216069"/>
                  <a:gd name="connsiteX7" fmla="*/ 63056 w 145512"/>
                  <a:gd name="connsiteY7" fmla="*/ 68453 h 216069"/>
                  <a:gd name="connsiteX8" fmla="*/ 78368 w 145512"/>
                  <a:gd name="connsiteY8" fmla="*/ 114368 h 216069"/>
                  <a:gd name="connsiteX9" fmla="*/ 111179 w 145512"/>
                  <a:gd name="connsiteY9" fmla="*/ 0 h 216069"/>
                  <a:gd name="connsiteX10" fmla="*/ 145513 w 145512"/>
                  <a:gd name="connsiteY10" fmla="*/ 0 h 216069"/>
                  <a:gd name="connsiteX11" fmla="*/ 93109 w 145512"/>
                  <a:gd name="connsiteY11" fmla="*/ 161214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5512" h="216069">
                    <a:moveTo>
                      <a:pt x="93204" y="161121"/>
                    </a:moveTo>
                    <a:cubicBezTo>
                      <a:pt x="80650" y="199492"/>
                      <a:pt x="52118" y="211878"/>
                      <a:pt x="18451" y="216069"/>
                    </a:cubicBezTo>
                    <a:lnTo>
                      <a:pt x="13220" y="189061"/>
                    </a:lnTo>
                    <a:cubicBezTo>
                      <a:pt x="37472" y="185428"/>
                      <a:pt x="53640" y="175277"/>
                      <a:pt x="58871" y="159072"/>
                    </a:cubicBezTo>
                    <a:lnTo>
                      <a:pt x="61914" y="149479"/>
                    </a:lnTo>
                    <a:lnTo>
                      <a:pt x="0" y="0"/>
                    </a:lnTo>
                    <a:lnTo>
                      <a:pt x="36426" y="0"/>
                    </a:lnTo>
                    <a:lnTo>
                      <a:pt x="63056" y="68453"/>
                    </a:lnTo>
                    <a:cubicBezTo>
                      <a:pt x="70379" y="87638"/>
                      <a:pt x="78368" y="114368"/>
                      <a:pt x="78368" y="114368"/>
                    </a:cubicBezTo>
                    <a:lnTo>
                      <a:pt x="111179" y="0"/>
                    </a:lnTo>
                    <a:lnTo>
                      <a:pt x="145513" y="0"/>
                    </a:lnTo>
                    <a:lnTo>
                      <a:pt x="93109" y="161214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863BDF7C-B5AB-A9AE-BD43-A44A1AA80A56}"/>
                  </a:ext>
                </a:extLst>
              </p:cNvPr>
              <p:cNvSpPr/>
              <p:nvPr/>
            </p:nvSpPr>
            <p:spPr>
              <a:xfrm>
                <a:off x="6629927" y="3351140"/>
                <a:ext cx="147795" cy="158419"/>
              </a:xfrm>
              <a:custGeom>
                <a:avLst/>
                <a:gdLst>
                  <a:gd name="connsiteX0" fmla="*/ 73898 w 147795"/>
                  <a:gd name="connsiteY0" fmla="*/ 158420 h 158419"/>
                  <a:gd name="connsiteX1" fmla="*/ 0 w 147795"/>
                  <a:gd name="connsiteY1" fmla="*/ 78605 h 158419"/>
                  <a:gd name="connsiteX2" fmla="*/ 73898 w 147795"/>
                  <a:gd name="connsiteY2" fmla="*/ 0 h 158419"/>
                  <a:gd name="connsiteX3" fmla="*/ 147795 w 147795"/>
                  <a:gd name="connsiteY3" fmla="*/ 78605 h 158419"/>
                  <a:gd name="connsiteX4" fmla="*/ 73898 w 147795"/>
                  <a:gd name="connsiteY4" fmla="*/ 158420 h 158419"/>
                  <a:gd name="connsiteX5" fmla="*/ 73898 w 147795"/>
                  <a:gd name="connsiteY5" fmla="*/ 26357 h 158419"/>
                  <a:gd name="connsiteX6" fmla="*/ 34714 w 147795"/>
                  <a:gd name="connsiteY6" fmla="*/ 78605 h 158419"/>
                  <a:gd name="connsiteX7" fmla="*/ 73898 w 147795"/>
                  <a:gd name="connsiteY7" fmla="*/ 132063 h 158419"/>
                  <a:gd name="connsiteX8" fmla="*/ 113081 w 147795"/>
                  <a:gd name="connsiteY8" fmla="*/ 78605 h 158419"/>
                  <a:gd name="connsiteX9" fmla="*/ 73898 w 147795"/>
                  <a:gd name="connsiteY9" fmla="*/ 26357 h 158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7795" h="158419">
                    <a:moveTo>
                      <a:pt x="73898" y="158420"/>
                    </a:moveTo>
                    <a:cubicBezTo>
                      <a:pt x="26725" y="158420"/>
                      <a:pt x="0" y="124799"/>
                      <a:pt x="0" y="78605"/>
                    </a:cubicBezTo>
                    <a:cubicBezTo>
                      <a:pt x="0" y="32410"/>
                      <a:pt x="27581" y="0"/>
                      <a:pt x="73898" y="0"/>
                    </a:cubicBezTo>
                    <a:cubicBezTo>
                      <a:pt x="120214" y="0"/>
                      <a:pt x="147795" y="32410"/>
                      <a:pt x="147795" y="78605"/>
                    </a:cubicBezTo>
                    <a:cubicBezTo>
                      <a:pt x="147795" y="124799"/>
                      <a:pt x="120214" y="158420"/>
                      <a:pt x="73898" y="158420"/>
                    </a:cubicBezTo>
                    <a:close/>
                    <a:moveTo>
                      <a:pt x="73898" y="26357"/>
                    </a:moveTo>
                    <a:cubicBezTo>
                      <a:pt x="47838" y="26357"/>
                      <a:pt x="34714" y="47405"/>
                      <a:pt x="34714" y="78605"/>
                    </a:cubicBezTo>
                    <a:cubicBezTo>
                      <a:pt x="34714" y="109804"/>
                      <a:pt x="48504" y="132063"/>
                      <a:pt x="73898" y="132063"/>
                    </a:cubicBezTo>
                    <a:cubicBezTo>
                      <a:pt x="99291" y="132063"/>
                      <a:pt x="113081" y="109897"/>
                      <a:pt x="113081" y="78605"/>
                    </a:cubicBezTo>
                    <a:cubicBezTo>
                      <a:pt x="113081" y="47312"/>
                      <a:pt x="99005" y="26357"/>
                      <a:pt x="73898" y="26357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43035C3A-CF06-3265-D99A-7CD08FA7806D}"/>
                  </a:ext>
                </a:extLst>
              </p:cNvPr>
              <p:cNvSpPr/>
              <p:nvPr/>
            </p:nvSpPr>
            <p:spPr>
              <a:xfrm>
                <a:off x="6812911" y="3355331"/>
                <a:ext cx="127252" cy="153949"/>
              </a:xfrm>
              <a:custGeom>
                <a:avLst/>
                <a:gdLst>
                  <a:gd name="connsiteX0" fmla="*/ 99957 w 127252"/>
                  <a:gd name="connsiteY0" fmla="*/ 150038 h 153949"/>
                  <a:gd name="connsiteX1" fmla="*/ 97199 w 127252"/>
                  <a:gd name="connsiteY1" fmla="*/ 132622 h 153949"/>
                  <a:gd name="connsiteX2" fmla="*/ 53069 w 127252"/>
                  <a:gd name="connsiteY2" fmla="*/ 153949 h 153949"/>
                  <a:gd name="connsiteX3" fmla="*/ 0 w 127252"/>
                  <a:gd name="connsiteY3" fmla="*/ 95462 h 153949"/>
                  <a:gd name="connsiteX4" fmla="*/ 0 w 127252"/>
                  <a:gd name="connsiteY4" fmla="*/ 0 h 153949"/>
                  <a:gd name="connsiteX5" fmla="*/ 34048 w 127252"/>
                  <a:gd name="connsiteY5" fmla="*/ 0 h 153949"/>
                  <a:gd name="connsiteX6" fmla="*/ 34048 w 127252"/>
                  <a:gd name="connsiteY6" fmla="*/ 90619 h 153949"/>
                  <a:gd name="connsiteX7" fmla="*/ 60107 w 127252"/>
                  <a:gd name="connsiteY7" fmla="*/ 127220 h 153949"/>
                  <a:gd name="connsiteX8" fmla="*/ 91682 w 127252"/>
                  <a:gd name="connsiteY8" fmla="*/ 108035 h 153949"/>
                  <a:gd name="connsiteX9" fmla="*/ 91682 w 127252"/>
                  <a:gd name="connsiteY9" fmla="*/ 0 h 153949"/>
                  <a:gd name="connsiteX10" fmla="*/ 125731 w 127252"/>
                  <a:gd name="connsiteY10" fmla="*/ 0 h 153949"/>
                  <a:gd name="connsiteX11" fmla="*/ 125731 w 127252"/>
                  <a:gd name="connsiteY11" fmla="*/ 123029 h 153949"/>
                  <a:gd name="connsiteX12" fmla="*/ 127252 w 127252"/>
                  <a:gd name="connsiteY12" fmla="*/ 150038 h 153949"/>
                  <a:gd name="connsiteX13" fmla="*/ 99957 w 127252"/>
                  <a:gd name="connsiteY13" fmla="*/ 150038 h 153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7252" h="153949">
                    <a:moveTo>
                      <a:pt x="99957" y="150038"/>
                    </a:moveTo>
                    <a:lnTo>
                      <a:pt x="97199" y="132622"/>
                    </a:lnTo>
                    <a:cubicBezTo>
                      <a:pt x="86452" y="146126"/>
                      <a:pt x="71425" y="153949"/>
                      <a:pt x="53069" y="153949"/>
                    </a:cubicBezTo>
                    <a:cubicBezTo>
                      <a:pt x="15027" y="153949"/>
                      <a:pt x="0" y="131784"/>
                      <a:pt x="0" y="95462"/>
                    </a:cubicBezTo>
                    <a:lnTo>
                      <a:pt x="0" y="0"/>
                    </a:lnTo>
                    <a:lnTo>
                      <a:pt x="34048" y="0"/>
                    </a:lnTo>
                    <a:lnTo>
                      <a:pt x="34048" y="90619"/>
                    </a:lnTo>
                    <a:cubicBezTo>
                      <a:pt x="34048" y="117069"/>
                      <a:pt x="39850" y="127220"/>
                      <a:pt x="60107" y="127220"/>
                    </a:cubicBezTo>
                    <a:cubicBezTo>
                      <a:pt x="76085" y="127220"/>
                      <a:pt x="86452" y="115485"/>
                      <a:pt x="91682" y="108035"/>
                    </a:cubicBezTo>
                    <a:lnTo>
                      <a:pt x="91682" y="0"/>
                    </a:lnTo>
                    <a:lnTo>
                      <a:pt x="125731" y="0"/>
                    </a:lnTo>
                    <a:lnTo>
                      <a:pt x="125731" y="123029"/>
                    </a:lnTo>
                    <a:cubicBezTo>
                      <a:pt x="125731" y="128151"/>
                      <a:pt x="126967" y="144915"/>
                      <a:pt x="127252" y="150038"/>
                    </a:cubicBezTo>
                    <a:lnTo>
                      <a:pt x="99957" y="150038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EE9914BC-08FB-94DB-FB50-53A9C1F0F258}"/>
                  </a:ext>
                </a:extLst>
              </p:cNvPr>
              <p:cNvSpPr/>
              <p:nvPr/>
            </p:nvSpPr>
            <p:spPr>
              <a:xfrm>
                <a:off x="6980013" y="3351140"/>
                <a:ext cx="93204" cy="154228"/>
              </a:xfrm>
              <a:custGeom>
                <a:avLst/>
                <a:gdLst>
                  <a:gd name="connsiteX0" fmla="*/ 83123 w 93204"/>
                  <a:gd name="connsiteY0" fmla="*/ 37160 h 154228"/>
                  <a:gd name="connsiteX1" fmla="*/ 68381 w 93204"/>
                  <a:gd name="connsiteY1" fmla="*/ 32690 h 154228"/>
                  <a:gd name="connsiteX2" fmla="*/ 35570 w 93204"/>
                  <a:gd name="connsiteY2" fmla="*/ 56066 h 154228"/>
                  <a:gd name="connsiteX3" fmla="*/ 35570 w 93204"/>
                  <a:gd name="connsiteY3" fmla="*/ 154229 h 154228"/>
                  <a:gd name="connsiteX4" fmla="*/ 1521 w 93204"/>
                  <a:gd name="connsiteY4" fmla="*/ 154229 h 154228"/>
                  <a:gd name="connsiteX5" fmla="*/ 1521 w 93204"/>
                  <a:gd name="connsiteY5" fmla="*/ 32410 h 154228"/>
                  <a:gd name="connsiteX6" fmla="*/ 0 w 93204"/>
                  <a:gd name="connsiteY6" fmla="*/ 4191 h 154228"/>
                  <a:gd name="connsiteX7" fmla="*/ 26059 w 93204"/>
                  <a:gd name="connsiteY7" fmla="*/ 4191 h 154228"/>
                  <a:gd name="connsiteX8" fmla="*/ 28817 w 93204"/>
                  <a:gd name="connsiteY8" fmla="*/ 29710 h 154228"/>
                  <a:gd name="connsiteX9" fmla="*/ 77892 w 93204"/>
                  <a:gd name="connsiteY9" fmla="*/ 0 h 154228"/>
                  <a:gd name="connsiteX10" fmla="*/ 93204 w 93204"/>
                  <a:gd name="connsiteY10" fmla="*/ 2421 h 154228"/>
                  <a:gd name="connsiteX11" fmla="*/ 83123 w 93204"/>
                  <a:gd name="connsiteY11" fmla="*/ 37253 h 1542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93204" h="154228">
                    <a:moveTo>
                      <a:pt x="83123" y="37160"/>
                    </a:moveTo>
                    <a:cubicBezTo>
                      <a:pt x="78177" y="34180"/>
                      <a:pt x="73898" y="32690"/>
                      <a:pt x="68381" y="32690"/>
                    </a:cubicBezTo>
                    <a:cubicBezTo>
                      <a:pt x="53640" y="32690"/>
                      <a:pt x="44129" y="42934"/>
                      <a:pt x="35570" y="56066"/>
                    </a:cubicBezTo>
                    <a:lnTo>
                      <a:pt x="35570" y="154229"/>
                    </a:lnTo>
                    <a:lnTo>
                      <a:pt x="1521" y="154229"/>
                    </a:lnTo>
                    <a:lnTo>
                      <a:pt x="1521" y="32410"/>
                    </a:lnTo>
                    <a:cubicBezTo>
                      <a:pt x="1521" y="27288"/>
                      <a:pt x="285" y="9313"/>
                      <a:pt x="0" y="4191"/>
                    </a:cubicBezTo>
                    <a:lnTo>
                      <a:pt x="26059" y="4191"/>
                    </a:lnTo>
                    <a:lnTo>
                      <a:pt x="28817" y="29710"/>
                    </a:lnTo>
                    <a:cubicBezTo>
                      <a:pt x="37091" y="14063"/>
                      <a:pt x="51452" y="0"/>
                      <a:pt x="77892" y="0"/>
                    </a:cubicBezTo>
                    <a:cubicBezTo>
                      <a:pt x="83123" y="0"/>
                      <a:pt x="88924" y="931"/>
                      <a:pt x="93204" y="2421"/>
                    </a:cubicBezTo>
                    <a:lnTo>
                      <a:pt x="83123" y="37253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3343AD31-7B2A-95FB-6C21-DC5A2534F552}"/>
                  </a:ext>
                </a:extLst>
              </p:cNvPr>
              <p:cNvSpPr/>
              <p:nvPr/>
            </p:nvSpPr>
            <p:spPr>
              <a:xfrm>
                <a:off x="7192956" y="3351140"/>
                <a:ext cx="218744" cy="154321"/>
              </a:xfrm>
              <a:custGeom>
                <a:avLst/>
                <a:gdLst>
                  <a:gd name="connsiteX0" fmla="*/ 184982 w 218744"/>
                  <a:gd name="connsiteY0" fmla="*/ 154229 h 154321"/>
                  <a:gd name="connsiteX1" fmla="*/ 184982 w 218744"/>
                  <a:gd name="connsiteY1" fmla="*/ 67242 h 154321"/>
                  <a:gd name="connsiteX2" fmla="*/ 157972 w 218744"/>
                  <a:gd name="connsiteY2" fmla="*/ 27288 h 154321"/>
                  <a:gd name="connsiteX3" fmla="*/ 126682 w 218744"/>
                  <a:gd name="connsiteY3" fmla="*/ 47405 h 154321"/>
                  <a:gd name="connsiteX4" fmla="*/ 127252 w 218744"/>
                  <a:gd name="connsiteY4" fmla="*/ 57277 h 154321"/>
                  <a:gd name="connsiteX5" fmla="*/ 127252 w 218744"/>
                  <a:gd name="connsiteY5" fmla="*/ 154229 h 154321"/>
                  <a:gd name="connsiteX6" fmla="*/ 93204 w 218744"/>
                  <a:gd name="connsiteY6" fmla="*/ 154229 h 154321"/>
                  <a:gd name="connsiteX7" fmla="*/ 93204 w 218744"/>
                  <a:gd name="connsiteY7" fmla="*/ 67522 h 154321"/>
                  <a:gd name="connsiteX8" fmla="*/ 66194 w 218744"/>
                  <a:gd name="connsiteY8" fmla="*/ 27288 h 154321"/>
                  <a:gd name="connsiteX9" fmla="*/ 35570 w 218744"/>
                  <a:gd name="connsiteY9" fmla="*/ 47405 h 154321"/>
                  <a:gd name="connsiteX10" fmla="*/ 35570 w 218744"/>
                  <a:gd name="connsiteY10" fmla="*/ 154229 h 154321"/>
                  <a:gd name="connsiteX11" fmla="*/ 1522 w 218744"/>
                  <a:gd name="connsiteY11" fmla="*/ 154229 h 154321"/>
                  <a:gd name="connsiteX12" fmla="*/ 1522 w 218744"/>
                  <a:gd name="connsiteY12" fmla="*/ 31200 h 154321"/>
                  <a:gd name="connsiteX13" fmla="*/ 0 w 218744"/>
                  <a:gd name="connsiteY13" fmla="*/ 4191 h 154321"/>
                  <a:gd name="connsiteX14" fmla="*/ 26630 w 218744"/>
                  <a:gd name="connsiteY14" fmla="*/ 4191 h 154321"/>
                  <a:gd name="connsiteX15" fmla="*/ 29958 w 218744"/>
                  <a:gd name="connsiteY15" fmla="*/ 22818 h 154321"/>
                  <a:gd name="connsiteX16" fmla="*/ 72281 w 218744"/>
                  <a:gd name="connsiteY16" fmla="*/ 0 h 154321"/>
                  <a:gd name="connsiteX17" fmla="*/ 118217 w 218744"/>
                  <a:gd name="connsiteY17" fmla="*/ 24028 h 154321"/>
                  <a:gd name="connsiteX18" fmla="*/ 164154 w 218744"/>
                  <a:gd name="connsiteY18" fmla="*/ 0 h 154321"/>
                  <a:gd name="connsiteX19" fmla="*/ 218745 w 218744"/>
                  <a:gd name="connsiteY19" fmla="*/ 68453 h 154321"/>
                  <a:gd name="connsiteX20" fmla="*/ 218745 w 218744"/>
                  <a:gd name="connsiteY20" fmla="*/ 154322 h 154321"/>
                  <a:gd name="connsiteX21" fmla="*/ 184697 w 218744"/>
                  <a:gd name="connsiteY21" fmla="*/ 154322 h 1543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18744" h="154321">
                    <a:moveTo>
                      <a:pt x="184982" y="154229"/>
                    </a:moveTo>
                    <a:lnTo>
                      <a:pt x="184982" y="67242"/>
                    </a:lnTo>
                    <a:cubicBezTo>
                      <a:pt x="184982" y="42655"/>
                      <a:pt x="179180" y="27288"/>
                      <a:pt x="157972" y="27288"/>
                    </a:cubicBezTo>
                    <a:cubicBezTo>
                      <a:pt x="144181" y="27288"/>
                      <a:pt x="133719" y="37160"/>
                      <a:pt x="126682" y="47405"/>
                    </a:cubicBezTo>
                    <a:cubicBezTo>
                      <a:pt x="126967" y="50106"/>
                      <a:pt x="127252" y="54297"/>
                      <a:pt x="127252" y="57277"/>
                    </a:cubicBezTo>
                    <a:lnTo>
                      <a:pt x="127252" y="154229"/>
                    </a:lnTo>
                    <a:lnTo>
                      <a:pt x="93204" y="154229"/>
                    </a:lnTo>
                    <a:lnTo>
                      <a:pt x="93204" y="67522"/>
                    </a:lnTo>
                    <a:cubicBezTo>
                      <a:pt x="93204" y="41724"/>
                      <a:pt x="88639" y="27288"/>
                      <a:pt x="66194" y="27288"/>
                    </a:cubicBezTo>
                    <a:cubicBezTo>
                      <a:pt x="53355" y="27288"/>
                      <a:pt x="42322" y="38092"/>
                      <a:pt x="35570" y="47405"/>
                    </a:cubicBezTo>
                    <a:lnTo>
                      <a:pt x="35570" y="154229"/>
                    </a:lnTo>
                    <a:lnTo>
                      <a:pt x="1522" y="154229"/>
                    </a:lnTo>
                    <a:lnTo>
                      <a:pt x="1522" y="31200"/>
                    </a:lnTo>
                    <a:cubicBezTo>
                      <a:pt x="1522" y="26077"/>
                      <a:pt x="285" y="9313"/>
                      <a:pt x="0" y="4191"/>
                    </a:cubicBezTo>
                    <a:lnTo>
                      <a:pt x="26630" y="4191"/>
                    </a:lnTo>
                    <a:lnTo>
                      <a:pt x="29958" y="22818"/>
                    </a:lnTo>
                    <a:cubicBezTo>
                      <a:pt x="40991" y="9872"/>
                      <a:pt x="55067" y="0"/>
                      <a:pt x="72281" y="0"/>
                    </a:cubicBezTo>
                    <a:cubicBezTo>
                      <a:pt x="96153" y="0"/>
                      <a:pt x="109087" y="9034"/>
                      <a:pt x="118217" y="24028"/>
                    </a:cubicBezTo>
                    <a:cubicBezTo>
                      <a:pt x="128013" y="11083"/>
                      <a:pt x="142755" y="0"/>
                      <a:pt x="164154" y="0"/>
                    </a:cubicBezTo>
                    <a:cubicBezTo>
                      <a:pt x="202481" y="0"/>
                      <a:pt x="218745" y="20676"/>
                      <a:pt x="218745" y="68453"/>
                    </a:cubicBezTo>
                    <a:lnTo>
                      <a:pt x="218745" y="154322"/>
                    </a:lnTo>
                    <a:lnTo>
                      <a:pt x="184697" y="15432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1BDCE7C0-41C0-CB4C-4B0D-8750D47B19F9}"/>
                  </a:ext>
                </a:extLst>
              </p:cNvPr>
              <p:cNvSpPr/>
              <p:nvPr/>
            </p:nvSpPr>
            <p:spPr>
              <a:xfrm>
                <a:off x="7454879" y="3289300"/>
                <a:ext cx="36425" cy="216069"/>
              </a:xfrm>
              <a:custGeom>
                <a:avLst/>
                <a:gdLst>
                  <a:gd name="connsiteX0" fmla="*/ 0 w 36425"/>
                  <a:gd name="connsiteY0" fmla="*/ 32969 h 216069"/>
                  <a:gd name="connsiteX1" fmla="*/ 0 w 36425"/>
                  <a:gd name="connsiteY1" fmla="*/ 0 h 216069"/>
                  <a:gd name="connsiteX2" fmla="*/ 36426 w 36425"/>
                  <a:gd name="connsiteY2" fmla="*/ 0 h 216069"/>
                  <a:gd name="connsiteX3" fmla="*/ 36426 w 36425"/>
                  <a:gd name="connsiteY3" fmla="*/ 32969 h 216069"/>
                  <a:gd name="connsiteX4" fmla="*/ 0 w 36425"/>
                  <a:gd name="connsiteY4" fmla="*/ 32969 h 216069"/>
                  <a:gd name="connsiteX5" fmla="*/ 1236 w 36425"/>
                  <a:gd name="connsiteY5" fmla="*/ 216069 h 216069"/>
                  <a:gd name="connsiteX6" fmla="*/ 1236 w 36425"/>
                  <a:gd name="connsiteY6" fmla="*/ 66032 h 216069"/>
                  <a:gd name="connsiteX7" fmla="*/ 35284 w 36425"/>
                  <a:gd name="connsiteY7" fmla="*/ 66032 h 216069"/>
                  <a:gd name="connsiteX8" fmla="*/ 35284 w 36425"/>
                  <a:gd name="connsiteY8" fmla="*/ 216069 h 216069"/>
                  <a:gd name="connsiteX9" fmla="*/ 1236 w 36425"/>
                  <a:gd name="connsiteY9" fmla="*/ 216069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6425" h="216069">
                    <a:moveTo>
                      <a:pt x="0" y="32969"/>
                    </a:moveTo>
                    <a:lnTo>
                      <a:pt x="0" y="0"/>
                    </a:lnTo>
                    <a:lnTo>
                      <a:pt x="36426" y="0"/>
                    </a:lnTo>
                    <a:lnTo>
                      <a:pt x="36426" y="32969"/>
                    </a:lnTo>
                    <a:lnTo>
                      <a:pt x="0" y="32969"/>
                    </a:lnTo>
                    <a:close/>
                    <a:moveTo>
                      <a:pt x="1236" y="216069"/>
                    </a:moveTo>
                    <a:lnTo>
                      <a:pt x="1236" y="66032"/>
                    </a:lnTo>
                    <a:lnTo>
                      <a:pt x="35284" y="66032"/>
                    </a:lnTo>
                    <a:lnTo>
                      <a:pt x="35284" y="216069"/>
                    </a:lnTo>
                    <a:lnTo>
                      <a:pt x="1236" y="21606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E8F57790-6F31-4D87-7DFD-6F9A4BA5E61B}"/>
                  </a:ext>
                </a:extLst>
              </p:cNvPr>
              <p:cNvSpPr/>
              <p:nvPr/>
            </p:nvSpPr>
            <p:spPr>
              <a:xfrm>
                <a:off x="7520502" y="3351326"/>
                <a:ext cx="120689" cy="157954"/>
              </a:xfrm>
              <a:custGeom>
                <a:avLst/>
                <a:gdLst>
                  <a:gd name="connsiteX0" fmla="*/ 61914 w 120689"/>
                  <a:gd name="connsiteY0" fmla="*/ 157954 h 157954"/>
                  <a:gd name="connsiteX1" fmla="*/ 0 w 120689"/>
                  <a:gd name="connsiteY1" fmla="*/ 139048 h 157954"/>
                  <a:gd name="connsiteX2" fmla="*/ 15598 w 120689"/>
                  <a:gd name="connsiteY2" fmla="*/ 115299 h 157954"/>
                  <a:gd name="connsiteX3" fmla="*/ 60678 w 120689"/>
                  <a:gd name="connsiteY3" fmla="*/ 131784 h 157954"/>
                  <a:gd name="connsiteX4" fmla="*/ 85786 w 120689"/>
                  <a:gd name="connsiteY4" fmla="*/ 115020 h 157954"/>
                  <a:gd name="connsiteX5" fmla="*/ 55732 w 120689"/>
                  <a:gd name="connsiteY5" fmla="*/ 91271 h 157954"/>
                  <a:gd name="connsiteX6" fmla="*/ 6372 w 120689"/>
                  <a:gd name="connsiteY6" fmla="*/ 44145 h 157954"/>
                  <a:gd name="connsiteX7" fmla="*/ 64577 w 120689"/>
                  <a:gd name="connsiteY7" fmla="*/ 0 h 157954"/>
                  <a:gd name="connsiteX8" fmla="*/ 118788 w 120689"/>
                  <a:gd name="connsiteY8" fmla="*/ 16205 h 157954"/>
                  <a:gd name="connsiteX9" fmla="*/ 104427 w 120689"/>
                  <a:gd name="connsiteY9" fmla="*/ 39302 h 157954"/>
                  <a:gd name="connsiteX10" fmla="*/ 65528 w 120689"/>
                  <a:gd name="connsiteY10" fmla="*/ 26077 h 157954"/>
                  <a:gd name="connsiteX11" fmla="*/ 41276 w 120689"/>
                  <a:gd name="connsiteY11" fmla="*/ 41724 h 157954"/>
                  <a:gd name="connsiteX12" fmla="*/ 75895 w 120689"/>
                  <a:gd name="connsiteY12" fmla="*/ 64821 h 157954"/>
                  <a:gd name="connsiteX13" fmla="*/ 120690 w 120689"/>
                  <a:gd name="connsiteY13" fmla="*/ 113716 h 157954"/>
                  <a:gd name="connsiteX14" fmla="*/ 61819 w 120689"/>
                  <a:gd name="connsiteY14" fmla="*/ 157861 h 157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0689" h="157954">
                    <a:moveTo>
                      <a:pt x="61914" y="157954"/>
                    </a:moveTo>
                    <a:cubicBezTo>
                      <a:pt x="33097" y="157954"/>
                      <a:pt x="16263" y="149572"/>
                      <a:pt x="0" y="139048"/>
                    </a:cubicBezTo>
                    <a:lnTo>
                      <a:pt x="15598" y="115299"/>
                    </a:lnTo>
                    <a:cubicBezTo>
                      <a:pt x="28817" y="124612"/>
                      <a:pt x="44129" y="131784"/>
                      <a:pt x="60678" y="131784"/>
                    </a:cubicBezTo>
                    <a:cubicBezTo>
                      <a:pt x="77226" y="131784"/>
                      <a:pt x="85786" y="124612"/>
                      <a:pt x="85786" y="115020"/>
                    </a:cubicBezTo>
                    <a:cubicBezTo>
                      <a:pt x="85786" y="101795"/>
                      <a:pt x="76941" y="96672"/>
                      <a:pt x="55732" y="91271"/>
                    </a:cubicBezTo>
                    <a:cubicBezTo>
                      <a:pt x="32146" y="85310"/>
                      <a:pt x="6372" y="73855"/>
                      <a:pt x="6372" y="44145"/>
                    </a:cubicBezTo>
                    <a:cubicBezTo>
                      <a:pt x="6372" y="16578"/>
                      <a:pt x="30244" y="0"/>
                      <a:pt x="64577" y="0"/>
                    </a:cubicBezTo>
                    <a:cubicBezTo>
                      <a:pt x="86356" y="0"/>
                      <a:pt x="101669" y="4191"/>
                      <a:pt x="118788" y="16205"/>
                    </a:cubicBezTo>
                    <a:lnTo>
                      <a:pt x="104427" y="39302"/>
                    </a:lnTo>
                    <a:cubicBezTo>
                      <a:pt x="91207" y="29430"/>
                      <a:pt x="74659" y="26077"/>
                      <a:pt x="65528" y="26077"/>
                    </a:cubicBezTo>
                    <a:cubicBezTo>
                      <a:pt x="48029" y="26077"/>
                      <a:pt x="41276" y="32410"/>
                      <a:pt x="41276" y="41724"/>
                    </a:cubicBezTo>
                    <a:cubicBezTo>
                      <a:pt x="41276" y="54669"/>
                      <a:pt x="52594" y="58488"/>
                      <a:pt x="75895" y="64821"/>
                    </a:cubicBezTo>
                    <a:cubicBezTo>
                      <a:pt x="95487" y="69943"/>
                      <a:pt x="120690" y="80095"/>
                      <a:pt x="120690" y="113716"/>
                    </a:cubicBezTo>
                    <a:cubicBezTo>
                      <a:pt x="120690" y="144915"/>
                      <a:pt x="90922" y="157861"/>
                      <a:pt x="61819" y="157861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0CC7836D-3728-B5B0-FF0F-F16A81BEE942}"/>
                  </a:ext>
                </a:extLst>
              </p:cNvPr>
              <p:cNvSpPr/>
              <p:nvPr/>
            </p:nvSpPr>
            <p:spPr>
              <a:xfrm>
                <a:off x="7658502" y="3351326"/>
                <a:ext cx="120689" cy="157954"/>
              </a:xfrm>
              <a:custGeom>
                <a:avLst/>
                <a:gdLst>
                  <a:gd name="connsiteX0" fmla="*/ 61914 w 120689"/>
                  <a:gd name="connsiteY0" fmla="*/ 157954 h 157954"/>
                  <a:gd name="connsiteX1" fmla="*/ 0 w 120689"/>
                  <a:gd name="connsiteY1" fmla="*/ 139048 h 157954"/>
                  <a:gd name="connsiteX2" fmla="*/ 15597 w 120689"/>
                  <a:gd name="connsiteY2" fmla="*/ 115299 h 157954"/>
                  <a:gd name="connsiteX3" fmla="*/ 60678 w 120689"/>
                  <a:gd name="connsiteY3" fmla="*/ 131784 h 157954"/>
                  <a:gd name="connsiteX4" fmla="*/ 85786 w 120689"/>
                  <a:gd name="connsiteY4" fmla="*/ 115020 h 157954"/>
                  <a:gd name="connsiteX5" fmla="*/ 55732 w 120689"/>
                  <a:gd name="connsiteY5" fmla="*/ 91271 h 157954"/>
                  <a:gd name="connsiteX6" fmla="*/ 6372 w 120689"/>
                  <a:gd name="connsiteY6" fmla="*/ 44145 h 157954"/>
                  <a:gd name="connsiteX7" fmla="*/ 64577 w 120689"/>
                  <a:gd name="connsiteY7" fmla="*/ 0 h 157954"/>
                  <a:gd name="connsiteX8" fmla="*/ 118788 w 120689"/>
                  <a:gd name="connsiteY8" fmla="*/ 16205 h 157954"/>
                  <a:gd name="connsiteX9" fmla="*/ 104427 w 120689"/>
                  <a:gd name="connsiteY9" fmla="*/ 39302 h 157954"/>
                  <a:gd name="connsiteX10" fmla="*/ 65528 w 120689"/>
                  <a:gd name="connsiteY10" fmla="*/ 26077 h 157954"/>
                  <a:gd name="connsiteX11" fmla="*/ 41276 w 120689"/>
                  <a:gd name="connsiteY11" fmla="*/ 41724 h 157954"/>
                  <a:gd name="connsiteX12" fmla="*/ 75895 w 120689"/>
                  <a:gd name="connsiteY12" fmla="*/ 64821 h 157954"/>
                  <a:gd name="connsiteX13" fmla="*/ 120690 w 120689"/>
                  <a:gd name="connsiteY13" fmla="*/ 113716 h 157954"/>
                  <a:gd name="connsiteX14" fmla="*/ 61819 w 120689"/>
                  <a:gd name="connsiteY14" fmla="*/ 157861 h 157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0689" h="157954">
                    <a:moveTo>
                      <a:pt x="61914" y="157954"/>
                    </a:moveTo>
                    <a:cubicBezTo>
                      <a:pt x="33097" y="157954"/>
                      <a:pt x="16263" y="149572"/>
                      <a:pt x="0" y="139048"/>
                    </a:cubicBezTo>
                    <a:lnTo>
                      <a:pt x="15597" y="115299"/>
                    </a:lnTo>
                    <a:cubicBezTo>
                      <a:pt x="28817" y="124612"/>
                      <a:pt x="44129" y="131784"/>
                      <a:pt x="60678" y="131784"/>
                    </a:cubicBezTo>
                    <a:cubicBezTo>
                      <a:pt x="77226" y="131784"/>
                      <a:pt x="85786" y="124612"/>
                      <a:pt x="85786" y="115020"/>
                    </a:cubicBezTo>
                    <a:cubicBezTo>
                      <a:pt x="85786" y="101795"/>
                      <a:pt x="76941" y="96672"/>
                      <a:pt x="55732" y="91271"/>
                    </a:cubicBezTo>
                    <a:cubicBezTo>
                      <a:pt x="32146" y="85310"/>
                      <a:pt x="6372" y="73855"/>
                      <a:pt x="6372" y="44145"/>
                    </a:cubicBezTo>
                    <a:cubicBezTo>
                      <a:pt x="6372" y="16578"/>
                      <a:pt x="30244" y="0"/>
                      <a:pt x="64577" y="0"/>
                    </a:cubicBezTo>
                    <a:cubicBezTo>
                      <a:pt x="86356" y="0"/>
                      <a:pt x="101669" y="4191"/>
                      <a:pt x="118788" y="16205"/>
                    </a:cubicBezTo>
                    <a:lnTo>
                      <a:pt x="104427" y="39302"/>
                    </a:lnTo>
                    <a:cubicBezTo>
                      <a:pt x="91207" y="29430"/>
                      <a:pt x="74659" y="26077"/>
                      <a:pt x="65528" y="26077"/>
                    </a:cubicBezTo>
                    <a:cubicBezTo>
                      <a:pt x="48029" y="26077"/>
                      <a:pt x="41276" y="32410"/>
                      <a:pt x="41276" y="41724"/>
                    </a:cubicBezTo>
                    <a:cubicBezTo>
                      <a:pt x="41276" y="54669"/>
                      <a:pt x="52594" y="58488"/>
                      <a:pt x="75895" y="64821"/>
                    </a:cubicBezTo>
                    <a:cubicBezTo>
                      <a:pt x="95487" y="69943"/>
                      <a:pt x="120690" y="80095"/>
                      <a:pt x="120690" y="113716"/>
                    </a:cubicBezTo>
                    <a:cubicBezTo>
                      <a:pt x="120690" y="144915"/>
                      <a:pt x="90922" y="157861"/>
                      <a:pt x="61819" y="157861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7636D4CC-3298-11E9-1879-AB931E18D301}"/>
                  </a:ext>
                </a:extLst>
              </p:cNvPr>
              <p:cNvSpPr/>
              <p:nvPr/>
            </p:nvSpPr>
            <p:spPr>
              <a:xfrm>
                <a:off x="7812954" y="3289300"/>
                <a:ext cx="36425" cy="216069"/>
              </a:xfrm>
              <a:custGeom>
                <a:avLst/>
                <a:gdLst>
                  <a:gd name="connsiteX0" fmla="*/ 0 w 36425"/>
                  <a:gd name="connsiteY0" fmla="*/ 32969 h 216069"/>
                  <a:gd name="connsiteX1" fmla="*/ 0 w 36425"/>
                  <a:gd name="connsiteY1" fmla="*/ 0 h 216069"/>
                  <a:gd name="connsiteX2" fmla="*/ 36426 w 36425"/>
                  <a:gd name="connsiteY2" fmla="*/ 0 h 216069"/>
                  <a:gd name="connsiteX3" fmla="*/ 36426 w 36425"/>
                  <a:gd name="connsiteY3" fmla="*/ 32969 h 216069"/>
                  <a:gd name="connsiteX4" fmla="*/ 0 w 36425"/>
                  <a:gd name="connsiteY4" fmla="*/ 32969 h 216069"/>
                  <a:gd name="connsiteX5" fmla="*/ 1236 w 36425"/>
                  <a:gd name="connsiteY5" fmla="*/ 216069 h 216069"/>
                  <a:gd name="connsiteX6" fmla="*/ 1236 w 36425"/>
                  <a:gd name="connsiteY6" fmla="*/ 66032 h 216069"/>
                  <a:gd name="connsiteX7" fmla="*/ 35284 w 36425"/>
                  <a:gd name="connsiteY7" fmla="*/ 66032 h 216069"/>
                  <a:gd name="connsiteX8" fmla="*/ 35284 w 36425"/>
                  <a:gd name="connsiteY8" fmla="*/ 216069 h 216069"/>
                  <a:gd name="connsiteX9" fmla="*/ 1236 w 36425"/>
                  <a:gd name="connsiteY9" fmla="*/ 216069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6425" h="216069">
                    <a:moveTo>
                      <a:pt x="0" y="32969"/>
                    </a:moveTo>
                    <a:lnTo>
                      <a:pt x="0" y="0"/>
                    </a:lnTo>
                    <a:lnTo>
                      <a:pt x="36426" y="0"/>
                    </a:lnTo>
                    <a:lnTo>
                      <a:pt x="36426" y="32969"/>
                    </a:lnTo>
                    <a:lnTo>
                      <a:pt x="0" y="32969"/>
                    </a:lnTo>
                    <a:close/>
                    <a:moveTo>
                      <a:pt x="1236" y="216069"/>
                    </a:moveTo>
                    <a:lnTo>
                      <a:pt x="1236" y="66032"/>
                    </a:lnTo>
                    <a:lnTo>
                      <a:pt x="35284" y="66032"/>
                    </a:lnTo>
                    <a:lnTo>
                      <a:pt x="35284" y="216069"/>
                    </a:lnTo>
                    <a:lnTo>
                      <a:pt x="1236" y="21606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8BCF3C77-D49F-F991-E533-93BC1EE20F6B}"/>
                  </a:ext>
                </a:extLst>
              </p:cNvPr>
              <p:cNvSpPr/>
              <p:nvPr/>
            </p:nvSpPr>
            <p:spPr>
              <a:xfrm>
                <a:off x="7884664" y="3351140"/>
                <a:ext cx="147795" cy="158419"/>
              </a:xfrm>
              <a:custGeom>
                <a:avLst/>
                <a:gdLst>
                  <a:gd name="connsiteX0" fmla="*/ 73898 w 147795"/>
                  <a:gd name="connsiteY0" fmla="*/ 158420 h 158419"/>
                  <a:gd name="connsiteX1" fmla="*/ 0 w 147795"/>
                  <a:gd name="connsiteY1" fmla="*/ 78605 h 158419"/>
                  <a:gd name="connsiteX2" fmla="*/ 73898 w 147795"/>
                  <a:gd name="connsiteY2" fmla="*/ 0 h 158419"/>
                  <a:gd name="connsiteX3" fmla="*/ 147795 w 147795"/>
                  <a:gd name="connsiteY3" fmla="*/ 78605 h 158419"/>
                  <a:gd name="connsiteX4" fmla="*/ 73898 w 147795"/>
                  <a:gd name="connsiteY4" fmla="*/ 158420 h 158419"/>
                  <a:gd name="connsiteX5" fmla="*/ 73898 w 147795"/>
                  <a:gd name="connsiteY5" fmla="*/ 26357 h 158419"/>
                  <a:gd name="connsiteX6" fmla="*/ 34714 w 147795"/>
                  <a:gd name="connsiteY6" fmla="*/ 78605 h 158419"/>
                  <a:gd name="connsiteX7" fmla="*/ 73898 w 147795"/>
                  <a:gd name="connsiteY7" fmla="*/ 132063 h 158419"/>
                  <a:gd name="connsiteX8" fmla="*/ 113081 w 147795"/>
                  <a:gd name="connsiteY8" fmla="*/ 78605 h 158419"/>
                  <a:gd name="connsiteX9" fmla="*/ 73898 w 147795"/>
                  <a:gd name="connsiteY9" fmla="*/ 26357 h 158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7795" h="158419">
                    <a:moveTo>
                      <a:pt x="73898" y="158420"/>
                    </a:moveTo>
                    <a:cubicBezTo>
                      <a:pt x="26725" y="158420"/>
                      <a:pt x="0" y="124799"/>
                      <a:pt x="0" y="78605"/>
                    </a:cubicBezTo>
                    <a:cubicBezTo>
                      <a:pt x="0" y="32410"/>
                      <a:pt x="27581" y="0"/>
                      <a:pt x="73898" y="0"/>
                    </a:cubicBezTo>
                    <a:cubicBezTo>
                      <a:pt x="120214" y="0"/>
                      <a:pt x="147795" y="32410"/>
                      <a:pt x="147795" y="78605"/>
                    </a:cubicBezTo>
                    <a:cubicBezTo>
                      <a:pt x="147795" y="124799"/>
                      <a:pt x="120214" y="158420"/>
                      <a:pt x="73898" y="158420"/>
                    </a:cubicBezTo>
                    <a:close/>
                    <a:moveTo>
                      <a:pt x="73898" y="26357"/>
                    </a:moveTo>
                    <a:cubicBezTo>
                      <a:pt x="47838" y="26357"/>
                      <a:pt x="34714" y="47405"/>
                      <a:pt x="34714" y="78605"/>
                    </a:cubicBezTo>
                    <a:cubicBezTo>
                      <a:pt x="34714" y="109804"/>
                      <a:pt x="48504" y="132063"/>
                      <a:pt x="73898" y="132063"/>
                    </a:cubicBezTo>
                    <a:cubicBezTo>
                      <a:pt x="99291" y="132063"/>
                      <a:pt x="113081" y="109897"/>
                      <a:pt x="113081" y="78605"/>
                    </a:cubicBezTo>
                    <a:cubicBezTo>
                      <a:pt x="113081" y="47312"/>
                      <a:pt x="99006" y="26357"/>
                      <a:pt x="73898" y="26357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2CA9B72A-8DD5-2E5F-094F-ECAAEBF1D9E3}"/>
                  </a:ext>
                </a:extLst>
              </p:cNvPr>
              <p:cNvSpPr/>
              <p:nvPr/>
            </p:nvSpPr>
            <p:spPr>
              <a:xfrm>
                <a:off x="8066222" y="3351140"/>
                <a:ext cx="130105" cy="154228"/>
              </a:xfrm>
              <a:custGeom>
                <a:avLst/>
                <a:gdLst>
                  <a:gd name="connsiteX0" fmla="*/ 96248 w 130105"/>
                  <a:gd name="connsiteY0" fmla="*/ 154229 h 154228"/>
                  <a:gd name="connsiteX1" fmla="*/ 96248 w 130105"/>
                  <a:gd name="connsiteY1" fmla="*/ 67242 h 154228"/>
                  <a:gd name="connsiteX2" fmla="*/ 67716 w 130105"/>
                  <a:gd name="connsiteY2" fmla="*/ 27288 h 154228"/>
                  <a:gd name="connsiteX3" fmla="*/ 35570 w 130105"/>
                  <a:gd name="connsiteY3" fmla="*/ 47684 h 154228"/>
                  <a:gd name="connsiteX4" fmla="*/ 35570 w 130105"/>
                  <a:gd name="connsiteY4" fmla="*/ 154229 h 154228"/>
                  <a:gd name="connsiteX5" fmla="*/ 1522 w 130105"/>
                  <a:gd name="connsiteY5" fmla="*/ 154229 h 154228"/>
                  <a:gd name="connsiteX6" fmla="*/ 1522 w 130105"/>
                  <a:gd name="connsiteY6" fmla="*/ 31200 h 154228"/>
                  <a:gd name="connsiteX7" fmla="*/ 0 w 130105"/>
                  <a:gd name="connsiteY7" fmla="*/ 4191 h 154228"/>
                  <a:gd name="connsiteX8" fmla="*/ 26630 w 130105"/>
                  <a:gd name="connsiteY8" fmla="*/ 4191 h 154228"/>
                  <a:gd name="connsiteX9" fmla="*/ 29958 w 130105"/>
                  <a:gd name="connsiteY9" fmla="*/ 23376 h 154228"/>
                  <a:gd name="connsiteX10" fmla="*/ 75895 w 130105"/>
                  <a:gd name="connsiteY10" fmla="*/ 0 h 154228"/>
                  <a:gd name="connsiteX11" fmla="*/ 130105 w 130105"/>
                  <a:gd name="connsiteY11" fmla="*/ 69291 h 154228"/>
                  <a:gd name="connsiteX12" fmla="*/ 130105 w 130105"/>
                  <a:gd name="connsiteY12" fmla="*/ 154229 h 154228"/>
                  <a:gd name="connsiteX13" fmla="*/ 96057 w 130105"/>
                  <a:gd name="connsiteY13" fmla="*/ 154229 h 1542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30105" h="154228">
                    <a:moveTo>
                      <a:pt x="96248" y="154229"/>
                    </a:moveTo>
                    <a:lnTo>
                      <a:pt x="96248" y="67242"/>
                    </a:lnTo>
                    <a:cubicBezTo>
                      <a:pt x="96248" y="42934"/>
                      <a:pt x="91017" y="27288"/>
                      <a:pt x="67716" y="27288"/>
                    </a:cubicBezTo>
                    <a:cubicBezTo>
                      <a:pt x="53925" y="27288"/>
                      <a:pt x="43178" y="37533"/>
                      <a:pt x="35570" y="47684"/>
                    </a:cubicBezTo>
                    <a:lnTo>
                      <a:pt x="35570" y="154229"/>
                    </a:lnTo>
                    <a:lnTo>
                      <a:pt x="1522" y="154229"/>
                    </a:lnTo>
                    <a:lnTo>
                      <a:pt x="1522" y="31200"/>
                    </a:lnTo>
                    <a:cubicBezTo>
                      <a:pt x="1522" y="26077"/>
                      <a:pt x="285" y="9313"/>
                      <a:pt x="0" y="4191"/>
                    </a:cubicBezTo>
                    <a:lnTo>
                      <a:pt x="26630" y="4191"/>
                    </a:lnTo>
                    <a:lnTo>
                      <a:pt x="29958" y="23376"/>
                    </a:lnTo>
                    <a:cubicBezTo>
                      <a:pt x="39184" y="10803"/>
                      <a:pt x="54781" y="0"/>
                      <a:pt x="75895" y="0"/>
                    </a:cubicBezTo>
                    <a:cubicBezTo>
                      <a:pt x="115459" y="0"/>
                      <a:pt x="130105" y="21048"/>
                      <a:pt x="130105" y="69291"/>
                    </a:cubicBezTo>
                    <a:lnTo>
                      <a:pt x="130105" y="154229"/>
                    </a:lnTo>
                    <a:lnTo>
                      <a:pt x="96057" y="15422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</p:grp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2054F9AA-86C2-E7F3-2879-177982ECAEC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63379" y="247853"/>
            <a:ext cx="1513752" cy="662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5494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Image Righ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74CC99-3ECC-2019-12B7-7DA6C98BCCE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6000" y="1406538"/>
            <a:ext cx="6096000" cy="544988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531A82A-AF92-79CB-9321-C5864AA363A6}"/>
              </a:ext>
            </a:extLst>
          </p:cNvPr>
          <p:cNvSpPr/>
          <p:nvPr userDrawn="1"/>
        </p:nvSpPr>
        <p:spPr>
          <a:xfrm>
            <a:off x="1" y="1209040"/>
            <a:ext cx="6095999" cy="5648960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tx2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641DD1-7679-677C-E5F7-106CA2181E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2913" y="2276475"/>
            <a:ext cx="5284787" cy="2305050"/>
          </a:xfrm>
        </p:spPr>
        <p:txBody>
          <a:bodyPr anchor="b" anchorCtr="0">
            <a:normAutofit/>
          </a:bodyPr>
          <a:lstStyle>
            <a:lvl1pPr algn="l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66" name="Subtitle 2">
            <a:extLst>
              <a:ext uri="{FF2B5EF4-FFF2-40B4-BE49-F238E27FC236}">
                <a16:creationId xmlns:a16="http://schemas.microsoft.com/office/drawing/2014/main" id="{6158DD4A-0AEF-ADF8-8A5B-02CBF2DC58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2914" y="4972430"/>
            <a:ext cx="5284786" cy="307777"/>
          </a:xfrm>
        </p:spPr>
        <p:txBody>
          <a:bodyPr wrap="square" anchor="t" anchorCtr="0">
            <a:sp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DK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9998CC-6814-FFEF-B424-AF2E934738D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98761"/>
            <a:ext cx="12192000" cy="307777"/>
          </a:xfrm>
          <a:prstGeom prst="rect">
            <a:avLst/>
          </a:prstGeom>
        </p:spPr>
      </p:pic>
      <p:grpSp>
        <p:nvGrpSpPr>
          <p:cNvPr id="8" name="Graphic 17">
            <a:extLst>
              <a:ext uri="{FF2B5EF4-FFF2-40B4-BE49-F238E27FC236}">
                <a16:creationId xmlns:a16="http://schemas.microsoft.com/office/drawing/2014/main" id="{808BDA9F-5F81-2EB1-08D6-421B0FF2C7F4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9103088" y="6458998"/>
            <a:ext cx="2646000" cy="177687"/>
            <a:chOff x="3994150" y="3289300"/>
            <a:chExt cx="4202178" cy="282193"/>
          </a:xfrm>
          <a:solidFill>
            <a:schemeClr val="bg1"/>
          </a:solidFill>
        </p:grpSpPr>
        <p:grpSp>
          <p:nvGrpSpPr>
            <p:cNvPr id="9" name="Graphic 17">
              <a:extLst>
                <a:ext uri="{FF2B5EF4-FFF2-40B4-BE49-F238E27FC236}">
                  <a16:creationId xmlns:a16="http://schemas.microsoft.com/office/drawing/2014/main" id="{34F6EB77-AB3C-28B1-6669-4FC01D826843}"/>
                </a:ext>
              </a:extLst>
            </p:cNvPr>
            <p:cNvGrpSpPr/>
            <p:nvPr/>
          </p:nvGrpSpPr>
          <p:grpSpPr>
            <a:xfrm>
              <a:off x="3994150" y="3289300"/>
              <a:ext cx="2355593" cy="276140"/>
              <a:chOff x="3994150" y="3289300"/>
              <a:chExt cx="2355593" cy="276140"/>
            </a:xfrm>
            <a:grpFill/>
          </p:grpSpPr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57AF0E20-BBF0-F650-EAE5-3615AFF739F1}"/>
                  </a:ext>
                </a:extLst>
              </p:cNvPr>
              <p:cNvSpPr/>
              <p:nvPr/>
            </p:nvSpPr>
            <p:spPr>
              <a:xfrm>
                <a:off x="3994150" y="3293770"/>
                <a:ext cx="153596" cy="211598"/>
              </a:xfrm>
              <a:custGeom>
                <a:avLst/>
                <a:gdLst>
                  <a:gd name="connsiteX0" fmla="*/ 86452 w 153596"/>
                  <a:gd name="connsiteY0" fmla="*/ 16857 h 211598"/>
                  <a:gd name="connsiteX1" fmla="*/ 86452 w 153596"/>
                  <a:gd name="connsiteY1" fmla="*/ 211599 h 211598"/>
                  <a:gd name="connsiteX2" fmla="*/ 67145 w 153596"/>
                  <a:gd name="connsiteY2" fmla="*/ 211599 h 211598"/>
                  <a:gd name="connsiteX3" fmla="*/ 67145 w 153596"/>
                  <a:gd name="connsiteY3" fmla="*/ 16857 h 211598"/>
                  <a:gd name="connsiteX4" fmla="*/ 0 w 153596"/>
                  <a:gd name="connsiteY4" fmla="*/ 16857 h 211598"/>
                  <a:gd name="connsiteX5" fmla="*/ 0 w 153596"/>
                  <a:gd name="connsiteY5" fmla="*/ 0 h 211598"/>
                  <a:gd name="connsiteX6" fmla="*/ 153597 w 153596"/>
                  <a:gd name="connsiteY6" fmla="*/ 0 h 211598"/>
                  <a:gd name="connsiteX7" fmla="*/ 153597 w 153596"/>
                  <a:gd name="connsiteY7" fmla="*/ 16764 h 211598"/>
                  <a:gd name="connsiteX8" fmla="*/ 86452 w 153596"/>
                  <a:gd name="connsiteY8" fmla="*/ 16764 h 2115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3596" h="211598">
                    <a:moveTo>
                      <a:pt x="86452" y="16857"/>
                    </a:moveTo>
                    <a:lnTo>
                      <a:pt x="86452" y="211599"/>
                    </a:lnTo>
                    <a:lnTo>
                      <a:pt x="67145" y="211599"/>
                    </a:lnTo>
                    <a:lnTo>
                      <a:pt x="67145" y="16857"/>
                    </a:lnTo>
                    <a:lnTo>
                      <a:pt x="0" y="16857"/>
                    </a:lnTo>
                    <a:lnTo>
                      <a:pt x="0" y="0"/>
                    </a:lnTo>
                    <a:lnTo>
                      <a:pt x="153597" y="0"/>
                    </a:lnTo>
                    <a:lnTo>
                      <a:pt x="153597" y="16764"/>
                    </a:lnTo>
                    <a:lnTo>
                      <a:pt x="86452" y="16764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C4C1ED17-CF50-915C-AC1D-174096D71D7E}"/>
                  </a:ext>
                </a:extLst>
              </p:cNvPr>
              <p:cNvSpPr/>
              <p:nvPr/>
            </p:nvSpPr>
            <p:spPr>
              <a:xfrm>
                <a:off x="4182936" y="3289300"/>
                <a:ext cx="113461" cy="216162"/>
              </a:xfrm>
              <a:custGeom>
                <a:avLst/>
                <a:gdLst>
                  <a:gd name="connsiteX0" fmla="*/ 94726 w 113461"/>
                  <a:gd name="connsiteY0" fmla="*/ 216069 h 216162"/>
                  <a:gd name="connsiteX1" fmla="*/ 94726 w 113461"/>
                  <a:gd name="connsiteY1" fmla="*/ 120701 h 216162"/>
                  <a:gd name="connsiteX2" fmla="*/ 58586 w 113461"/>
                  <a:gd name="connsiteY2" fmla="*/ 78418 h 216162"/>
                  <a:gd name="connsiteX3" fmla="*/ 18736 w 113461"/>
                  <a:gd name="connsiteY3" fmla="*/ 102726 h 216162"/>
                  <a:gd name="connsiteX4" fmla="*/ 18736 w 113461"/>
                  <a:gd name="connsiteY4" fmla="*/ 216162 h 216162"/>
                  <a:gd name="connsiteX5" fmla="*/ 0 w 113461"/>
                  <a:gd name="connsiteY5" fmla="*/ 216162 h 216162"/>
                  <a:gd name="connsiteX6" fmla="*/ 0 w 113461"/>
                  <a:gd name="connsiteY6" fmla="*/ 0 h 216162"/>
                  <a:gd name="connsiteX7" fmla="*/ 18736 w 113461"/>
                  <a:gd name="connsiteY7" fmla="*/ 0 h 216162"/>
                  <a:gd name="connsiteX8" fmla="*/ 18736 w 113461"/>
                  <a:gd name="connsiteY8" fmla="*/ 84658 h 216162"/>
                  <a:gd name="connsiteX9" fmla="*/ 62580 w 113461"/>
                  <a:gd name="connsiteY9" fmla="*/ 62772 h 216162"/>
                  <a:gd name="connsiteX10" fmla="*/ 113462 w 113461"/>
                  <a:gd name="connsiteY10" fmla="*/ 122191 h 216162"/>
                  <a:gd name="connsiteX11" fmla="*/ 113462 w 113461"/>
                  <a:gd name="connsiteY11" fmla="*/ 216162 h 216162"/>
                  <a:gd name="connsiteX12" fmla="*/ 94726 w 113461"/>
                  <a:gd name="connsiteY12" fmla="*/ 216162 h 216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3461" h="216162">
                    <a:moveTo>
                      <a:pt x="94726" y="216069"/>
                    </a:moveTo>
                    <a:lnTo>
                      <a:pt x="94726" y="120701"/>
                    </a:lnTo>
                    <a:cubicBezTo>
                      <a:pt x="94726" y="93133"/>
                      <a:pt x="83694" y="78418"/>
                      <a:pt x="58586" y="78418"/>
                    </a:cubicBezTo>
                    <a:cubicBezTo>
                      <a:pt x="39850" y="78418"/>
                      <a:pt x="26725" y="90991"/>
                      <a:pt x="18736" y="102726"/>
                    </a:cubicBezTo>
                    <a:lnTo>
                      <a:pt x="18736" y="216162"/>
                    </a:lnTo>
                    <a:lnTo>
                      <a:pt x="0" y="216162"/>
                    </a:lnTo>
                    <a:lnTo>
                      <a:pt x="0" y="0"/>
                    </a:lnTo>
                    <a:lnTo>
                      <a:pt x="18736" y="0"/>
                    </a:lnTo>
                    <a:lnTo>
                      <a:pt x="18736" y="84658"/>
                    </a:lnTo>
                    <a:cubicBezTo>
                      <a:pt x="28532" y="71713"/>
                      <a:pt x="43844" y="62772"/>
                      <a:pt x="62580" y="62772"/>
                    </a:cubicBezTo>
                    <a:cubicBezTo>
                      <a:pt x="101193" y="62772"/>
                      <a:pt x="113462" y="86800"/>
                      <a:pt x="113462" y="122191"/>
                    </a:cubicBezTo>
                    <a:lnTo>
                      <a:pt x="113462" y="216162"/>
                    </a:lnTo>
                    <a:lnTo>
                      <a:pt x="94726" y="21616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52AA5720-CC7B-DD2B-DD72-69B1CD48EC27}"/>
                  </a:ext>
                </a:extLst>
              </p:cNvPr>
              <p:cNvSpPr/>
              <p:nvPr/>
            </p:nvSpPr>
            <p:spPr>
              <a:xfrm>
                <a:off x="4338434" y="3352071"/>
                <a:ext cx="128108" cy="156650"/>
              </a:xfrm>
              <a:custGeom>
                <a:avLst/>
                <a:gdLst>
                  <a:gd name="connsiteX0" fmla="*/ 19877 w 128108"/>
                  <a:gd name="connsiteY0" fmla="*/ 84006 h 156650"/>
                  <a:gd name="connsiteX1" fmla="*/ 70759 w 128108"/>
                  <a:gd name="connsiteY1" fmla="*/ 141004 h 156650"/>
                  <a:gd name="connsiteX2" fmla="*/ 113937 w 128108"/>
                  <a:gd name="connsiteY2" fmla="*/ 125730 h 156650"/>
                  <a:gd name="connsiteX3" fmla="*/ 123163 w 128108"/>
                  <a:gd name="connsiteY3" fmla="*/ 138303 h 156650"/>
                  <a:gd name="connsiteX4" fmla="*/ 70759 w 128108"/>
                  <a:gd name="connsiteY4" fmla="*/ 156650 h 156650"/>
                  <a:gd name="connsiteX5" fmla="*/ 0 w 128108"/>
                  <a:gd name="connsiteY5" fmla="*/ 79815 h 156650"/>
                  <a:gd name="connsiteX6" fmla="*/ 65623 w 128108"/>
                  <a:gd name="connsiteY6" fmla="*/ 0 h 156650"/>
                  <a:gd name="connsiteX7" fmla="*/ 128108 w 128108"/>
                  <a:gd name="connsiteY7" fmla="*/ 84006 h 156650"/>
                  <a:gd name="connsiteX8" fmla="*/ 19877 w 128108"/>
                  <a:gd name="connsiteY8" fmla="*/ 84006 h 156650"/>
                  <a:gd name="connsiteX9" fmla="*/ 65528 w 128108"/>
                  <a:gd name="connsiteY9" fmla="*/ 14994 h 156650"/>
                  <a:gd name="connsiteX10" fmla="*/ 19877 w 128108"/>
                  <a:gd name="connsiteY10" fmla="*/ 69012 h 156650"/>
                  <a:gd name="connsiteX11" fmla="*/ 108802 w 128108"/>
                  <a:gd name="connsiteY11" fmla="*/ 69012 h 156650"/>
                  <a:gd name="connsiteX12" fmla="*/ 65623 w 128108"/>
                  <a:gd name="connsiteY12" fmla="*/ 14994 h 156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8108" h="156650">
                    <a:moveTo>
                      <a:pt x="19877" y="84006"/>
                    </a:moveTo>
                    <a:cubicBezTo>
                      <a:pt x="21399" y="122377"/>
                      <a:pt x="44700" y="141004"/>
                      <a:pt x="70759" y="141004"/>
                    </a:cubicBezTo>
                    <a:cubicBezTo>
                      <a:pt x="88829" y="141004"/>
                      <a:pt x="103285" y="133833"/>
                      <a:pt x="113937" y="125730"/>
                    </a:cubicBezTo>
                    <a:lnTo>
                      <a:pt x="123163" y="138303"/>
                    </a:lnTo>
                    <a:cubicBezTo>
                      <a:pt x="109087" y="149106"/>
                      <a:pt x="92824" y="156650"/>
                      <a:pt x="70759" y="156650"/>
                    </a:cubicBezTo>
                    <a:cubicBezTo>
                      <a:pt x="30910" y="156650"/>
                      <a:pt x="0" y="129642"/>
                      <a:pt x="0" y="79815"/>
                    </a:cubicBezTo>
                    <a:cubicBezTo>
                      <a:pt x="0" y="26077"/>
                      <a:pt x="31575" y="0"/>
                      <a:pt x="65623" y="0"/>
                    </a:cubicBezTo>
                    <a:cubicBezTo>
                      <a:pt x="113747" y="0"/>
                      <a:pt x="128108" y="36881"/>
                      <a:pt x="128108" y="84006"/>
                    </a:cubicBezTo>
                    <a:lnTo>
                      <a:pt x="19877" y="84006"/>
                    </a:lnTo>
                    <a:close/>
                    <a:moveTo>
                      <a:pt x="65528" y="14994"/>
                    </a:moveTo>
                    <a:cubicBezTo>
                      <a:pt x="40991" y="14994"/>
                      <a:pt x="22350" y="32969"/>
                      <a:pt x="19877" y="69012"/>
                    </a:cubicBezTo>
                    <a:lnTo>
                      <a:pt x="108802" y="69012"/>
                    </a:lnTo>
                    <a:cubicBezTo>
                      <a:pt x="108231" y="32690"/>
                      <a:pt x="92824" y="14994"/>
                      <a:pt x="65623" y="14994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825751CF-7DD1-31B2-54F3-B83D9A2305AD}"/>
                  </a:ext>
                </a:extLst>
              </p:cNvPr>
              <p:cNvSpPr/>
              <p:nvPr/>
            </p:nvSpPr>
            <p:spPr>
              <a:xfrm>
                <a:off x="4595317" y="3352071"/>
                <a:ext cx="123828" cy="213368"/>
              </a:xfrm>
              <a:custGeom>
                <a:avLst/>
                <a:gdLst>
                  <a:gd name="connsiteX0" fmla="*/ 62865 w 123828"/>
                  <a:gd name="connsiteY0" fmla="*/ 156650 h 213368"/>
                  <a:gd name="connsiteX1" fmla="*/ 19687 w 123828"/>
                  <a:gd name="connsiteY1" fmla="*/ 138676 h 213368"/>
                  <a:gd name="connsiteX2" fmla="*/ 19687 w 123828"/>
                  <a:gd name="connsiteY2" fmla="*/ 213368 h 213368"/>
                  <a:gd name="connsiteX3" fmla="*/ 951 w 123828"/>
                  <a:gd name="connsiteY3" fmla="*/ 213368 h 213368"/>
                  <a:gd name="connsiteX4" fmla="*/ 951 w 123828"/>
                  <a:gd name="connsiteY4" fmla="*/ 31479 h 213368"/>
                  <a:gd name="connsiteX5" fmla="*/ 0 w 123828"/>
                  <a:gd name="connsiteY5" fmla="*/ 3260 h 213368"/>
                  <a:gd name="connsiteX6" fmla="*/ 15597 w 123828"/>
                  <a:gd name="connsiteY6" fmla="*/ 3260 h 213368"/>
                  <a:gd name="connsiteX7" fmla="*/ 17119 w 123828"/>
                  <a:gd name="connsiteY7" fmla="*/ 26077 h 213368"/>
                  <a:gd name="connsiteX8" fmla="*/ 65243 w 123828"/>
                  <a:gd name="connsiteY8" fmla="*/ 0 h 213368"/>
                  <a:gd name="connsiteX9" fmla="*/ 123828 w 123828"/>
                  <a:gd name="connsiteY9" fmla="*/ 76835 h 213368"/>
                  <a:gd name="connsiteX10" fmla="*/ 62865 w 123828"/>
                  <a:gd name="connsiteY10" fmla="*/ 156650 h 213368"/>
                  <a:gd name="connsiteX11" fmla="*/ 61058 w 123828"/>
                  <a:gd name="connsiteY11" fmla="*/ 15274 h 213368"/>
                  <a:gd name="connsiteX12" fmla="*/ 19687 w 123828"/>
                  <a:gd name="connsiteY12" fmla="*/ 42003 h 213368"/>
                  <a:gd name="connsiteX13" fmla="*/ 19687 w 123828"/>
                  <a:gd name="connsiteY13" fmla="*/ 123309 h 213368"/>
                  <a:gd name="connsiteX14" fmla="*/ 58300 w 123828"/>
                  <a:gd name="connsiteY14" fmla="*/ 141283 h 213368"/>
                  <a:gd name="connsiteX15" fmla="*/ 104237 w 123828"/>
                  <a:gd name="connsiteY15" fmla="*/ 78232 h 213368"/>
                  <a:gd name="connsiteX16" fmla="*/ 61058 w 123828"/>
                  <a:gd name="connsiteY16" fmla="*/ 15181 h 213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3828" h="213368">
                    <a:moveTo>
                      <a:pt x="62865" y="156650"/>
                    </a:moveTo>
                    <a:cubicBezTo>
                      <a:pt x="44129" y="156650"/>
                      <a:pt x="28817" y="149758"/>
                      <a:pt x="19687" y="138676"/>
                    </a:cubicBezTo>
                    <a:lnTo>
                      <a:pt x="19687" y="213368"/>
                    </a:lnTo>
                    <a:lnTo>
                      <a:pt x="951" y="213368"/>
                    </a:lnTo>
                    <a:lnTo>
                      <a:pt x="951" y="31479"/>
                    </a:lnTo>
                    <a:cubicBezTo>
                      <a:pt x="951" y="24308"/>
                      <a:pt x="380" y="9872"/>
                      <a:pt x="0" y="3260"/>
                    </a:cubicBezTo>
                    <a:lnTo>
                      <a:pt x="15597" y="3260"/>
                    </a:lnTo>
                    <a:lnTo>
                      <a:pt x="17119" y="26077"/>
                    </a:lnTo>
                    <a:cubicBezTo>
                      <a:pt x="27200" y="13132"/>
                      <a:pt x="40420" y="0"/>
                      <a:pt x="65243" y="0"/>
                    </a:cubicBezTo>
                    <a:cubicBezTo>
                      <a:pt x="102334" y="0"/>
                      <a:pt x="123828" y="32131"/>
                      <a:pt x="123828" y="76835"/>
                    </a:cubicBezTo>
                    <a:cubicBezTo>
                      <a:pt x="123828" y="121539"/>
                      <a:pt x="102049" y="156650"/>
                      <a:pt x="62865" y="156650"/>
                    </a:cubicBezTo>
                    <a:close/>
                    <a:moveTo>
                      <a:pt x="61058" y="15274"/>
                    </a:moveTo>
                    <a:cubicBezTo>
                      <a:pt x="40515" y="15274"/>
                      <a:pt x="26440" y="32410"/>
                      <a:pt x="19687" y="42003"/>
                    </a:cubicBezTo>
                    <a:lnTo>
                      <a:pt x="19687" y="123309"/>
                    </a:lnTo>
                    <a:cubicBezTo>
                      <a:pt x="28247" y="132622"/>
                      <a:pt x="39564" y="141283"/>
                      <a:pt x="58300" y="141283"/>
                    </a:cubicBezTo>
                    <a:cubicBezTo>
                      <a:pt x="83123" y="141283"/>
                      <a:pt x="104237" y="121446"/>
                      <a:pt x="104237" y="78232"/>
                    </a:cubicBezTo>
                    <a:cubicBezTo>
                      <a:pt x="104237" y="35018"/>
                      <a:pt x="86166" y="15181"/>
                      <a:pt x="61058" y="15181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16AAA5CD-CAC9-03C9-19C8-7508849E77FB}"/>
                  </a:ext>
                </a:extLst>
              </p:cNvPr>
              <p:cNvSpPr/>
              <p:nvPr/>
            </p:nvSpPr>
            <p:spPr>
              <a:xfrm>
                <a:off x="4752813" y="3351978"/>
                <a:ext cx="136762" cy="156743"/>
              </a:xfrm>
              <a:custGeom>
                <a:avLst/>
                <a:gdLst>
                  <a:gd name="connsiteX0" fmla="*/ 68381 w 136762"/>
                  <a:gd name="connsiteY0" fmla="*/ 156743 h 156743"/>
                  <a:gd name="connsiteX1" fmla="*/ 0 w 136762"/>
                  <a:gd name="connsiteY1" fmla="*/ 77766 h 156743"/>
                  <a:gd name="connsiteX2" fmla="*/ 68381 w 136762"/>
                  <a:gd name="connsiteY2" fmla="*/ 0 h 156743"/>
                  <a:gd name="connsiteX3" fmla="*/ 136763 w 136762"/>
                  <a:gd name="connsiteY3" fmla="*/ 77766 h 156743"/>
                  <a:gd name="connsiteX4" fmla="*/ 68381 w 136762"/>
                  <a:gd name="connsiteY4" fmla="*/ 156743 h 156743"/>
                  <a:gd name="connsiteX5" fmla="*/ 68381 w 136762"/>
                  <a:gd name="connsiteY5" fmla="*/ 15367 h 156743"/>
                  <a:gd name="connsiteX6" fmla="*/ 19687 w 136762"/>
                  <a:gd name="connsiteY6" fmla="*/ 77766 h 156743"/>
                  <a:gd name="connsiteX7" fmla="*/ 68381 w 136762"/>
                  <a:gd name="connsiteY7" fmla="*/ 141376 h 156743"/>
                  <a:gd name="connsiteX8" fmla="*/ 117076 w 136762"/>
                  <a:gd name="connsiteY8" fmla="*/ 77766 h 156743"/>
                  <a:gd name="connsiteX9" fmla="*/ 68381 w 136762"/>
                  <a:gd name="connsiteY9" fmla="*/ 15367 h 156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6762" h="156743">
                    <a:moveTo>
                      <a:pt x="68381" y="156743"/>
                    </a:moveTo>
                    <a:cubicBezTo>
                      <a:pt x="21494" y="156743"/>
                      <a:pt x="0" y="120701"/>
                      <a:pt x="0" y="77766"/>
                    </a:cubicBezTo>
                    <a:cubicBezTo>
                      <a:pt x="0" y="34832"/>
                      <a:pt x="22635" y="0"/>
                      <a:pt x="68381" y="0"/>
                    </a:cubicBezTo>
                    <a:cubicBezTo>
                      <a:pt x="114128" y="0"/>
                      <a:pt x="136763" y="36043"/>
                      <a:pt x="136763" y="77766"/>
                    </a:cubicBezTo>
                    <a:cubicBezTo>
                      <a:pt x="136763" y="119490"/>
                      <a:pt x="116220" y="156743"/>
                      <a:pt x="68381" y="156743"/>
                    </a:cubicBezTo>
                    <a:close/>
                    <a:moveTo>
                      <a:pt x="68381" y="15367"/>
                    </a:moveTo>
                    <a:cubicBezTo>
                      <a:pt x="36806" y="15367"/>
                      <a:pt x="19687" y="41817"/>
                      <a:pt x="19687" y="77766"/>
                    </a:cubicBezTo>
                    <a:cubicBezTo>
                      <a:pt x="19687" y="113716"/>
                      <a:pt x="35665" y="141376"/>
                      <a:pt x="68381" y="141376"/>
                    </a:cubicBezTo>
                    <a:cubicBezTo>
                      <a:pt x="101098" y="141376"/>
                      <a:pt x="117076" y="114088"/>
                      <a:pt x="117076" y="77766"/>
                    </a:cubicBezTo>
                    <a:cubicBezTo>
                      <a:pt x="117076" y="41444"/>
                      <a:pt x="100813" y="15367"/>
                      <a:pt x="68381" y="15367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B4D6E938-3BE0-6609-5CDA-DC34D35AA97F}"/>
                  </a:ext>
                </a:extLst>
              </p:cNvPr>
              <p:cNvSpPr/>
              <p:nvPr/>
            </p:nvSpPr>
            <p:spPr>
              <a:xfrm>
                <a:off x="4912686" y="3355331"/>
                <a:ext cx="210089" cy="150037"/>
              </a:xfrm>
              <a:custGeom>
                <a:avLst/>
                <a:gdLst>
                  <a:gd name="connsiteX0" fmla="*/ 165390 w 210089"/>
                  <a:gd name="connsiteY0" fmla="*/ 150038 h 150037"/>
                  <a:gd name="connsiteX1" fmla="*/ 141518 w 210089"/>
                  <a:gd name="connsiteY1" fmla="*/ 150038 h 150037"/>
                  <a:gd name="connsiteX2" fmla="*/ 115174 w 210089"/>
                  <a:gd name="connsiteY2" fmla="*/ 60909 h 150037"/>
                  <a:gd name="connsiteX3" fmla="*/ 105092 w 210089"/>
                  <a:gd name="connsiteY3" fmla="*/ 23376 h 150037"/>
                  <a:gd name="connsiteX4" fmla="*/ 95011 w 210089"/>
                  <a:gd name="connsiteY4" fmla="*/ 60909 h 150037"/>
                  <a:gd name="connsiteX5" fmla="*/ 67716 w 210089"/>
                  <a:gd name="connsiteY5" fmla="*/ 150038 h 150037"/>
                  <a:gd name="connsiteX6" fmla="*/ 44129 w 210089"/>
                  <a:gd name="connsiteY6" fmla="*/ 150038 h 150037"/>
                  <a:gd name="connsiteX7" fmla="*/ 0 w 210089"/>
                  <a:gd name="connsiteY7" fmla="*/ 0 h 150037"/>
                  <a:gd name="connsiteX8" fmla="*/ 19877 w 210089"/>
                  <a:gd name="connsiteY8" fmla="*/ 0 h 150037"/>
                  <a:gd name="connsiteX9" fmla="*/ 48029 w 210089"/>
                  <a:gd name="connsiteY9" fmla="*/ 95741 h 150037"/>
                  <a:gd name="connsiteX10" fmla="*/ 56588 w 210089"/>
                  <a:gd name="connsiteY10" fmla="*/ 129921 h 150037"/>
                  <a:gd name="connsiteX11" fmla="*/ 65814 w 210089"/>
                  <a:gd name="connsiteY11" fmla="*/ 95741 h 150037"/>
                  <a:gd name="connsiteX12" fmla="*/ 94631 w 210089"/>
                  <a:gd name="connsiteY12" fmla="*/ 0 h 150037"/>
                  <a:gd name="connsiteX13" fmla="*/ 116410 w 210089"/>
                  <a:gd name="connsiteY13" fmla="*/ 0 h 150037"/>
                  <a:gd name="connsiteX14" fmla="*/ 145227 w 210089"/>
                  <a:gd name="connsiteY14" fmla="*/ 95741 h 150037"/>
                  <a:gd name="connsiteX15" fmla="*/ 154072 w 210089"/>
                  <a:gd name="connsiteY15" fmla="*/ 129921 h 150037"/>
                  <a:gd name="connsiteX16" fmla="*/ 162917 w 210089"/>
                  <a:gd name="connsiteY16" fmla="*/ 95741 h 150037"/>
                  <a:gd name="connsiteX17" fmla="*/ 191734 w 210089"/>
                  <a:gd name="connsiteY17" fmla="*/ 0 h 150037"/>
                  <a:gd name="connsiteX18" fmla="*/ 210090 w 210089"/>
                  <a:gd name="connsiteY18" fmla="*/ 0 h 150037"/>
                  <a:gd name="connsiteX19" fmla="*/ 165295 w 210089"/>
                  <a:gd name="connsiteY19" fmla="*/ 150038 h 150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10089" h="150037">
                    <a:moveTo>
                      <a:pt x="165390" y="150038"/>
                    </a:moveTo>
                    <a:lnTo>
                      <a:pt x="141518" y="150038"/>
                    </a:lnTo>
                    <a:lnTo>
                      <a:pt x="115174" y="60909"/>
                    </a:lnTo>
                    <a:cubicBezTo>
                      <a:pt x="111179" y="47125"/>
                      <a:pt x="105092" y="23376"/>
                      <a:pt x="105092" y="23376"/>
                    </a:cubicBezTo>
                    <a:cubicBezTo>
                      <a:pt x="105092" y="23376"/>
                      <a:pt x="99291" y="46474"/>
                      <a:pt x="95011" y="60909"/>
                    </a:cubicBezTo>
                    <a:lnTo>
                      <a:pt x="67716" y="150038"/>
                    </a:lnTo>
                    <a:lnTo>
                      <a:pt x="44129" y="150038"/>
                    </a:lnTo>
                    <a:lnTo>
                      <a:pt x="0" y="0"/>
                    </a:lnTo>
                    <a:lnTo>
                      <a:pt x="19877" y="0"/>
                    </a:lnTo>
                    <a:lnTo>
                      <a:pt x="48029" y="95741"/>
                    </a:lnTo>
                    <a:cubicBezTo>
                      <a:pt x="51738" y="108314"/>
                      <a:pt x="56588" y="129921"/>
                      <a:pt x="56588" y="129921"/>
                    </a:cubicBezTo>
                    <a:cubicBezTo>
                      <a:pt x="56588" y="129921"/>
                      <a:pt x="62104" y="108314"/>
                      <a:pt x="65814" y="95741"/>
                    </a:cubicBezTo>
                    <a:lnTo>
                      <a:pt x="94631" y="0"/>
                    </a:lnTo>
                    <a:lnTo>
                      <a:pt x="116410" y="0"/>
                    </a:lnTo>
                    <a:lnTo>
                      <a:pt x="145227" y="95741"/>
                    </a:lnTo>
                    <a:cubicBezTo>
                      <a:pt x="149222" y="109245"/>
                      <a:pt x="154072" y="129921"/>
                      <a:pt x="154072" y="129921"/>
                    </a:cubicBezTo>
                    <a:cubicBezTo>
                      <a:pt x="154072" y="129921"/>
                      <a:pt x="159018" y="108873"/>
                      <a:pt x="162917" y="95741"/>
                    </a:cubicBezTo>
                    <a:lnTo>
                      <a:pt x="191734" y="0"/>
                    </a:lnTo>
                    <a:lnTo>
                      <a:pt x="210090" y="0"/>
                    </a:lnTo>
                    <a:lnTo>
                      <a:pt x="165295" y="150038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CAA8B3DF-3769-C151-00F6-F1B48562E0E5}"/>
                  </a:ext>
                </a:extLst>
              </p:cNvPr>
              <p:cNvSpPr/>
              <p:nvPr/>
            </p:nvSpPr>
            <p:spPr>
              <a:xfrm>
                <a:off x="5146838" y="3352071"/>
                <a:ext cx="128108" cy="156650"/>
              </a:xfrm>
              <a:custGeom>
                <a:avLst/>
                <a:gdLst>
                  <a:gd name="connsiteX0" fmla="*/ 19877 w 128108"/>
                  <a:gd name="connsiteY0" fmla="*/ 84006 h 156650"/>
                  <a:gd name="connsiteX1" fmla="*/ 70759 w 128108"/>
                  <a:gd name="connsiteY1" fmla="*/ 141004 h 156650"/>
                  <a:gd name="connsiteX2" fmla="*/ 113937 w 128108"/>
                  <a:gd name="connsiteY2" fmla="*/ 125730 h 156650"/>
                  <a:gd name="connsiteX3" fmla="*/ 123163 w 128108"/>
                  <a:gd name="connsiteY3" fmla="*/ 138303 h 156650"/>
                  <a:gd name="connsiteX4" fmla="*/ 70759 w 128108"/>
                  <a:gd name="connsiteY4" fmla="*/ 156650 h 156650"/>
                  <a:gd name="connsiteX5" fmla="*/ 0 w 128108"/>
                  <a:gd name="connsiteY5" fmla="*/ 79815 h 156650"/>
                  <a:gd name="connsiteX6" fmla="*/ 65623 w 128108"/>
                  <a:gd name="connsiteY6" fmla="*/ 0 h 156650"/>
                  <a:gd name="connsiteX7" fmla="*/ 128108 w 128108"/>
                  <a:gd name="connsiteY7" fmla="*/ 84006 h 156650"/>
                  <a:gd name="connsiteX8" fmla="*/ 19877 w 128108"/>
                  <a:gd name="connsiteY8" fmla="*/ 84006 h 156650"/>
                  <a:gd name="connsiteX9" fmla="*/ 65528 w 128108"/>
                  <a:gd name="connsiteY9" fmla="*/ 14994 h 156650"/>
                  <a:gd name="connsiteX10" fmla="*/ 19877 w 128108"/>
                  <a:gd name="connsiteY10" fmla="*/ 69012 h 156650"/>
                  <a:gd name="connsiteX11" fmla="*/ 108802 w 128108"/>
                  <a:gd name="connsiteY11" fmla="*/ 69012 h 156650"/>
                  <a:gd name="connsiteX12" fmla="*/ 65623 w 128108"/>
                  <a:gd name="connsiteY12" fmla="*/ 14994 h 156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8108" h="156650">
                    <a:moveTo>
                      <a:pt x="19877" y="84006"/>
                    </a:moveTo>
                    <a:cubicBezTo>
                      <a:pt x="21399" y="122377"/>
                      <a:pt x="44700" y="141004"/>
                      <a:pt x="70759" y="141004"/>
                    </a:cubicBezTo>
                    <a:cubicBezTo>
                      <a:pt x="88829" y="141004"/>
                      <a:pt x="103285" y="133833"/>
                      <a:pt x="113937" y="125730"/>
                    </a:cubicBezTo>
                    <a:lnTo>
                      <a:pt x="123163" y="138303"/>
                    </a:lnTo>
                    <a:cubicBezTo>
                      <a:pt x="109087" y="149106"/>
                      <a:pt x="92824" y="156650"/>
                      <a:pt x="70759" y="156650"/>
                    </a:cubicBezTo>
                    <a:cubicBezTo>
                      <a:pt x="30910" y="156650"/>
                      <a:pt x="0" y="129642"/>
                      <a:pt x="0" y="79815"/>
                    </a:cubicBezTo>
                    <a:cubicBezTo>
                      <a:pt x="0" y="26077"/>
                      <a:pt x="31575" y="0"/>
                      <a:pt x="65623" y="0"/>
                    </a:cubicBezTo>
                    <a:cubicBezTo>
                      <a:pt x="113747" y="0"/>
                      <a:pt x="128108" y="36881"/>
                      <a:pt x="128108" y="84006"/>
                    </a:cubicBezTo>
                    <a:lnTo>
                      <a:pt x="19877" y="84006"/>
                    </a:lnTo>
                    <a:close/>
                    <a:moveTo>
                      <a:pt x="65528" y="14994"/>
                    </a:moveTo>
                    <a:cubicBezTo>
                      <a:pt x="40991" y="14994"/>
                      <a:pt x="22350" y="32969"/>
                      <a:pt x="19877" y="69012"/>
                    </a:cubicBezTo>
                    <a:lnTo>
                      <a:pt x="108802" y="69012"/>
                    </a:lnTo>
                    <a:cubicBezTo>
                      <a:pt x="108231" y="32690"/>
                      <a:pt x="92824" y="14994"/>
                      <a:pt x="65623" y="14994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409CFA91-3748-9F76-FFA1-8EC1F94F85C2}"/>
                  </a:ext>
                </a:extLst>
              </p:cNvPr>
              <p:cNvSpPr/>
              <p:nvPr/>
            </p:nvSpPr>
            <p:spPr>
              <a:xfrm>
                <a:off x="5314796" y="3351978"/>
                <a:ext cx="81506" cy="153390"/>
              </a:xfrm>
              <a:custGeom>
                <a:avLst/>
                <a:gdLst>
                  <a:gd name="connsiteX0" fmla="*/ 76370 w 81506"/>
                  <a:gd name="connsiteY0" fmla="*/ 21700 h 153390"/>
                  <a:gd name="connsiteX1" fmla="*/ 59822 w 81506"/>
                  <a:gd name="connsiteY1" fmla="*/ 17509 h 153390"/>
                  <a:gd name="connsiteX2" fmla="*/ 19687 w 81506"/>
                  <a:gd name="connsiteY2" fmla="*/ 46287 h 153390"/>
                  <a:gd name="connsiteX3" fmla="*/ 19687 w 81506"/>
                  <a:gd name="connsiteY3" fmla="*/ 153391 h 153390"/>
                  <a:gd name="connsiteX4" fmla="*/ 951 w 81506"/>
                  <a:gd name="connsiteY4" fmla="*/ 153391 h 153390"/>
                  <a:gd name="connsiteX5" fmla="*/ 951 w 81506"/>
                  <a:gd name="connsiteY5" fmla="*/ 30641 h 153390"/>
                  <a:gd name="connsiteX6" fmla="*/ 0 w 81506"/>
                  <a:gd name="connsiteY6" fmla="*/ 3353 h 153390"/>
                  <a:gd name="connsiteX7" fmla="*/ 15027 w 81506"/>
                  <a:gd name="connsiteY7" fmla="*/ 3353 h 153390"/>
                  <a:gd name="connsiteX8" fmla="*/ 16834 w 81506"/>
                  <a:gd name="connsiteY8" fmla="*/ 28219 h 153390"/>
                  <a:gd name="connsiteX9" fmla="*/ 63721 w 81506"/>
                  <a:gd name="connsiteY9" fmla="*/ 0 h 153390"/>
                  <a:gd name="connsiteX10" fmla="*/ 81506 w 81506"/>
                  <a:gd name="connsiteY10" fmla="*/ 2701 h 153390"/>
                  <a:gd name="connsiteX11" fmla="*/ 76275 w 81506"/>
                  <a:gd name="connsiteY11" fmla="*/ 21607 h 153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1506" h="153390">
                    <a:moveTo>
                      <a:pt x="76370" y="21700"/>
                    </a:moveTo>
                    <a:cubicBezTo>
                      <a:pt x="71425" y="18999"/>
                      <a:pt x="66289" y="17509"/>
                      <a:pt x="59822" y="17509"/>
                    </a:cubicBezTo>
                    <a:cubicBezTo>
                      <a:pt x="41086" y="17509"/>
                      <a:pt x="29768" y="28871"/>
                      <a:pt x="19687" y="46287"/>
                    </a:cubicBezTo>
                    <a:lnTo>
                      <a:pt x="19687" y="153391"/>
                    </a:lnTo>
                    <a:lnTo>
                      <a:pt x="951" y="153391"/>
                    </a:lnTo>
                    <a:lnTo>
                      <a:pt x="951" y="30641"/>
                    </a:lnTo>
                    <a:cubicBezTo>
                      <a:pt x="951" y="25519"/>
                      <a:pt x="380" y="8475"/>
                      <a:pt x="0" y="3353"/>
                    </a:cubicBezTo>
                    <a:lnTo>
                      <a:pt x="15027" y="3353"/>
                    </a:lnTo>
                    <a:lnTo>
                      <a:pt x="16834" y="28219"/>
                    </a:lnTo>
                    <a:cubicBezTo>
                      <a:pt x="26059" y="11083"/>
                      <a:pt x="41371" y="0"/>
                      <a:pt x="63721" y="0"/>
                    </a:cubicBezTo>
                    <a:cubicBezTo>
                      <a:pt x="70189" y="0"/>
                      <a:pt x="76275" y="931"/>
                      <a:pt x="81506" y="2701"/>
                    </a:cubicBezTo>
                    <a:lnTo>
                      <a:pt x="76275" y="21607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20431D02-9662-F166-DF23-3D0D5125A7DD}"/>
                  </a:ext>
                </a:extLst>
              </p:cNvPr>
              <p:cNvSpPr/>
              <p:nvPr/>
            </p:nvSpPr>
            <p:spPr>
              <a:xfrm>
                <a:off x="5510715" y="3289300"/>
                <a:ext cx="123923" cy="219422"/>
              </a:xfrm>
              <a:custGeom>
                <a:avLst/>
                <a:gdLst>
                  <a:gd name="connsiteX0" fmla="*/ 63436 w 123923"/>
                  <a:gd name="connsiteY0" fmla="*/ 219422 h 219422"/>
                  <a:gd name="connsiteX1" fmla="*/ 17119 w 123923"/>
                  <a:gd name="connsiteY1" fmla="*/ 199026 h 219422"/>
                  <a:gd name="connsiteX2" fmla="*/ 15597 w 123923"/>
                  <a:gd name="connsiteY2" fmla="*/ 216162 h 219422"/>
                  <a:gd name="connsiteX3" fmla="*/ 0 w 123923"/>
                  <a:gd name="connsiteY3" fmla="*/ 216162 h 219422"/>
                  <a:gd name="connsiteX4" fmla="*/ 951 w 123923"/>
                  <a:gd name="connsiteY4" fmla="*/ 187943 h 219422"/>
                  <a:gd name="connsiteX5" fmla="*/ 951 w 123923"/>
                  <a:gd name="connsiteY5" fmla="*/ 0 h 219422"/>
                  <a:gd name="connsiteX6" fmla="*/ 19687 w 123923"/>
                  <a:gd name="connsiteY6" fmla="*/ 0 h 219422"/>
                  <a:gd name="connsiteX7" fmla="*/ 19687 w 123923"/>
                  <a:gd name="connsiteY7" fmla="*/ 86707 h 219422"/>
                  <a:gd name="connsiteX8" fmla="*/ 65053 w 123923"/>
                  <a:gd name="connsiteY8" fmla="*/ 62679 h 219422"/>
                  <a:gd name="connsiteX9" fmla="*/ 123924 w 123923"/>
                  <a:gd name="connsiteY9" fmla="*/ 140445 h 219422"/>
                  <a:gd name="connsiteX10" fmla="*/ 63531 w 123923"/>
                  <a:gd name="connsiteY10" fmla="*/ 219422 h 219422"/>
                  <a:gd name="connsiteX11" fmla="*/ 60963 w 123923"/>
                  <a:gd name="connsiteY11" fmla="*/ 78046 h 219422"/>
                  <a:gd name="connsiteX12" fmla="*/ 19592 w 123923"/>
                  <a:gd name="connsiteY12" fmla="*/ 105334 h 219422"/>
                  <a:gd name="connsiteX13" fmla="*/ 19592 w 123923"/>
                  <a:gd name="connsiteY13" fmla="*/ 186080 h 219422"/>
                  <a:gd name="connsiteX14" fmla="*/ 58776 w 123923"/>
                  <a:gd name="connsiteY14" fmla="*/ 204055 h 219422"/>
                  <a:gd name="connsiteX15" fmla="*/ 104141 w 123923"/>
                  <a:gd name="connsiteY15" fmla="*/ 141004 h 219422"/>
                  <a:gd name="connsiteX16" fmla="*/ 60963 w 123923"/>
                  <a:gd name="connsiteY16" fmla="*/ 77953 h 219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3923" h="219422">
                    <a:moveTo>
                      <a:pt x="63436" y="219422"/>
                    </a:moveTo>
                    <a:cubicBezTo>
                      <a:pt x="41086" y="219422"/>
                      <a:pt x="27010" y="211040"/>
                      <a:pt x="17119" y="199026"/>
                    </a:cubicBezTo>
                    <a:lnTo>
                      <a:pt x="15597" y="216162"/>
                    </a:lnTo>
                    <a:lnTo>
                      <a:pt x="0" y="216162"/>
                    </a:lnTo>
                    <a:cubicBezTo>
                      <a:pt x="285" y="209550"/>
                      <a:pt x="951" y="195114"/>
                      <a:pt x="951" y="187943"/>
                    </a:cubicBezTo>
                    <a:lnTo>
                      <a:pt x="951" y="0"/>
                    </a:lnTo>
                    <a:lnTo>
                      <a:pt x="19687" y="0"/>
                    </a:lnTo>
                    <a:lnTo>
                      <a:pt x="19687" y="86707"/>
                    </a:lnTo>
                    <a:cubicBezTo>
                      <a:pt x="27961" y="75904"/>
                      <a:pt x="40801" y="62679"/>
                      <a:pt x="65053" y="62679"/>
                    </a:cubicBezTo>
                    <a:cubicBezTo>
                      <a:pt x="100908" y="62679"/>
                      <a:pt x="123924" y="92668"/>
                      <a:pt x="123924" y="140445"/>
                    </a:cubicBezTo>
                    <a:cubicBezTo>
                      <a:pt x="123924" y="184311"/>
                      <a:pt x="103381" y="219422"/>
                      <a:pt x="63531" y="219422"/>
                    </a:cubicBezTo>
                    <a:close/>
                    <a:moveTo>
                      <a:pt x="60963" y="78046"/>
                    </a:moveTo>
                    <a:cubicBezTo>
                      <a:pt x="39849" y="78046"/>
                      <a:pt x="26059" y="95462"/>
                      <a:pt x="19592" y="105334"/>
                    </a:cubicBezTo>
                    <a:lnTo>
                      <a:pt x="19592" y="186080"/>
                    </a:lnTo>
                    <a:cubicBezTo>
                      <a:pt x="29673" y="196325"/>
                      <a:pt x="39849" y="204055"/>
                      <a:pt x="58776" y="204055"/>
                    </a:cubicBezTo>
                    <a:cubicBezTo>
                      <a:pt x="85405" y="204055"/>
                      <a:pt x="104141" y="180679"/>
                      <a:pt x="104141" y="141004"/>
                    </a:cubicBezTo>
                    <a:cubicBezTo>
                      <a:pt x="104141" y="93878"/>
                      <a:pt x="82647" y="77953"/>
                      <a:pt x="60963" y="77953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A3600D4D-9089-E1BE-C5AA-0197658E0FC2}"/>
                  </a:ext>
                </a:extLst>
              </p:cNvPr>
              <p:cNvSpPr/>
              <p:nvPr/>
            </p:nvSpPr>
            <p:spPr>
              <a:xfrm>
                <a:off x="5668021" y="3352071"/>
                <a:ext cx="128108" cy="156650"/>
              </a:xfrm>
              <a:custGeom>
                <a:avLst/>
                <a:gdLst>
                  <a:gd name="connsiteX0" fmla="*/ 19877 w 128108"/>
                  <a:gd name="connsiteY0" fmla="*/ 84006 h 156650"/>
                  <a:gd name="connsiteX1" fmla="*/ 70759 w 128108"/>
                  <a:gd name="connsiteY1" fmla="*/ 141004 h 156650"/>
                  <a:gd name="connsiteX2" fmla="*/ 113937 w 128108"/>
                  <a:gd name="connsiteY2" fmla="*/ 125730 h 156650"/>
                  <a:gd name="connsiteX3" fmla="*/ 123163 w 128108"/>
                  <a:gd name="connsiteY3" fmla="*/ 138303 h 156650"/>
                  <a:gd name="connsiteX4" fmla="*/ 70759 w 128108"/>
                  <a:gd name="connsiteY4" fmla="*/ 156650 h 156650"/>
                  <a:gd name="connsiteX5" fmla="*/ 0 w 128108"/>
                  <a:gd name="connsiteY5" fmla="*/ 79815 h 156650"/>
                  <a:gd name="connsiteX6" fmla="*/ 65623 w 128108"/>
                  <a:gd name="connsiteY6" fmla="*/ 0 h 156650"/>
                  <a:gd name="connsiteX7" fmla="*/ 128108 w 128108"/>
                  <a:gd name="connsiteY7" fmla="*/ 84006 h 156650"/>
                  <a:gd name="connsiteX8" fmla="*/ 19877 w 128108"/>
                  <a:gd name="connsiteY8" fmla="*/ 84006 h 156650"/>
                  <a:gd name="connsiteX9" fmla="*/ 65528 w 128108"/>
                  <a:gd name="connsiteY9" fmla="*/ 14994 h 156650"/>
                  <a:gd name="connsiteX10" fmla="*/ 19877 w 128108"/>
                  <a:gd name="connsiteY10" fmla="*/ 69012 h 156650"/>
                  <a:gd name="connsiteX11" fmla="*/ 108802 w 128108"/>
                  <a:gd name="connsiteY11" fmla="*/ 69012 h 156650"/>
                  <a:gd name="connsiteX12" fmla="*/ 65623 w 128108"/>
                  <a:gd name="connsiteY12" fmla="*/ 14994 h 156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8108" h="156650">
                    <a:moveTo>
                      <a:pt x="19877" y="84006"/>
                    </a:moveTo>
                    <a:cubicBezTo>
                      <a:pt x="21399" y="122377"/>
                      <a:pt x="44700" y="141004"/>
                      <a:pt x="70759" y="141004"/>
                    </a:cubicBezTo>
                    <a:cubicBezTo>
                      <a:pt x="88829" y="141004"/>
                      <a:pt x="103285" y="133833"/>
                      <a:pt x="113937" y="125730"/>
                    </a:cubicBezTo>
                    <a:lnTo>
                      <a:pt x="123163" y="138303"/>
                    </a:lnTo>
                    <a:cubicBezTo>
                      <a:pt x="109087" y="149106"/>
                      <a:pt x="92824" y="156650"/>
                      <a:pt x="70759" y="156650"/>
                    </a:cubicBezTo>
                    <a:cubicBezTo>
                      <a:pt x="30910" y="156650"/>
                      <a:pt x="0" y="129642"/>
                      <a:pt x="0" y="79815"/>
                    </a:cubicBezTo>
                    <a:cubicBezTo>
                      <a:pt x="0" y="26077"/>
                      <a:pt x="31575" y="0"/>
                      <a:pt x="65623" y="0"/>
                    </a:cubicBezTo>
                    <a:cubicBezTo>
                      <a:pt x="113747" y="0"/>
                      <a:pt x="128108" y="36881"/>
                      <a:pt x="128108" y="84006"/>
                    </a:cubicBezTo>
                    <a:lnTo>
                      <a:pt x="19877" y="84006"/>
                    </a:lnTo>
                    <a:close/>
                    <a:moveTo>
                      <a:pt x="65528" y="14994"/>
                    </a:moveTo>
                    <a:cubicBezTo>
                      <a:pt x="40991" y="14994"/>
                      <a:pt x="22350" y="32969"/>
                      <a:pt x="19877" y="69012"/>
                    </a:cubicBezTo>
                    <a:lnTo>
                      <a:pt x="108802" y="69012"/>
                    </a:lnTo>
                    <a:cubicBezTo>
                      <a:pt x="108231" y="32690"/>
                      <a:pt x="92824" y="14994"/>
                      <a:pt x="65623" y="14994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B3A50663-0330-1A57-6E6A-0A7D59C73B09}"/>
                  </a:ext>
                </a:extLst>
              </p:cNvPr>
              <p:cNvSpPr/>
              <p:nvPr/>
            </p:nvSpPr>
            <p:spPr>
              <a:xfrm>
                <a:off x="5836835" y="3289300"/>
                <a:ext cx="113461" cy="216162"/>
              </a:xfrm>
              <a:custGeom>
                <a:avLst/>
                <a:gdLst>
                  <a:gd name="connsiteX0" fmla="*/ 94726 w 113461"/>
                  <a:gd name="connsiteY0" fmla="*/ 216069 h 216162"/>
                  <a:gd name="connsiteX1" fmla="*/ 94726 w 113461"/>
                  <a:gd name="connsiteY1" fmla="*/ 120701 h 216162"/>
                  <a:gd name="connsiteX2" fmla="*/ 58586 w 113461"/>
                  <a:gd name="connsiteY2" fmla="*/ 78418 h 216162"/>
                  <a:gd name="connsiteX3" fmla="*/ 18736 w 113461"/>
                  <a:gd name="connsiteY3" fmla="*/ 102726 h 216162"/>
                  <a:gd name="connsiteX4" fmla="*/ 18736 w 113461"/>
                  <a:gd name="connsiteY4" fmla="*/ 216162 h 216162"/>
                  <a:gd name="connsiteX5" fmla="*/ 0 w 113461"/>
                  <a:gd name="connsiteY5" fmla="*/ 216162 h 216162"/>
                  <a:gd name="connsiteX6" fmla="*/ 0 w 113461"/>
                  <a:gd name="connsiteY6" fmla="*/ 0 h 216162"/>
                  <a:gd name="connsiteX7" fmla="*/ 18736 w 113461"/>
                  <a:gd name="connsiteY7" fmla="*/ 0 h 216162"/>
                  <a:gd name="connsiteX8" fmla="*/ 18736 w 113461"/>
                  <a:gd name="connsiteY8" fmla="*/ 84658 h 216162"/>
                  <a:gd name="connsiteX9" fmla="*/ 62580 w 113461"/>
                  <a:gd name="connsiteY9" fmla="*/ 62772 h 216162"/>
                  <a:gd name="connsiteX10" fmla="*/ 113462 w 113461"/>
                  <a:gd name="connsiteY10" fmla="*/ 122191 h 216162"/>
                  <a:gd name="connsiteX11" fmla="*/ 113462 w 113461"/>
                  <a:gd name="connsiteY11" fmla="*/ 216162 h 216162"/>
                  <a:gd name="connsiteX12" fmla="*/ 94726 w 113461"/>
                  <a:gd name="connsiteY12" fmla="*/ 216162 h 216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3461" h="216162">
                    <a:moveTo>
                      <a:pt x="94726" y="216069"/>
                    </a:moveTo>
                    <a:lnTo>
                      <a:pt x="94726" y="120701"/>
                    </a:lnTo>
                    <a:cubicBezTo>
                      <a:pt x="94726" y="93133"/>
                      <a:pt x="83694" y="78418"/>
                      <a:pt x="58586" y="78418"/>
                    </a:cubicBezTo>
                    <a:cubicBezTo>
                      <a:pt x="39850" y="78418"/>
                      <a:pt x="26725" y="90991"/>
                      <a:pt x="18736" y="102726"/>
                    </a:cubicBezTo>
                    <a:lnTo>
                      <a:pt x="18736" y="216162"/>
                    </a:lnTo>
                    <a:lnTo>
                      <a:pt x="0" y="216162"/>
                    </a:lnTo>
                    <a:lnTo>
                      <a:pt x="0" y="0"/>
                    </a:lnTo>
                    <a:lnTo>
                      <a:pt x="18736" y="0"/>
                    </a:lnTo>
                    <a:lnTo>
                      <a:pt x="18736" y="84658"/>
                    </a:lnTo>
                    <a:cubicBezTo>
                      <a:pt x="28532" y="71713"/>
                      <a:pt x="43844" y="62772"/>
                      <a:pt x="62580" y="62772"/>
                    </a:cubicBezTo>
                    <a:cubicBezTo>
                      <a:pt x="101193" y="62772"/>
                      <a:pt x="113462" y="86800"/>
                      <a:pt x="113462" y="122191"/>
                    </a:cubicBezTo>
                    <a:lnTo>
                      <a:pt x="113462" y="216162"/>
                    </a:lnTo>
                    <a:lnTo>
                      <a:pt x="94726" y="21616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8C5347C9-F82F-0E14-F56A-90740783231E}"/>
                  </a:ext>
                </a:extLst>
              </p:cNvPr>
              <p:cNvSpPr/>
              <p:nvPr/>
            </p:nvSpPr>
            <p:spPr>
              <a:xfrm>
                <a:off x="5999371" y="3289300"/>
                <a:ext cx="21779" cy="216069"/>
              </a:xfrm>
              <a:custGeom>
                <a:avLst/>
                <a:gdLst>
                  <a:gd name="connsiteX0" fmla="*/ 0 w 21779"/>
                  <a:gd name="connsiteY0" fmla="*/ 23097 h 216069"/>
                  <a:gd name="connsiteX1" fmla="*/ 0 w 21779"/>
                  <a:gd name="connsiteY1" fmla="*/ 0 h 216069"/>
                  <a:gd name="connsiteX2" fmla="*/ 21779 w 21779"/>
                  <a:gd name="connsiteY2" fmla="*/ 0 h 216069"/>
                  <a:gd name="connsiteX3" fmla="*/ 21779 w 21779"/>
                  <a:gd name="connsiteY3" fmla="*/ 23097 h 216069"/>
                  <a:gd name="connsiteX4" fmla="*/ 0 w 21779"/>
                  <a:gd name="connsiteY4" fmla="*/ 23097 h 216069"/>
                  <a:gd name="connsiteX5" fmla="*/ 1522 w 21779"/>
                  <a:gd name="connsiteY5" fmla="*/ 216069 h 216069"/>
                  <a:gd name="connsiteX6" fmla="*/ 1522 w 21779"/>
                  <a:gd name="connsiteY6" fmla="*/ 66032 h 216069"/>
                  <a:gd name="connsiteX7" fmla="*/ 20258 w 21779"/>
                  <a:gd name="connsiteY7" fmla="*/ 66032 h 216069"/>
                  <a:gd name="connsiteX8" fmla="*/ 20258 w 21779"/>
                  <a:gd name="connsiteY8" fmla="*/ 216069 h 216069"/>
                  <a:gd name="connsiteX9" fmla="*/ 1522 w 21779"/>
                  <a:gd name="connsiteY9" fmla="*/ 216069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779" h="216069">
                    <a:moveTo>
                      <a:pt x="0" y="23097"/>
                    </a:moveTo>
                    <a:lnTo>
                      <a:pt x="0" y="0"/>
                    </a:lnTo>
                    <a:lnTo>
                      <a:pt x="21779" y="0"/>
                    </a:lnTo>
                    <a:lnTo>
                      <a:pt x="21779" y="23097"/>
                    </a:lnTo>
                    <a:lnTo>
                      <a:pt x="0" y="23097"/>
                    </a:lnTo>
                    <a:close/>
                    <a:moveTo>
                      <a:pt x="1522" y="216069"/>
                    </a:moveTo>
                    <a:lnTo>
                      <a:pt x="1522" y="66032"/>
                    </a:lnTo>
                    <a:lnTo>
                      <a:pt x="20258" y="66032"/>
                    </a:lnTo>
                    <a:lnTo>
                      <a:pt x="20258" y="216069"/>
                    </a:lnTo>
                    <a:lnTo>
                      <a:pt x="1522" y="21606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73ECE6A2-0ADF-AF61-AD7C-A00777ADD150}"/>
                  </a:ext>
                </a:extLst>
              </p:cNvPr>
              <p:cNvSpPr/>
              <p:nvPr/>
            </p:nvSpPr>
            <p:spPr>
              <a:xfrm>
                <a:off x="6069179" y="3351978"/>
                <a:ext cx="114222" cy="153390"/>
              </a:xfrm>
              <a:custGeom>
                <a:avLst/>
                <a:gdLst>
                  <a:gd name="connsiteX0" fmla="*/ 95677 w 114222"/>
                  <a:gd name="connsiteY0" fmla="*/ 153391 h 153390"/>
                  <a:gd name="connsiteX1" fmla="*/ 95677 w 114222"/>
                  <a:gd name="connsiteY1" fmla="*/ 58301 h 153390"/>
                  <a:gd name="connsiteX2" fmla="*/ 59537 w 114222"/>
                  <a:gd name="connsiteY2" fmla="*/ 15646 h 153390"/>
                  <a:gd name="connsiteX3" fmla="*/ 19687 w 114222"/>
                  <a:gd name="connsiteY3" fmla="*/ 39954 h 153390"/>
                  <a:gd name="connsiteX4" fmla="*/ 19687 w 114222"/>
                  <a:gd name="connsiteY4" fmla="*/ 153391 h 153390"/>
                  <a:gd name="connsiteX5" fmla="*/ 951 w 114222"/>
                  <a:gd name="connsiteY5" fmla="*/ 153391 h 153390"/>
                  <a:gd name="connsiteX6" fmla="*/ 951 w 114222"/>
                  <a:gd name="connsiteY6" fmla="*/ 30920 h 153390"/>
                  <a:gd name="connsiteX7" fmla="*/ 0 w 114222"/>
                  <a:gd name="connsiteY7" fmla="*/ 3353 h 153390"/>
                  <a:gd name="connsiteX8" fmla="*/ 15598 w 114222"/>
                  <a:gd name="connsiteY8" fmla="*/ 3353 h 153390"/>
                  <a:gd name="connsiteX9" fmla="*/ 17119 w 114222"/>
                  <a:gd name="connsiteY9" fmla="*/ 24028 h 153390"/>
                  <a:gd name="connsiteX10" fmla="*/ 63056 w 114222"/>
                  <a:gd name="connsiteY10" fmla="*/ 0 h 153390"/>
                  <a:gd name="connsiteX11" fmla="*/ 114223 w 114222"/>
                  <a:gd name="connsiteY11" fmla="*/ 59419 h 153390"/>
                  <a:gd name="connsiteX12" fmla="*/ 114223 w 114222"/>
                  <a:gd name="connsiteY12" fmla="*/ 153391 h 153390"/>
                  <a:gd name="connsiteX13" fmla="*/ 95487 w 114222"/>
                  <a:gd name="connsiteY13" fmla="*/ 153391 h 153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14222" h="153390">
                    <a:moveTo>
                      <a:pt x="95677" y="153391"/>
                    </a:moveTo>
                    <a:lnTo>
                      <a:pt x="95677" y="58301"/>
                    </a:lnTo>
                    <a:cubicBezTo>
                      <a:pt x="95677" y="31013"/>
                      <a:pt x="84359" y="15646"/>
                      <a:pt x="59537" y="15646"/>
                    </a:cubicBezTo>
                    <a:cubicBezTo>
                      <a:pt x="39279" y="15646"/>
                      <a:pt x="27010" y="29151"/>
                      <a:pt x="19687" y="39954"/>
                    </a:cubicBezTo>
                    <a:lnTo>
                      <a:pt x="19687" y="153391"/>
                    </a:lnTo>
                    <a:lnTo>
                      <a:pt x="951" y="153391"/>
                    </a:lnTo>
                    <a:lnTo>
                      <a:pt x="951" y="30920"/>
                    </a:lnTo>
                    <a:cubicBezTo>
                      <a:pt x="951" y="25798"/>
                      <a:pt x="381" y="8382"/>
                      <a:pt x="0" y="3353"/>
                    </a:cubicBezTo>
                    <a:lnTo>
                      <a:pt x="15598" y="3353"/>
                    </a:lnTo>
                    <a:lnTo>
                      <a:pt x="17119" y="24028"/>
                    </a:lnTo>
                    <a:cubicBezTo>
                      <a:pt x="26344" y="10803"/>
                      <a:pt x="42513" y="0"/>
                      <a:pt x="63056" y="0"/>
                    </a:cubicBezTo>
                    <a:cubicBezTo>
                      <a:pt x="100432" y="0"/>
                      <a:pt x="114223" y="23097"/>
                      <a:pt x="114223" y="59419"/>
                    </a:cubicBezTo>
                    <a:lnTo>
                      <a:pt x="114223" y="153391"/>
                    </a:lnTo>
                    <a:lnTo>
                      <a:pt x="95487" y="153391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1D96E3D4-1A56-4907-C226-325A3C4817AB}"/>
                  </a:ext>
                </a:extLst>
              </p:cNvPr>
              <p:cNvSpPr/>
              <p:nvPr/>
            </p:nvSpPr>
            <p:spPr>
              <a:xfrm>
                <a:off x="6224013" y="3289300"/>
                <a:ext cx="125730" cy="219328"/>
              </a:xfrm>
              <a:custGeom>
                <a:avLst/>
                <a:gdLst>
                  <a:gd name="connsiteX0" fmla="*/ 109753 w 125730"/>
                  <a:gd name="connsiteY0" fmla="*/ 216069 h 219328"/>
                  <a:gd name="connsiteX1" fmla="*/ 108231 w 125730"/>
                  <a:gd name="connsiteY1" fmla="*/ 192320 h 219328"/>
                  <a:gd name="connsiteX2" fmla="*/ 60392 w 125730"/>
                  <a:gd name="connsiteY2" fmla="*/ 219329 h 219328"/>
                  <a:gd name="connsiteX3" fmla="*/ 0 w 125730"/>
                  <a:gd name="connsiteY3" fmla="*/ 140352 h 219328"/>
                  <a:gd name="connsiteX4" fmla="*/ 63151 w 125730"/>
                  <a:gd name="connsiteY4" fmla="*/ 62586 h 219328"/>
                  <a:gd name="connsiteX5" fmla="*/ 106044 w 125730"/>
                  <a:gd name="connsiteY5" fmla="*/ 79350 h 219328"/>
                  <a:gd name="connsiteX6" fmla="*/ 106044 w 125730"/>
                  <a:gd name="connsiteY6" fmla="*/ 0 h 219328"/>
                  <a:gd name="connsiteX7" fmla="*/ 124779 w 125730"/>
                  <a:gd name="connsiteY7" fmla="*/ 0 h 219328"/>
                  <a:gd name="connsiteX8" fmla="*/ 124779 w 125730"/>
                  <a:gd name="connsiteY8" fmla="*/ 187850 h 219328"/>
                  <a:gd name="connsiteX9" fmla="*/ 125730 w 125730"/>
                  <a:gd name="connsiteY9" fmla="*/ 216069 h 219328"/>
                  <a:gd name="connsiteX10" fmla="*/ 109753 w 125730"/>
                  <a:gd name="connsiteY10" fmla="*/ 216069 h 219328"/>
                  <a:gd name="connsiteX11" fmla="*/ 106044 w 125730"/>
                  <a:gd name="connsiteY11" fmla="*/ 95369 h 219328"/>
                  <a:gd name="connsiteX12" fmla="*/ 67145 w 125730"/>
                  <a:gd name="connsiteY12" fmla="*/ 77953 h 219328"/>
                  <a:gd name="connsiteX13" fmla="*/ 19592 w 125730"/>
                  <a:gd name="connsiteY13" fmla="*/ 141004 h 219328"/>
                  <a:gd name="connsiteX14" fmla="*/ 64958 w 125730"/>
                  <a:gd name="connsiteY14" fmla="*/ 204055 h 219328"/>
                  <a:gd name="connsiteX15" fmla="*/ 106044 w 125730"/>
                  <a:gd name="connsiteY15" fmla="*/ 177046 h 219328"/>
                  <a:gd name="connsiteX16" fmla="*/ 106044 w 125730"/>
                  <a:gd name="connsiteY16" fmla="*/ 95462 h 2193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5730" h="219328">
                    <a:moveTo>
                      <a:pt x="109753" y="216069"/>
                    </a:moveTo>
                    <a:lnTo>
                      <a:pt x="108231" y="192320"/>
                    </a:lnTo>
                    <a:cubicBezTo>
                      <a:pt x="99386" y="204893"/>
                      <a:pt x="84645" y="219329"/>
                      <a:pt x="60392" y="219329"/>
                    </a:cubicBezTo>
                    <a:cubicBezTo>
                      <a:pt x="19592" y="219329"/>
                      <a:pt x="0" y="183938"/>
                      <a:pt x="0" y="140352"/>
                    </a:cubicBezTo>
                    <a:cubicBezTo>
                      <a:pt x="0" y="91736"/>
                      <a:pt x="28151" y="62586"/>
                      <a:pt x="63151" y="62586"/>
                    </a:cubicBezTo>
                    <a:cubicBezTo>
                      <a:pt x="82172" y="62586"/>
                      <a:pt x="97199" y="70409"/>
                      <a:pt x="106044" y="79350"/>
                    </a:cubicBezTo>
                    <a:lnTo>
                      <a:pt x="106044" y="0"/>
                    </a:lnTo>
                    <a:lnTo>
                      <a:pt x="124779" y="0"/>
                    </a:lnTo>
                    <a:lnTo>
                      <a:pt x="124779" y="187850"/>
                    </a:lnTo>
                    <a:cubicBezTo>
                      <a:pt x="124779" y="195021"/>
                      <a:pt x="125350" y="209457"/>
                      <a:pt x="125730" y="216069"/>
                    </a:cubicBezTo>
                    <a:lnTo>
                      <a:pt x="109753" y="216069"/>
                    </a:lnTo>
                    <a:close/>
                    <a:moveTo>
                      <a:pt x="106044" y="95369"/>
                    </a:moveTo>
                    <a:cubicBezTo>
                      <a:pt x="96533" y="86335"/>
                      <a:pt x="86737" y="77953"/>
                      <a:pt x="67145" y="77953"/>
                    </a:cubicBezTo>
                    <a:cubicBezTo>
                      <a:pt x="47553" y="77953"/>
                      <a:pt x="19592" y="93878"/>
                      <a:pt x="19592" y="141004"/>
                    </a:cubicBezTo>
                    <a:cubicBezTo>
                      <a:pt x="19592" y="178257"/>
                      <a:pt x="36140" y="204055"/>
                      <a:pt x="64958" y="204055"/>
                    </a:cubicBezTo>
                    <a:cubicBezTo>
                      <a:pt x="84264" y="204055"/>
                      <a:pt x="97484" y="190271"/>
                      <a:pt x="106044" y="177046"/>
                    </a:cubicBezTo>
                    <a:lnTo>
                      <a:pt x="106044" y="9546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</p:grpSp>
        <p:grpSp>
          <p:nvGrpSpPr>
            <p:cNvPr id="10" name="Graphic 17">
              <a:extLst>
                <a:ext uri="{FF2B5EF4-FFF2-40B4-BE49-F238E27FC236}">
                  <a16:creationId xmlns:a16="http://schemas.microsoft.com/office/drawing/2014/main" id="{21CFD13E-A9F1-013C-5511-2FFA1D9C810E}"/>
                </a:ext>
              </a:extLst>
            </p:cNvPr>
            <p:cNvGrpSpPr/>
            <p:nvPr/>
          </p:nvGrpSpPr>
          <p:grpSpPr>
            <a:xfrm>
              <a:off x="6465963" y="3289300"/>
              <a:ext cx="1730364" cy="282193"/>
              <a:chOff x="6465963" y="3289300"/>
              <a:chExt cx="1730364" cy="282193"/>
            </a:xfrm>
            <a:grpFill/>
          </p:grpSpPr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BF1E3F3E-8449-0D91-D3F7-8450B59B9574}"/>
                  </a:ext>
                </a:extLst>
              </p:cNvPr>
              <p:cNvSpPr/>
              <p:nvPr/>
            </p:nvSpPr>
            <p:spPr>
              <a:xfrm>
                <a:off x="6465963" y="3355424"/>
                <a:ext cx="145512" cy="216069"/>
              </a:xfrm>
              <a:custGeom>
                <a:avLst/>
                <a:gdLst>
                  <a:gd name="connsiteX0" fmla="*/ 93204 w 145512"/>
                  <a:gd name="connsiteY0" fmla="*/ 161121 h 216069"/>
                  <a:gd name="connsiteX1" fmla="*/ 18451 w 145512"/>
                  <a:gd name="connsiteY1" fmla="*/ 216069 h 216069"/>
                  <a:gd name="connsiteX2" fmla="*/ 13220 w 145512"/>
                  <a:gd name="connsiteY2" fmla="*/ 189061 h 216069"/>
                  <a:gd name="connsiteX3" fmla="*/ 58871 w 145512"/>
                  <a:gd name="connsiteY3" fmla="*/ 159072 h 216069"/>
                  <a:gd name="connsiteX4" fmla="*/ 61914 w 145512"/>
                  <a:gd name="connsiteY4" fmla="*/ 149479 h 216069"/>
                  <a:gd name="connsiteX5" fmla="*/ 0 w 145512"/>
                  <a:gd name="connsiteY5" fmla="*/ 0 h 216069"/>
                  <a:gd name="connsiteX6" fmla="*/ 36426 w 145512"/>
                  <a:gd name="connsiteY6" fmla="*/ 0 h 216069"/>
                  <a:gd name="connsiteX7" fmla="*/ 63056 w 145512"/>
                  <a:gd name="connsiteY7" fmla="*/ 68453 h 216069"/>
                  <a:gd name="connsiteX8" fmla="*/ 78368 w 145512"/>
                  <a:gd name="connsiteY8" fmla="*/ 114368 h 216069"/>
                  <a:gd name="connsiteX9" fmla="*/ 111179 w 145512"/>
                  <a:gd name="connsiteY9" fmla="*/ 0 h 216069"/>
                  <a:gd name="connsiteX10" fmla="*/ 145513 w 145512"/>
                  <a:gd name="connsiteY10" fmla="*/ 0 h 216069"/>
                  <a:gd name="connsiteX11" fmla="*/ 93109 w 145512"/>
                  <a:gd name="connsiteY11" fmla="*/ 161214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5512" h="216069">
                    <a:moveTo>
                      <a:pt x="93204" y="161121"/>
                    </a:moveTo>
                    <a:cubicBezTo>
                      <a:pt x="80650" y="199492"/>
                      <a:pt x="52118" y="211878"/>
                      <a:pt x="18451" y="216069"/>
                    </a:cubicBezTo>
                    <a:lnTo>
                      <a:pt x="13220" y="189061"/>
                    </a:lnTo>
                    <a:cubicBezTo>
                      <a:pt x="37472" y="185428"/>
                      <a:pt x="53640" y="175277"/>
                      <a:pt x="58871" y="159072"/>
                    </a:cubicBezTo>
                    <a:lnTo>
                      <a:pt x="61914" y="149479"/>
                    </a:lnTo>
                    <a:lnTo>
                      <a:pt x="0" y="0"/>
                    </a:lnTo>
                    <a:lnTo>
                      <a:pt x="36426" y="0"/>
                    </a:lnTo>
                    <a:lnTo>
                      <a:pt x="63056" y="68453"/>
                    </a:lnTo>
                    <a:cubicBezTo>
                      <a:pt x="70379" y="87638"/>
                      <a:pt x="78368" y="114368"/>
                      <a:pt x="78368" y="114368"/>
                    </a:cubicBezTo>
                    <a:lnTo>
                      <a:pt x="111179" y="0"/>
                    </a:lnTo>
                    <a:lnTo>
                      <a:pt x="145513" y="0"/>
                    </a:lnTo>
                    <a:lnTo>
                      <a:pt x="93109" y="161214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06FB9FB6-A4DD-2B84-719B-C46F1C64A77E}"/>
                  </a:ext>
                </a:extLst>
              </p:cNvPr>
              <p:cNvSpPr/>
              <p:nvPr/>
            </p:nvSpPr>
            <p:spPr>
              <a:xfrm>
                <a:off x="6629927" y="3351140"/>
                <a:ext cx="147795" cy="158419"/>
              </a:xfrm>
              <a:custGeom>
                <a:avLst/>
                <a:gdLst>
                  <a:gd name="connsiteX0" fmla="*/ 73898 w 147795"/>
                  <a:gd name="connsiteY0" fmla="*/ 158420 h 158419"/>
                  <a:gd name="connsiteX1" fmla="*/ 0 w 147795"/>
                  <a:gd name="connsiteY1" fmla="*/ 78605 h 158419"/>
                  <a:gd name="connsiteX2" fmla="*/ 73898 w 147795"/>
                  <a:gd name="connsiteY2" fmla="*/ 0 h 158419"/>
                  <a:gd name="connsiteX3" fmla="*/ 147795 w 147795"/>
                  <a:gd name="connsiteY3" fmla="*/ 78605 h 158419"/>
                  <a:gd name="connsiteX4" fmla="*/ 73898 w 147795"/>
                  <a:gd name="connsiteY4" fmla="*/ 158420 h 158419"/>
                  <a:gd name="connsiteX5" fmla="*/ 73898 w 147795"/>
                  <a:gd name="connsiteY5" fmla="*/ 26357 h 158419"/>
                  <a:gd name="connsiteX6" fmla="*/ 34714 w 147795"/>
                  <a:gd name="connsiteY6" fmla="*/ 78605 h 158419"/>
                  <a:gd name="connsiteX7" fmla="*/ 73898 w 147795"/>
                  <a:gd name="connsiteY7" fmla="*/ 132063 h 158419"/>
                  <a:gd name="connsiteX8" fmla="*/ 113081 w 147795"/>
                  <a:gd name="connsiteY8" fmla="*/ 78605 h 158419"/>
                  <a:gd name="connsiteX9" fmla="*/ 73898 w 147795"/>
                  <a:gd name="connsiteY9" fmla="*/ 26357 h 158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7795" h="158419">
                    <a:moveTo>
                      <a:pt x="73898" y="158420"/>
                    </a:moveTo>
                    <a:cubicBezTo>
                      <a:pt x="26725" y="158420"/>
                      <a:pt x="0" y="124799"/>
                      <a:pt x="0" y="78605"/>
                    </a:cubicBezTo>
                    <a:cubicBezTo>
                      <a:pt x="0" y="32410"/>
                      <a:pt x="27581" y="0"/>
                      <a:pt x="73898" y="0"/>
                    </a:cubicBezTo>
                    <a:cubicBezTo>
                      <a:pt x="120214" y="0"/>
                      <a:pt x="147795" y="32410"/>
                      <a:pt x="147795" y="78605"/>
                    </a:cubicBezTo>
                    <a:cubicBezTo>
                      <a:pt x="147795" y="124799"/>
                      <a:pt x="120214" y="158420"/>
                      <a:pt x="73898" y="158420"/>
                    </a:cubicBezTo>
                    <a:close/>
                    <a:moveTo>
                      <a:pt x="73898" y="26357"/>
                    </a:moveTo>
                    <a:cubicBezTo>
                      <a:pt x="47838" y="26357"/>
                      <a:pt x="34714" y="47405"/>
                      <a:pt x="34714" y="78605"/>
                    </a:cubicBezTo>
                    <a:cubicBezTo>
                      <a:pt x="34714" y="109804"/>
                      <a:pt x="48504" y="132063"/>
                      <a:pt x="73898" y="132063"/>
                    </a:cubicBezTo>
                    <a:cubicBezTo>
                      <a:pt x="99291" y="132063"/>
                      <a:pt x="113081" y="109897"/>
                      <a:pt x="113081" y="78605"/>
                    </a:cubicBezTo>
                    <a:cubicBezTo>
                      <a:pt x="113081" y="47312"/>
                      <a:pt x="99005" y="26357"/>
                      <a:pt x="73898" y="26357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DA724F0E-A905-66DE-10A3-ED9E51E6425B}"/>
                  </a:ext>
                </a:extLst>
              </p:cNvPr>
              <p:cNvSpPr/>
              <p:nvPr/>
            </p:nvSpPr>
            <p:spPr>
              <a:xfrm>
                <a:off x="6812911" y="3355331"/>
                <a:ext cx="127252" cy="153949"/>
              </a:xfrm>
              <a:custGeom>
                <a:avLst/>
                <a:gdLst>
                  <a:gd name="connsiteX0" fmla="*/ 99957 w 127252"/>
                  <a:gd name="connsiteY0" fmla="*/ 150038 h 153949"/>
                  <a:gd name="connsiteX1" fmla="*/ 97199 w 127252"/>
                  <a:gd name="connsiteY1" fmla="*/ 132622 h 153949"/>
                  <a:gd name="connsiteX2" fmla="*/ 53069 w 127252"/>
                  <a:gd name="connsiteY2" fmla="*/ 153949 h 153949"/>
                  <a:gd name="connsiteX3" fmla="*/ 0 w 127252"/>
                  <a:gd name="connsiteY3" fmla="*/ 95462 h 153949"/>
                  <a:gd name="connsiteX4" fmla="*/ 0 w 127252"/>
                  <a:gd name="connsiteY4" fmla="*/ 0 h 153949"/>
                  <a:gd name="connsiteX5" fmla="*/ 34048 w 127252"/>
                  <a:gd name="connsiteY5" fmla="*/ 0 h 153949"/>
                  <a:gd name="connsiteX6" fmla="*/ 34048 w 127252"/>
                  <a:gd name="connsiteY6" fmla="*/ 90619 h 153949"/>
                  <a:gd name="connsiteX7" fmla="*/ 60107 w 127252"/>
                  <a:gd name="connsiteY7" fmla="*/ 127220 h 153949"/>
                  <a:gd name="connsiteX8" fmla="*/ 91682 w 127252"/>
                  <a:gd name="connsiteY8" fmla="*/ 108035 h 153949"/>
                  <a:gd name="connsiteX9" fmla="*/ 91682 w 127252"/>
                  <a:gd name="connsiteY9" fmla="*/ 0 h 153949"/>
                  <a:gd name="connsiteX10" fmla="*/ 125731 w 127252"/>
                  <a:gd name="connsiteY10" fmla="*/ 0 h 153949"/>
                  <a:gd name="connsiteX11" fmla="*/ 125731 w 127252"/>
                  <a:gd name="connsiteY11" fmla="*/ 123029 h 153949"/>
                  <a:gd name="connsiteX12" fmla="*/ 127252 w 127252"/>
                  <a:gd name="connsiteY12" fmla="*/ 150038 h 153949"/>
                  <a:gd name="connsiteX13" fmla="*/ 99957 w 127252"/>
                  <a:gd name="connsiteY13" fmla="*/ 150038 h 153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7252" h="153949">
                    <a:moveTo>
                      <a:pt x="99957" y="150038"/>
                    </a:moveTo>
                    <a:lnTo>
                      <a:pt x="97199" y="132622"/>
                    </a:lnTo>
                    <a:cubicBezTo>
                      <a:pt x="86452" y="146126"/>
                      <a:pt x="71425" y="153949"/>
                      <a:pt x="53069" y="153949"/>
                    </a:cubicBezTo>
                    <a:cubicBezTo>
                      <a:pt x="15027" y="153949"/>
                      <a:pt x="0" y="131784"/>
                      <a:pt x="0" y="95462"/>
                    </a:cubicBezTo>
                    <a:lnTo>
                      <a:pt x="0" y="0"/>
                    </a:lnTo>
                    <a:lnTo>
                      <a:pt x="34048" y="0"/>
                    </a:lnTo>
                    <a:lnTo>
                      <a:pt x="34048" y="90619"/>
                    </a:lnTo>
                    <a:cubicBezTo>
                      <a:pt x="34048" y="117069"/>
                      <a:pt x="39850" y="127220"/>
                      <a:pt x="60107" y="127220"/>
                    </a:cubicBezTo>
                    <a:cubicBezTo>
                      <a:pt x="76085" y="127220"/>
                      <a:pt x="86452" y="115485"/>
                      <a:pt x="91682" y="108035"/>
                    </a:cubicBezTo>
                    <a:lnTo>
                      <a:pt x="91682" y="0"/>
                    </a:lnTo>
                    <a:lnTo>
                      <a:pt x="125731" y="0"/>
                    </a:lnTo>
                    <a:lnTo>
                      <a:pt x="125731" y="123029"/>
                    </a:lnTo>
                    <a:cubicBezTo>
                      <a:pt x="125731" y="128151"/>
                      <a:pt x="126967" y="144915"/>
                      <a:pt x="127252" y="150038"/>
                    </a:cubicBezTo>
                    <a:lnTo>
                      <a:pt x="99957" y="150038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A303BD35-6DBB-E94C-B420-540EC9BBC0DA}"/>
                  </a:ext>
                </a:extLst>
              </p:cNvPr>
              <p:cNvSpPr/>
              <p:nvPr/>
            </p:nvSpPr>
            <p:spPr>
              <a:xfrm>
                <a:off x="6980013" y="3351140"/>
                <a:ext cx="93204" cy="154228"/>
              </a:xfrm>
              <a:custGeom>
                <a:avLst/>
                <a:gdLst>
                  <a:gd name="connsiteX0" fmla="*/ 83123 w 93204"/>
                  <a:gd name="connsiteY0" fmla="*/ 37160 h 154228"/>
                  <a:gd name="connsiteX1" fmla="*/ 68381 w 93204"/>
                  <a:gd name="connsiteY1" fmla="*/ 32690 h 154228"/>
                  <a:gd name="connsiteX2" fmla="*/ 35570 w 93204"/>
                  <a:gd name="connsiteY2" fmla="*/ 56066 h 154228"/>
                  <a:gd name="connsiteX3" fmla="*/ 35570 w 93204"/>
                  <a:gd name="connsiteY3" fmla="*/ 154229 h 154228"/>
                  <a:gd name="connsiteX4" fmla="*/ 1521 w 93204"/>
                  <a:gd name="connsiteY4" fmla="*/ 154229 h 154228"/>
                  <a:gd name="connsiteX5" fmla="*/ 1521 w 93204"/>
                  <a:gd name="connsiteY5" fmla="*/ 32410 h 154228"/>
                  <a:gd name="connsiteX6" fmla="*/ 0 w 93204"/>
                  <a:gd name="connsiteY6" fmla="*/ 4191 h 154228"/>
                  <a:gd name="connsiteX7" fmla="*/ 26059 w 93204"/>
                  <a:gd name="connsiteY7" fmla="*/ 4191 h 154228"/>
                  <a:gd name="connsiteX8" fmla="*/ 28817 w 93204"/>
                  <a:gd name="connsiteY8" fmla="*/ 29710 h 154228"/>
                  <a:gd name="connsiteX9" fmla="*/ 77892 w 93204"/>
                  <a:gd name="connsiteY9" fmla="*/ 0 h 154228"/>
                  <a:gd name="connsiteX10" fmla="*/ 93204 w 93204"/>
                  <a:gd name="connsiteY10" fmla="*/ 2421 h 154228"/>
                  <a:gd name="connsiteX11" fmla="*/ 83123 w 93204"/>
                  <a:gd name="connsiteY11" fmla="*/ 37253 h 1542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93204" h="154228">
                    <a:moveTo>
                      <a:pt x="83123" y="37160"/>
                    </a:moveTo>
                    <a:cubicBezTo>
                      <a:pt x="78177" y="34180"/>
                      <a:pt x="73898" y="32690"/>
                      <a:pt x="68381" y="32690"/>
                    </a:cubicBezTo>
                    <a:cubicBezTo>
                      <a:pt x="53640" y="32690"/>
                      <a:pt x="44129" y="42934"/>
                      <a:pt x="35570" y="56066"/>
                    </a:cubicBezTo>
                    <a:lnTo>
                      <a:pt x="35570" y="154229"/>
                    </a:lnTo>
                    <a:lnTo>
                      <a:pt x="1521" y="154229"/>
                    </a:lnTo>
                    <a:lnTo>
                      <a:pt x="1521" y="32410"/>
                    </a:lnTo>
                    <a:cubicBezTo>
                      <a:pt x="1521" y="27288"/>
                      <a:pt x="285" y="9313"/>
                      <a:pt x="0" y="4191"/>
                    </a:cubicBezTo>
                    <a:lnTo>
                      <a:pt x="26059" y="4191"/>
                    </a:lnTo>
                    <a:lnTo>
                      <a:pt x="28817" y="29710"/>
                    </a:lnTo>
                    <a:cubicBezTo>
                      <a:pt x="37091" y="14063"/>
                      <a:pt x="51452" y="0"/>
                      <a:pt x="77892" y="0"/>
                    </a:cubicBezTo>
                    <a:cubicBezTo>
                      <a:pt x="83123" y="0"/>
                      <a:pt x="88924" y="931"/>
                      <a:pt x="93204" y="2421"/>
                    </a:cubicBezTo>
                    <a:lnTo>
                      <a:pt x="83123" y="37253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2E7351F9-8DB4-3E9F-C7A0-47C19D54C170}"/>
                  </a:ext>
                </a:extLst>
              </p:cNvPr>
              <p:cNvSpPr/>
              <p:nvPr/>
            </p:nvSpPr>
            <p:spPr>
              <a:xfrm>
                <a:off x="7192956" y="3351140"/>
                <a:ext cx="218744" cy="154321"/>
              </a:xfrm>
              <a:custGeom>
                <a:avLst/>
                <a:gdLst>
                  <a:gd name="connsiteX0" fmla="*/ 184982 w 218744"/>
                  <a:gd name="connsiteY0" fmla="*/ 154229 h 154321"/>
                  <a:gd name="connsiteX1" fmla="*/ 184982 w 218744"/>
                  <a:gd name="connsiteY1" fmla="*/ 67242 h 154321"/>
                  <a:gd name="connsiteX2" fmla="*/ 157972 w 218744"/>
                  <a:gd name="connsiteY2" fmla="*/ 27288 h 154321"/>
                  <a:gd name="connsiteX3" fmla="*/ 126682 w 218744"/>
                  <a:gd name="connsiteY3" fmla="*/ 47405 h 154321"/>
                  <a:gd name="connsiteX4" fmla="*/ 127252 w 218744"/>
                  <a:gd name="connsiteY4" fmla="*/ 57277 h 154321"/>
                  <a:gd name="connsiteX5" fmla="*/ 127252 w 218744"/>
                  <a:gd name="connsiteY5" fmla="*/ 154229 h 154321"/>
                  <a:gd name="connsiteX6" fmla="*/ 93204 w 218744"/>
                  <a:gd name="connsiteY6" fmla="*/ 154229 h 154321"/>
                  <a:gd name="connsiteX7" fmla="*/ 93204 w 218744"/>
                  <a:gd name="connsiteY7" fmla="*/ 67522 h 154321"/>
                  <a:gd name="connsiteX8" fmla="*/ 66194 w 218744"/>
                  <a:gd name="connsiteY8" fmla="*/ 27288 h 154321"/>
                  <a:gd name="connsiteX9" fmla="*/ 35570 w 218744"/>
                  <a:gd name="connsiteY9" fmla="*/ 47405 h 154321"/>
                  <a:gd name="connsiteX10" fmla="*/ 35570 w 218744"/>
                  <a:gd name="connsiteY10" fmla="*/ 154229 h 154321"/>
                  <a:gd name="connsiteX11" fmla="*/ 1522 w 218744"/>
                  <a:gd name="connsiteY11" fmla="*/ 154229 h 154321"/>
                  <a:gd name="connsiteX12" fmla="*/ 1522 w 218744"/>
                  <a:gd name="connsiteY12" fmla="*/ 31200 h 154321"/>
                  <a:gd name="connsiteX13" fmla="*/ 0 w 218744"/>
                  <a:gd name="connsiteY13" fmla="*/ 4191 h 154321"/>
                  <a:gd name="connsiteX14" fmla="*/ 26630 w 218744"/>
                  <a:gd name="connsiteY14" fmla="*/ 4191 h 154321"/>
                  <a:gd name="connsiteX15" fmla="*/ 29958 w 218744"/>
                  <a:gd name="connsiteY15" fmla="*/ 22818 h 154321"/>
                  <a:gd name="connsiteX16" fmla="*/ 72281 w 218744"/>
                  <a:gd name="connsiteY16" fmla="*/ 0 h 154321"/>
                  <a:gd name="connsiteX17" fmla="*/ 118217 w 218744"/>
                  <a:gd name="connsiteY17" fmla="*/ 24028 h 154321"/>
                  <a:gd name="connsiteX18" fmla="*/ 164154 w 218744"/>
                  <a:gd name="connsiteY18" fmla="*/ 0 h 154321"/>
                  <a:gd name="connsiteX19" fmla="*/ 218745 w 218744"/>
                  <a:gd name="connsiteY19" fmla="*/ 68453 h 154321"/>
                  <a:gd name="connsiteX20" fmla="*/ 218745 w 218744"/>
                  <a:gd name="connsiteY20" fmla="*/ 154322 h 154321"/>
                  <a:gd name="connsiteX21" fmla="*/ 184697 w 218744"/>
                  <a:gd name="connsiteY21" fmla="*/ 154322 h 1543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18744" h="154321">
                    <a:moveTo>
                      <a:pt x="184982" y="154229"/>
                    </a:moveTo>
                    <a:lnTo>
                      <a:pt x="184982" y="67242"/>
                    </a:lnTo>
                    <a:cubicBezTo>
                      <a:pt x="184982" y="42655"/>
                      <a:pt x="179180" y="27288"/>
                      <a:pt x="157972" y="27288"/>
                    </a:cubicBezTo>
                    <a:cubicBezTo>
                      <a:pt x="144181" y="27288"/>
                      <a:pt x="133719" y="37160"/>
                      <a:pt x="126682" y="47405"/>
                    </a:cubicBezTo>
                    <a:cubicBezTo>
                      <a:pt x="126967" y="50106"/>
                      <a:pt x="127252" y="54297"/>
                      <a:pt x="127252" y="57277"/>
                    </a:cubicBezTo>
                    <a:lnTo>
                      <a:pt x="127252" y="154229"/>
                    </a:lnTo>
                    <a:lnTo>
                      <a:pt x="93204" y="154229"/>
                    </a:lnTo>
                    <a:lnTo>
                      <a:pt x="93204" y="67522"/>
                    </a:lnTo>
                    <a:cubicBezTo>
                      <a:pt x="93204" y="41724"/>
                      <a:pt x="88639" y="27288"/>
                      <a:pt x="66194" y="27288"/>
                    </a:cubicBezTo>
                    <a:cubicBezTo>
                      <a:pt x="53355" y="27288"/>
                      <a:pt x="42322" y="38092"/>
                      <a:pt x="35570" y="47405"/>
                    </a:cubicBezTo>
                    <a:lnTo>
                      <a:pt x="35570" y="154229"/>
                    </a:lnTo>
                    <a:lnTo>
                      <a:pt x="1522" y="154229"/>
                    </a:lnTo>
                    <a:lnTo>
                      <a:pt x="1522" y="31200"/>
                    </a:lnTo>
                    <a:cubicBezTo>
                      <a:pt x="1522" y="26077"/>
                      <a:pt x="285" y="9313"/>
                      <a:pt x="0" y="4191"/>
                    </a:cubicBezTo>
                    <a:lnTo>
                      <a:pt x="26630" y="4191"/>
                    </a:lnTo>
                    <a:lnTo>
                      <a:pt x="29958" y="22818"/>
                    </a:lnTo>
                    <a:cubicBezTo>
                      <a:pt x="40991" y="9872"/>
                      <a:pt x="55067" y="0"/>
                      <a:pt x="72281" y="0"/>
                    </a:cubicBezTo>
                    <a:cubicBezTo>
                      <a:pt x="96153" y="0"/>
                      <a:pt x="109087" y="9034"/>
                      <a:pt x="118217" y="24028"/>
                    </a:cubicBezTo>
                    <a:cubicBezTo>
                      <a:pt x="128013" y="11083"/>
                      <a:pt x="142755" y="0"/>
                      <a:pt x="164154" y="0"/>
                    </a:cubicBezTo>
                    <a:cubicBezTo>
                      <a:pt x="202481" y="0"/>
                      <a:pt x="218745" y="20676"/>
                      <a:pt x="218745" y="68453"/>
                    </a:cubicBezTo>
                    <a:lnTo>
                      <a:pt x="218745" y="154322"/>
                    </a:lnTo>
                    <a:lnTo>
                      <a:pt x="184697" y="15432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06BFACBC-4740-D675-9D40-6CC7FDEBA0CF}"/>
                  </a:ext>
                </a:extLst>
              </p:cNvPr>
              <p:cNvSpPr/>
              <p:nvPr/>
            </p:nvSpPr>
            <p:spPr>
              <a:xfrm>
                <a:off x="7454879" y="3289300"/>
                <a:ext cx="36425" cy="216069"/>
              </a:xfrm>
              <a:custGeom>
                <a:avLst/>
                <a:gdLst>
                  <a:gd name="connsiteX0" fmla="*/ 0 w 36425"/>
                  <a:gd name="connsiteY0" fmla="*/ 32969 h 216069"/>
                  <a:gd name="connsiteX1" fmla="*/ 0 w 36425"/>
                  <a:gd name="connsiteY1" fmla="*/ 0 h 216069"/>
                  <a:gd name="connsiteX2" fmla="*/ 36426 w 36425"/>
                  <a:gd name="connsiteY2" fmla="*/ 0 h 216069"/>
                  <a:gd name="connsiteX3" fmla="*/ 36426 w 36425"/>
                  <a:gd name="connsiteY3" fmla="*/ 32969 h 216069"/>
                  <a:gd name="connsiteX4" fmla="*/ 0 w 36425"/>
                  <a:gd name="connsiteY4" fmla="*/ 32969 h 216069"/>
                  <a:gd name="connsiteX5" fmla="*/ 1236 w 36425"/>
                  <a:gd name="connsiteY5" fmla="*/ 216069 h 216069"/>
                  <a:gd name="connsiteX6" fmla="*/ 1236 w 36425"/>
                  <a:gd name="connsiteY6" fmla="*/ 66032 h 216069"/>
                  <a:gd name="connsiteX7" fmla="*/ 35284 w 36425"/>
                  <a:gd name="connsiteY7" fmla="*/ 66032 h 216069"/>
                  <a:gd name="connsiteX8" fmla="*/ 35284 w 36425"/>
                  <a:gd name="connsiteY8" fmla="*/ 216069 h 216069"/>
                  <a:gd name="connsiteX9" fmla="*/ 1236 w 36425"/>
                  <a:gd name="connsiteY9" fmla="*/ 216069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6425" h="216069">
                    <a:moveTo>
                      <a:pt x="0" y="32969"/>
                    </a:moveTo>
                    <a:lnTo>
                      <a:pt x="0" y="0"/>
                    </a:lnTo>
                    <a:lnTo>
                      <a:pt x="36426" y="0"/>
                    </a:lnTo>
                    <a:lnTo>
                      <a:pt x="36426" y="32969"/>
                    </a:lnTo>
                    <a:lnTo>
                      <a:pt x="0" y="32969"/>
                    </a:lnTo>
                    <a:close/>
                    <a:moveTo>
                      <a:pt x="1236" y="216069"/>
                    </a:moveTo>
                    <a:lnTo>
                      <a:pt x="1236" y="66032"/>
                    </a:lnTo>
                    <a:lnTo>
                      <a:pt x="35284" y="66032"/>
                    </a:lnTo>
                    <a:lnTo>
                      <a:pt x="35284" y="216069"/>
                    </a:lnTo>
                    <a:lnTo>
                      <a:pt x="1236" y="21606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3C5A938C-BA43-8C8F-3BFA-79DF8B5B225B}"/>
                  </a:ext>
                </a:extLst>
              </p:cNvPr>
              <p:cNvSpPr/>
              <p:nvPr/>
            </p:nvSpPr>
            <p:spPr>
              <a:xfrm>
                <a:off x="7520502" y="3351326"/>
                <a:ext cx="120689" cy="157954"/>
              </a:xfrm>
              <a:custGeom>
                <a:avLst/>
                <a:gdLst>
                  <a:gd name="connsiteX0" fmla="*/ 61914 w 120689"/>
                  <a:gd name="connsiteY0" fmla="*/ 157954 h 157954"/>
                  <a:gd name="connsiteX1" fmla="*/ 0 w 120689"/>
                  <a:gd name="connsiteY1" fmla="*/ 139048 h 157954"/>
                  <a:gd name="connsiteX2" fmla="*/ 15598 w 120689"/>
                  <a:gd name="connsiteY2" fmla="*/ 115299 h 157954"/>
                  <a:gd name="connsiteX3" fmla="*/ 60678 w 120689"/>
                  <a:gd name="connsiteY3" fmla="*/ 131784 h 157954"/>
                  <a:gd name="connsiteX4" fmla="*/ 85786 w 120689"/>
                  <a:gd name="connsiteY4" fmla="*/ 115020 h 157954"/>
                  <a:gd name="connsiteX5" fmla="*/ 55732 w 120689"/>
                  <a:gd name="connsiteY5" fmla="*/ 91271 h 157954"/>
                  <a:gd name="connsiteX6" fmla="*/ 6372 w 120689"/>
                  <a:gd name="connsiteY6" fmla="*/ 44145 h 157954"/>
                  <a:gd name="connsiteX7" fmla="*/ 64577 w 120689"/>
                  <a:gd name="connsiteY7" fmla="*/ 0 h 157954"/>
                  <a:gd name="connsiteX8" fmla="*/ 118788 w 120689"/>
                  <a:gd name="connsiteY8" fmla="*/ 16205 h 157954"/>
                  <a:gd name="connsiteX9" fmla="*/ 104427 w 120689"/>
                  <a:gd name="connsiteY9" fmla="*/ 39302 h 157954"/>
                  <a:gd name="connsiteX10" fmla="*/ 65528 w 120689"/>
                  <a:gd name="connsiteY10" fmla="*/ 26077 h 157954"/>
                  <a:gd name="connsiteX11" fmla="*/ 41276 w 120689"/>
                  <a:gd name="connsiteY11" fmla="*/ 41724 h 157954"/>
                  <a:gd name="connsiteX12" fmla="*/ 75895 w 120689"/>
                  <a:gd name="connsiteY12" fmla="*/ 64821 h 157954"/>
                  <a:gd name="connsiteX13" fmla="*/ 120690 w 120689"/>
                  <a:gd name="connsiteY13" fmla="*/ 113716 h 157954"/>
                  <a:gd name="connsiteX14" fmla="*/ 61819 w 120689"/>
                  <a:gd name="connsiteY14" fmla="*/ 157861 h 157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0689" h="157954">
                    <a:moveTo>
                      <a:pt x="61914" y="157954"/>
                    </a:moveTo>
                    <a:cubicBezTo>
                      <a:pt x="33097" y="157954"/>
                      <a:pt x="16263" y="149572"/>
                      <a:pt x="0" y="139048"/>
                    </a:cubicBezTo>
                    <a:lnTo>
                      <a:pt x="15598" y="115299"/>
                    </a:lnTo>
                    <a:cubicBezTo>
                      <a:pt x="28817" y="124612"/>
                      <a:pt x="44129" y="131784"/>
                      <a:pt x="60678" y="131784"/>
                    </a:cubicBezTo>
                    <a:cubicBezTo>
                      <a:pt x="77226" y="131784"/>
                      <a:pt x="85786" y="124612"/>
                      <a:pt x="85786" y="115020"/>
                    </a:cubicBezTo>
                    <a:cubicBezTo>
                      <a:pt x="85786" y="101795"/>
                      <a:pt x="76941" y="96672"/>
                      <a:pt x="55732" y="91271"/>
                    </a:cubicBezTo>
                    <a:cubicBezTo>
                      <a:pt x="32146" y="85310"/>
                      <a:pt x="6372" y="73855"/>
                      <a:pt x="6372" y="44145"/>
                    </a:cubicBezTo>
                    <a:cubicBezTo>
                      <a:pt x="6372" y="16578"/>
                      <a:pt x="30244" y="0"/>
                      <a:pt x="64577" y="0"/>
                    </a:cubicBezTo>
                    <a:cubicBezTo>
                      <a:pt x="86356" y="0"/>
                      <a:pt x="101669" y="4191"/>
                      <a:pt x="118788" y="16205"/>
                    </a:cubicBezTo>
                    <a:lnTo>
                      <a:pt x="104427" y="39302"/>
                    </a:lnTo>
                    <a:cubicBezTo>
                      <a:pt x="91207" y="29430"/>
                      <a:pt x="74659" y="26077"/>
                      <a:pt x="65528" y="26077"/>
                    </a:cubicBezTo>
                    <a:cubicBezTo>
                      <a:pt x="48029" y="26077"/>
                      <a:pt x="41276" y="32410"/>
                      <a:pt x="41276" y="41724"/>
                    </a:cubicBezTo>
                    <a:cubicBezTo>
                      <a:pt x="41276" y="54669"/>
                      <a:pt x="52594" y="58488"/>
                      <a:pt x="75895" y="64821"/>
                    </a:cubicBezTo>
                    <a:cubicBezTo>
                      <a:pt x="95487" y="69943"/>
                      <a:pt x="120690" y="80095"/>
                      <a:pt x="120690" y="113716"/>
                    </a:cubicBezTo>
                    <a:cubicBezTo>
                      <a:pt x="120690" y="144915"/>
                      <a:pt x="90922" y="157861"/>
                      <a:pt x="61819" y="157861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ABFC68E7-4C11-A849-C8EA-B5C3FA0BDA8C}"/>
                  </a:ext>
                </a:extLst>
              </p:cNvPr>
              <p:cNvSpPr/>
              <p:nvPr/>
            </p:nvSpPr>
            <p:spPr>
              <a:xfrm>
                <a:off x="7658502" y="3351326"/>
                <a:ext cx="120689" cy="157954"/>
              </a:xfrm>
              <a:custGeom>
                <a:avLst/>
                <a:gdLst>
                  <a:gd name="connsiteX0" fmla="*/ 61914 w 120689"/>
                  <a:gd name="connsiteY0" fmla="*/ 157954 h 157954"/>
                  <a:gd name="connsiteX1" fmla="*/ 0 w 120689"/>
                  <a:gd name="connsiteY1" fmla="*/ 139048 h 157954"/>
                  <a:gd name="connsiteX2" fmla="*/ 15597 w 120689"/>
                  <a:gd name="connsiteY2" fmla="*/ 115299 h 157954"/>
                  <a:gd name="connsiteX3" fmla="*/ 60678 w 120689"/>
                  <a:gd name="connsiteY3" fmla="*/ 131784 h 157954"/>
                  <a:gd name="connsiteX4" fmla="*/ 85786 w 120689"/>
                  <a:gd name="connsiteY4" fmla="*/ 115020 h 157954"/>
                  <a:gd name="connsiteX5" fmla="*/ 55732 w 120689"/>
                  <a:gd name="connsiteY5" fmla="*/ 91271 h 157954"/>
                  <a:gd name="connsiteX6" fmla="*/ 6372 w 120689"/>
                  <a:gd name="connsiteY6" fmla="*/ 44145 h 157954"/>
                  <a:gd name="connsiteX7" fmla="*/ 64577 w 120689"/>
                  <a:gd name="connsiteY7" fmla="*/ 0 h 157954"/>
                  <a:gd name="connsiteX8" fmla="*/ 118788 w 120689"/>
                  <a:gd name="connsiteY8" fmla="*/ 16205 h 157954"/>
                  <a:gd name="connsiteX9" fmla="*/ 104427 w 120689"/>
                  <a:gd name="connsiteY9" fmla="*/ 39302 h 157954"/>
                  <a:gd name="connsiteX10" fmla="*/ 65528 w 120689"/>
                  <a:gd name="connsiteY10" fmla="*/ 26077 h 157954"/>
                  <a:gd name="connsiteX11" fmla="*/ 41276 w 120689"/>
                  <a:gd name="connsiteY11" fmla="*/ 41724 h 157954"/>
                  <a:gd name="connsiteX12" fmla="*/ 75895 w 120689"/>
                  <a:gd name="connsiteY12" fmla="*/ 64821 h 157954"/>
                  <a:gd name="connsiteX13" fmla="*/ 120690 w 120689"/>
                  <a:gd name="connsiteY13" fmla="*/ 113716 h 157954"/>
                  <a:gd name="connsiteX14" fmla="*/ 61819 w 120689"/>
                  <a:gd name="connsiteY14" fmla="*/ 157861 h 157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0689" h="157954">
                    <a:moveTo>
                      <a:pt x="61914" y="157954"/>
                    </a:moveTo>
                    <a:cubicBezTo>
                      <a:pt x="33097" y="157954"/>
                      <a:pt x="16263" y="149572"/>
                      <a:pt x="0" y="139048"/>
                    </a:cubicBezTo>
                    <a:lnTo>
                      <a:pt x="15597" y="115299"/>
                    </a:lnTo>
                    <a:cubicBezTo>
                      <a:pt x="28817" y="124612"/>
                      <a:pt x="44129" y="131784"/>
                      <a:pt x="60678" y="131784"/>
                    </a:cubicBezTo>
                    <a:cubicBezTo>
                      <a:pt x="77226" y="131784"/>
                      <a:pt x="85786" y="124612"/>
                      <a:pt x="85786" y="115020"/>
                    </a:cubicBezTo>
                    <a:cubicBezTo>
                      <a:pt x="85786" y="101795"/>
                      <a:pt x="76941" y="96672"/>
                      <a:pt x="55732" y="91271"/>
                    </a:cubicBezTo>
                    <a:cubicBezTo>
                      <a:pt x="32146" y="85310"/>
                      <a:pt x="6372" y="73855"/>
                      <a:pt x="6372" y="44145"/>
                    </a:cubicBezTo>
                    <a:cubicBezTo>
                      <a:pt x="6372" y="16578"/>
                      <a:pt x="30244" y="0"/>
                      <a:pt x="64577" y="0"/>
                    </a:cubicBezTo>
                    <a:cubicBezTo>
                      <a:pt x="86356" y="0"/>
                      <a:pt x="101669" y="4191"/>
                      <a:pt x="118788" y="16205"/>
                    </a:cubicBezTo>
                    <a:lnTo>
                      <a:pt x="104427" y="39302"/>
                    </a:lnTo>
                    <a:cubicBezTo>
                      <a:pt x="91207" y="29430"/>
                      <a:pt x="74659" y="26077"/>
                      <a:pt x="65528" y="26077"/>
                    </a:cubicBezTo>
                    <a:cubicBezTo>
                      <a:pt x="48029" y="26077"/>
                      <a:pt x="41276" y="32410"/>
                      <a:pt x="41276" y="41724"/>
                    </a:cubicBezTo>
                    <a:cubicBezTo>
                      <a:pt x="41276" y="54669"/>
                      <a:pt x="52594" y="58488"/>
                      <a:pt x="75895" y="64821"/>
                    </a:cubicBezTo>
                    <a:cubicBezTo>
                      <a:pt x="95487" y="69943"/>
                      <a:pt x="120690" y="80095"/>
                      <a:pt x="120690" y="113716"/>
                    </a:cubicBezTo>
                    <a:cubicBezTo>
                      <a:pt x="120690" y="144915"/>
                      <a:pt x="90922" y="157861"/>
                      <a:pt x="61819" y="157861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068306AE-72C4-526E-464A-698E36DB4CFD}"/>
                  </a:ext>
                </a:extLst>
              </p:cNvPr>
              <p:cNvSpPr/>
              <p:nvPr/>
            </p:nvSpPr>
            <p:spPr>
              <a:xfrm>
                <a:off x="7812954" y="3289300"/>
                <a:ext cx="36425" cy="216069"/>
              </a:xfrm>
              <a:custGeom>
                <a:avLst/>
                <a:gdLst>
                  <a:gd name="connsiteX0" fmla="*/ 0 w 36425"/>
                  <a:gd name="connsiteY0" fmla="*/ 32969 h 216069"/>
                  <a:gd name="connsiteX1" fmla="*/ 0 w 36425"/>
                  <a:gd name="connsiteY1" fmla="*/ 0 h 216069"/>
                  <a:gd name="connsiteX2" fmla="*/ 36426 w 36425"/>
                  <a:gd name="connsiteY2" fmla="*/ 0 h 216069"/>
                  <a:gd name="connsiteX3" fmla="*/ 36426 w 36425"/>
                  <a:gd name="connsiteY3" fmla="*/ 32969 h 216069"/>
                  <a:gd name="connsiteX4" fmla="*/ 0 w 36425"/>
                  <a:gd name="connsiteY4" fmla="*/ 32969 h 216069"/>
                  <a:gd name="connsiteX5" fmla="*/ 1236 w 36425"/>
                  <a:gd name="connsiteY5" fmla="*/ 216069 h 216069"/>
                  <a:gd name="connsiteX6" fmla="*/ 1236 w 36425"/>
                  <a:gd name="connsiteY6" fmla="*/ 66032 h 216069"/>
                  <a:gd name="connsiteX7" fmla="*/ 35284 w 36425"/>
                  <a:gd name="connsiteY7" fmla="*/ 66032 h 216069"/>
                  <a:gd name="connsiteX8" fmla="*/ 35284 w 36425"/>
                  <a:gd name="connsiteY8" fmla="*/ 216069 h 216069"/>
                  <a:gd name="connsiteX9" fmla="*/ 1236 w 36425"/>
                  <a:gd name="connsiteY9" fmla="*/ 216069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6425" h="216069">
                    <a:moveTo>
                      <a:pt x="0" y="32969"/>
                    </a:moveTo>
                    <a:lnTo>
                      <a:pt x="0" y="0"/>
                    </a:lnTo>
                    <a:lnTo>
                      <a:pt x="36426" y="0"/>
                    </a:lnTo>
                    <a:lnTo>
                      <a:pt x="36426" y="32969"/>
                    </a:lnTo>
                    <a:lnTo>
                      <a:pt x="0" y="32969"/>
                    </a:lnTo>
                    <a:close/>
                    <a:moveTo>
                      <a:pt x="1236" y="216069"/>
                    </a:moveTo>
                    <a:lnTo>
                      <a:pt x="1236" y="66032"/>
                    </a:lnTo>
                    <a:lnTo>
                      <a:pt x="35284" y="66032"/>
                    </a:lnTo>
                    <a:lnTo>
                      <a:pt x="35284" y="216069"/>
                    </a:lnTo>
                    <a:lnTo>
                      <a:pt x="1236" y="21606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F41A36E1-E7EA-207A-2AEC-635CA5E7AA22}"/>
                  </a:ext>
                </a:extLst>
              </p:cNvPr>
              <p:cNvSpPr/>
              <p:nvPr/>
            </p:nvSpPr>
            <p:spPr>
              <a:xfrm>
                <a:off x="7884664" y="3351140"/>
                <a:ext cx="147795" cy="158419"/>
              </a:xfrm>
              <a:custGeom>
                <a:avLst/>
                <a:gdLst>
                  <a:gd name="connsiteX0" fmla="*/ 73898 w 147795"/>
                  <a:gd name="connsiteY0" fmla="*/ 158420 h 158419"/>
                  <a:gd name="connsiteX1" fmla="*/ 0 w 147795"/>
                  <a:gd name="connsiteY1" fmla="*/ 78605 h 158419"/>
                  <a:gd name="connsiteX2" fmla="*/ 73898 w 147795"/>
                  <a:gd name="connsiteY2" fmla="*/ 0 h 158419"/>
                  <a:gd name="connsiteX3" fmla="*/ 147795 w 147795"/>
                  <a:gd name="connsiteY3" fmla="*/ 78605 h 158419"/>
                  <a:gd name="connsiteX4" fmla="*/ 73898 w 147795"/>
                  <a:gd name="connsiteY4" fmla="*/ 158420 h 158419"/>
                  <a:gd name="connsiteX5" fmla="*/ 73898 w 147795"/>
                  <a:gd name="connsiteY5" fmla="*/ 26357 h 158419"/>
                  <a:gd name="connsiteX6" fmla="*/ 34714 w 147795"/>
                  <a:gd name="connsiteY6" fmla="*/ 78605 h 158419"/>
                  <a:gd name="connsiteX7" fmla="*/ 73898 w 147795"/>
                  <a:gd name="connsiteY7" fmla="*/ 132063 h 158419"/>
                  <a:gd name="connsiteX8" fmla="*/ 113081 w 147795"/>
                  <a:gd name="connsiteY8" fmla="*/ 78605 h 158419"/>
                  <a:gd name="connsiteX9" fmla="*/ 73898 w 147795"/>
                  <a:gd name="connsiteY9" fmla="*/ 26357 h 158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7795" h="158419">
                    <a:moveTo>
                      <a:pt x="73898" y="158420"/>
                    </a:moveTo>
                    <a:cubicBezTo>
                      <a:pt x="26725" y="158420"/>
                      <a:pt x="0" y="124799"/>
                      <a:pt x="0" y="78605"/>
                    </a:cubicBezTo>
                    <a:cubicBezTo>
                      <a:pt x="0" y="32410"/>
                      <a:pt x="27581" y="0"/>
                      <a:pt x="73898" y="0"/>
                    </a:cubicBezTo>
                    <a:cubicBezTo>
                      <a:pt x="120214" y="0"/>
                      <a:pt x="147795" y="32410"/>
                      <a:pt x="147795" y="78605"/>
                    </a:cubicBezTo>
                    <a:cubicBezTo>
                      <a:pt x="147795" y="124799"/>
                      <a:pt x="120214" y="158420"/>
                      <a:pt x="73898" y="158420"/>
                    </a:cubicBezTo>
                    <a:close/>
                    <a:moveTo>
                      <a:pt x="73898" y="26357"/>
                    </a:moveTo>
                    <a:cubicBezTo>
                      <a:pt x="47838" y="26357"/>
                      <a:pt x="34714" y="47405"/>
                      <a:pt x="34714" y="78605"/>
                    </a:cubicBezTo>
                    <a:cubicBezTo>
                      <a:pt x="34714" y="109804"/>
                      <a:pt x="48504" y="132063"/>
                      <a:pt x="73898" y="132063"/>
                    </a:cubicBezTo>
                    <a:cubicBezTo>
                      <a:pt x="99291" y="132063"/>
                      <a:pt x="113081" y="109897"/>
                      <a:pt x="113081" y="78605"/>
                    </a:cubicBezTo>
                    <a:cubicBezTo>
                      <a:pt x="113081" y="47312"/>
                      <a:pt x="99006" y="26357"/>
                      <a:pt x="73898" y="26357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E5055447-8A10-FB98-3DD4-1EA74EA36E50}"/>
                  </a:ext>
                </a:extLst>
              </p:cNvPr>
              <p:cNvSpPr/>
              <p:nvPr/>
            </p:nvSpPr>
            <p:spPr>
              <a:xfrm>
                <a:off x="8066222" y="3351140"/>
                <a:ext cx="130105" cy="154228"/>
              </a:xfrm>
              <a:custGeom>
                <a:avLst/>
                <a:gdLst>
                  <a:gd name="connsiteX0" fmla="*/ 96248 w 130105"/>
                  <a:gd name="connsiteY0" fmla="*/ 154229 h 154228"/>
                  <a:gd name="connsiteX1" fmla="*/ 96248 w 130105"/>
                  <a:gd name="connsiteY1" fmla="*/ 67242 h 154228"/>
                  <a:gd name="connsiteX2" fmla="*/ 67716 w 130105"/>
                  <a:gd name="connsiteY2" fmla="*/ 27288 h 154228"/>
                  <a:gd name="connsiteX3" fmla="*/ 35570 w 130105"/>
                  <a:gd name="connsiteY3" fmla="*/ 47684 h 154228"/>
                  <a:gd name="connsiteX4" fmla="*/ 35570 w 130105"/>
                  <a:gd name="connsiteY4" fmla="*/ 154229 h 154228"/>
                  <a:gd name="connsiteX5" fmla="*/ 1522 w 130105"/>
                  <a:gd name="connsiteY5" fmla="*/ 154229 h 154228"/>
                  <a:gd name="connsiteX6" fmla="*/ 1522 w 130105"/>
                  <a:gd name="connsiteY6" fmla="*/ 31200 h 154228"/>
                  <a:gd name="connsiteX7" fmla="*/ 0 w 130105"/>
                  <a:gd name="connsiteY7" fmla="*/ 4191 h 154228"/>
                  <a:gd name="connsiteX8" fmla="*/ 26630 w 130105"/>
                  <a:gd name="connsiteY8" fmla="*/ 4191 h 154228"/>
                  <a:gd name="connsiteX9" fmla="*/ 29958 w 130105"/>
                  <a:gd name="connsiteY9" fmla="*/ 23376 h 154228"/>
                  <a:gd name="connsiteX10" fmla="*/ 75895 w 130105"/>
                  <a:gd name="connsiteY10" fmla="*/ 0 h 154228"/>
                  <a:gd name="connsiteX11" fmla="*/ 130105 w 130105"/>
                  <a:gd name="connsiteY11" fmla="*/ 69291 h 154228"/>
                  <a:gd name="connsiteX12" fmla="*/ 130105 w 130105"/>
                  <a:gd name="connsiteY12" fmla="*/ 154229 h 154228"/>
                  <a:gd name="connsiteX13" fmla="*/ 96057 w 130105"/>
                  <a:gd name="connsiteY13" fmla="*/ 154229 h 1542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30105" h="154228">
                    <a:moveTo>
                      <a:pt x="96248" y="154229"/>
                    </a:moveTo>
                    <a:lnTo>
                      <a:pt x="96248" y="67242"/>
                    </a:lnTo>
                    <a:cubicBezTo>
                      <a:pt x="96248" y="42934"/>
                      <a:pt x="91017" y="27288"/>
                      <a:pt x="67716" y="27288"/>
                    </a:cubicBezTo>
                    <a:cubicBezTo>
                      <a:pt x="53925" y="27288"/>
                      <a:pt x="43178" y="37533"/>
                      <a:pt x="35570" y="47684"/>
                    </a:cubicBezTo>
                    <a:lnTo>
                      <a:pt x="35570" y="154229"/>
                    </a:lnTo>
                    <a:lnTo>
                      <a:pt x="1522" y="154229"/>
                    </a:lnTo>
                    <a:lnTo>
                      <a:pt x="1522" y="31200"/>
                    </a:lnTo>
                    <a:cubicBezTo>
                      <a:pt x="1522" y="26077"/>
                      <a:pt x="285" y="9313"/>
                      <a:pt x="0" y="4191"/>
                    </a:cubicBezTo>
                    <a:lnTo>
                      <a:pt x="26630" y="4191"/>
                    </a:lnTo>
                    <a:lnTo>
                      <a:pt x="29958" y="23376"/>
                    </a:lnTo>
                    <a:cubicBezTo>
                      <a:pt x="39184" y="10803"/>
                      <a:pt x="54781" y="0"/>
                      <a:pt x="75895" y="0"/>
                    </a:cubicBezTo>
                    <a:cubicBezTo>
                      <a:pt x="115459" y="0"/>
                      <a:pt x="130105" y="21048"/>
                      <a:pt x="130105" y="69291"/>
                    </a:cubicBezTo>
                    <a:lnTo>
                      <a:pt x="130105" y="154229"/>
                    </a:lnTo>
                    <a:lnTo>
                      <a:pt x="96057" y="15422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</p:grp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CE74713F-4BC9-4A01-C5F4-3153C792060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63379" y="247853"/>
            <a:ext cx="1513752" cy="662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0324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icture Placeholder 47">
            <a:extLst>
              <a:ext uri="{FF2B5EF4-FFF2-40B4-BE49-F238E27FC236}">
                <a16:creationId xmlns:a16="http://schemas.microsoft.com/office/drawing/2014/main" id="{A0999248-014E-E330-C744-67B67419C1D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406538"/>
            <a:ext cx="6096000" cy="5445103"/>
          </a:xfrm>
          <a:noFill/>
        </p:spPr>
        <p:txBody>
          <a:bodyPr/>
          <a:lstStyle/>
          <a:p>
            <a:endParaRPr lang="en-DK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31A82A-AF92-79CB-9321-C5864AA363A6}"/>
              </a:ext>
            </a:extLst>
          </p:cNvPr>
          <p:cNvSpPr/>
          <p:nvPr userDrawn="1"/>
        </p:nvSpPr>
        <p:spPr>
          <a:xfrm>
            <a:off x="6096001" y="1308116"/>
            <a:ext cx="6095999" cy="5549884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tx2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641DD1-7679-677C-E5F7-106CA2181E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64312" y="2276475"/>
            <a:ext cx="5184775" cy="2305050"/>
          </a:xfrm>
        </p:spPr>
        <p:txBody>
          <a:bodyPr anchor="b" anchorCtr="0">
            <a:normAutofit/>
          </a:bodyPr>
          <a:lstStyle>
            <a:lvl1pPr algn="l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66" name="Subtitle 2">
            <a:extLst>
              <a:ext uri="{FF2B5EF4-FFF2-40B4-BE49-F238E27FC236}">
                <a16:creationId xmlns:a16="http://schemas.microsoft.com/office/drawing/2014/main" id="{6158DD4A-0AEF-ADF8-8A5B-02CBF2DC58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64312" y="4972430"/>
            <a:ext cx="5184000" cy="307777"/>
          </a:xfrm>
        </p:spPr>
        <p:txBody>
          <a:bodyPr wrap="square" anchor="t" anchorCtr="0">
            <a:sp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DK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074E8E-AF1A-C055-0556-7E54011A30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98761"/>
            <a:ext cx="12192000" cy="307777"/>
          </a:xfrm>
          <a:prstGeom prst="rect">
            <a:avLst/>
          </a:prstGeom>
        </p:spPr>
      </p:pic>
      <p:grpSp>
        <p:nvGrpSpPr>
          <p:cNvPr id="6" name="Graphic 17">
            <a:extLst>
              <a:ext uri="{FF2B5EF4-FFF2-40B4-BE49-F238E27FC236}">
                <a16:creationId xmlns:a16="http://schemas.microsoft.com/office/drawing/2014/main" id="{D353D9ED-3C4C-C15A-993F-F7ABFEEAA89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9103088" y="6458998"/>
            <a:ext cx="2646000" cy="177687"/>
            <a:chOff x="3994150" y="3289300"/>
            <a:chExt cx="4202178" cy="282193"/>
          </a:xfrm>
          <a:solidFill>
            <a:schemeClr val="bg1"/>
          </a:solidFill>
        </p:grpSpPr>
        <p:grpSp>
          <p:nvGrpSpPr>
            <p:cNvPr id="7" name="Graphic 17">
              <a:extLst>
                <a:ext uri="{FF2B5EF4-FFF2-40B4-BE49-F238E27FC236}">
                  <a16:creationId xmlns:a16="http://schemas.microsoft.com/office/drawing/2014/main" id="{002DAA1C-C8E9-A4ED-6558-05AF310026CE}"/>
                </a:ext>
              </a:extLst>
            </p:cNvPr>
            <p:cNvGrpSpPr/>
            <p:nvPr/>
          </p:nvGrpSpPr>
          <p:grpSpPr>
            <a:xfrm>
              <a:off x="3994150" y="3289300"/>
              <a:ext cx="2355593" cy="276140"/>
              <a:chOff x="3994150" y="3289300"/>
              <a:chExt cx="2355593" cy="276140"/>
            </a:xfrm>
            <a:grpFill/>
          </p:grpSpPr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43064193-DA10-322E-1880-3D04BE8F406E}"/>
                  </a:ext>
                </a:extLst>
              </p:cNvPr>
              <p:cNvSpPr/>
              <p:nvPr/>
            </p:nvSpPr>
            <p:spPr>
              <a:xfrm>
                <a:off x="3994150" y="3293770"/>
                <a:ext cx="153596" cy="211598"/>
              </a:xfrm>
              <a:custGeom>
                <a:avLst/>
                <a:gdLst>
                  <a:gd name="connsiteX0" fmla="*/ 86452 w 153596"/>
                  <a:gd name="connsiteY0" fmla="*/ 16857 h 211598"/>
                  <a:gd name="connsiteX1" fmla="*/ 86452 w 153596"/>
                  <a:gd name="connsiteY1" fmla="*/ 211599 h 211598"/>
                  <a:gd name="connsiteX2" fmla="*/ 67145 w 153596"/>
                  <a:gd name="connsiteY2" fmla="*/ 211599 h 211598"/>
                  <a:gd name="connsiteX3" fmla="*/ 67145 w 153596"/>
                  <a:gd name="connsiteY3" fmla="*/ 16857 h 211598"/>
                  <a:gd name="connsiteX4" fmla="*/ 0 w 153596"/>
                  <a:gd name="connsiteY4" fmla="*/ 16857 h 211598"/>
                  <a:gd name="connsiteX5" fmla="*/ 0 w 153596"/>
                  <a:gd name="connsiteY5" fmla="*/ 0 h 211598"/>
                  <a:gd name="connsiteX6" fmla="*/ 153597 w 153596"/>
                  <a:gd name="connsiteY6" fmla="*/ 0 h 211598"/>
                  <a:gd name="connsiteX7" fmla="*/ 153597 w 153596"/>
                  <a:gd name="connsiteY7" fmla="*/ 16764 h 211598"/>
                  <a:gd name="connsiteX8" fmla="*/ 86452 w 153596"/>
                  <a:gd name="connsiteY8" fmla="*/ 16764 h 2115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3596" h="211598">
                    <a:moveTo>
                      <a:pt x="86452" y="16857"/>
                    </a:moveTo>
                    <a:lnTo>
                      <a:pt x="86452" y="211599"/>
                    </a:lnTo>
                    <a:lnTo>
                      <a:pt x="67145" y="211599"/>
                    </a:lnTo>
                    <a:lnTo>
                      <a:pt x="67145" y="16857"/>
                    </a:lnTo>
                    <a:lnTo>
                      <a:pt x="0" y="16857"/>
                    </a:lnTo>
                    <a:lnTo>
                      <a:pt x="0" y="0"/>
                    </a:lnTo>
                    <a:lnTo>
                      <a:pt x="153597" y="0"/>
                    </a:lnTo>
                    <a:lnTo>
                      <a:pt x="153597" y="16764"/>
                    </a:lnTo>
                    <a:lnTo>
                      <a:pt x="86452" y="16764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B4A4D7F2-ED06-864D-F8CA-5EA266DDF2B6}"/>
                  </a:ext>
                </a:extLst>
              </p:cNvPr>
              <p:cNvSpPr/>
              <p:nvPr/>
            </p:nvSpPr>
            <p:spPr>
              <a:xfrm>
                <a:off x="4182936" y="3289300"/>
                <a:ext cx="113461" cy="216162"/>
              </a:xfrm>
              <a:custGeom>
                <a:avLst/>
                <a:gdLst>
                  <a:gd name="connsiteX0" fmla="*/ 94726 w 113461"/>
                  <a:gd name="connsiteY0" fmla="*/ 216069 h 216162"/>
                  <a:gd name="connsiteX1" fmla="*/ 94726 w 113461"/>
                  <a:gd name="connsiteY1" fmla="*/ 120701 h 216162"/>
                  <a:gd name="connsiteX2" fmla="*/ 58586 w 113461"/>
                  <a:gd name="connsiteY2" fmla="*/ 78418 h 216162"/>
                  <a:gd name="connsiteX3" fmla="*/ 18736 w 113461"/>
                  <a:gd name="connsiteY3" fmla="*/ 102726 h 216162"/>
                  <a:gd name="connsiteX4" fmla="*/ 18736 w 113461"/>
                  <a:gd name="connsiteY4" fmla="*/ 216162 h 216162"/>
                  <a:gd name="connsiteX5" fmla="*/ 0 w 113461"/>
                  <a:gd name="connsiteY5" fmla="*/ 216162 h 216162"/>
                  <a:gd name="connsiteX6" fmla="*/ 0 w 113461"/>
                  <a:gd name="connsiteY6" fmla="*/ 0 h 216162"/>
                  <a:gd name="connsiteX7" fmla="*/ 18736 w 113461"/>
                  <a:gd name="connsiteY7" fmla="*/ 0 h 216162"/>
                  <a:gd name="connsiteX8" fmla="*/ 18736 w 113461"/>
                  <a:gd name="connsiteY8" fmla="*/ 84658 h 216162"/>
                  <a:gd name="connsiteX9" fmla="*/ 62580 w 113461"/>
                  <a:gd name="connsiteY9" fmla="*/ 62772 h 216162"/>
                  <a:gd name="connsiteX10" fmla="*/ 113462 w 113461"/>
                  <a:gd name="connsiteY10" fmla="*/ 122191 h 216162"/>
                  <a:gd name="connsiteX11" fmla="*/ 113462 w 113461"/>
                  <a:gd name="connsiteY11" fmla="*/ 216162 h 216162"/>
                  <a:gd name="connsiteX12" fmla="*/ 94726 w 113461"/>
                  <a:gd name="connsiteY12" fmla="*/ 216162 h 216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3461" h="216162">
                    <a:moveTo>
                      <a:pt x="94726" y="216069"/>
                    </a:moveTo>
                    <a:lnTo>
                      <a:pt x="94726" y="120701"/>
                    </a:lnTo>
                    <a:cubicBezTo>
                      <a:pt x="94726" y="93133"/>
                      <a:pt x="83694" y="78418"/>
                      <a:pt x="58586" y="78418"/>
                    </a:cubicBezTo>
                    <a:cubicBezTo>
                      <a:pt x="39850" y="78418"/>
                      <a:pt x="26725" y="90991"/>
                      <a:pt x="18736" y="102726"/>
                    </a:cubicBezTo>
                    <a:lnTo>
                      <a:pt x="18736" y="216162"/>
                    </a:lnTo>
                    <a:lnTo>
                      <a:pt x="0" y="216162"/>
                    </a:lnTo>
                    <a:lnTo>
                      <a:pt x="0" y="0"/>
                    </a:lnTo>
                    <a:lnTo>
                      <a:pt x="18736" y="0"/>
                    </a:lnTo>
                    <a:lnTo>
                      <a:pt x="18736" y="84658"/>
                    </a:lnTo>
                    <a:cubicBezTo>
                      <a:pt x="28532" y="71713"/>
                      <a:pt x="43844" y="62772"/>
                      <a:pt x="62580" y="62772"/>
                    </a:cubicBezTo>
                    <a:cubicBezTo>
                      <a:pt x="101193" y="62772"/>
                      <a:pt x="113462" y="86800"/>
                      <a:pt x="113462" y="122191"/>
                    </a:cubicBezTo>
                    <a:lnTo>
                      <a:pt x="113462" y="216162"/>
                    </a:lnTo>
                    <a:lnTo>
                      <a:pt x="94726" y="21616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78E66371-B69E-B7E9-FC41-4C330AA0E36C}"/>
                  </a:ext>
                </a:extLst>
              </p:cNvPr>
              <p:cNvSpPr/>
              <p:nvPr/>
            </p:nvSpPr>
            <p:spPr>
              <a:xfrm>
                <a:off x="4338434" y="3352071"/>
                <a:ext cx="128108" cy="156650"/>
              </a:xfrm>
              <a:custGeom>
                <a:avLst/>
                <a:gdLst>
                  <a:gd name="connsiteX0" fmla="*/ 19877 w 128108"/>
                  <a:gd name="connsiteY0" fmla="*/ 84006 h 156650"/>
                  <a:gd name="connsiteX1" fmla="*/ 70759 w 128108"/>
                  <a:gd name="connsiteY1" fmla="*/ 141004 h 156650"/>
                  <a:gd name="connsiteX2" fmla="*/ 113937 w 128108"/>
                  <a:gd name="connsiteY2" fmla="*/ 125730 h 156650"/>
                  <a:gd name="connsiteX3" fmla="*/ 123163 w 128108"/>
                  <a:gd name="connsiteY3" fmla="*/ 138303 h 156650"/>
                  <a:gd name="connsiteX4" fmla="*/ 70759 w 128108"/>
                  <a:gd name="connsiteY4" fmla="*/ 156650 h 156650"/>
                  <a:gd name="connsiteX5" fmla="*/ 0 w 128108"/>
                  <a:gd name="connsiteY5" fmla="*/ 79815 h 156650"/>
                  <a:gd name="connsiteX6" fmla="*/ 65623 w 128108"/>
                  <a:gd name="connsiteY6" fmla="*/ 0 h 156650"/>
                  <a:gd name="connsiteX7" fmla="*/ 128108 w 128108"/>
                  <a:gd name="connsiteY7" fmla="*/ 84006 h 156650"/>
                  <a:gd name="connsiteX8" fmla="*/ 19877 w 128108"/>
                  <a:gd name="connsiteY8" fmla="*/ 84006 h 156650"/>
                  <a:gd name="connsiteX9" fmla="*/ 65528 w 128108"/>
                  <a:gd name="connsiteY9" fmla="*/ 14994 h 156650"/>
                  <a:gd name="connsiteX10" fmla="*/ 19877 w 128108"/>
                  <a:gd name="connsiteY10" fmla="*/ 69012 h 156650"/>
                  <a:gd name="connsiteX11" fmla="*/ 108802 w 128108"/>
                  <a:gd name="connsiteY11" fmla="*/ 69012 h 156650"/>
                  <a:gd name="connsiteX12" fmla="*/ 65623 w 128108"/>
                  <a:gd name="connsiteY12" fmla="*/ 14994 h 156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8108" h="156650">
                    <a:moveTo>
                      <a:pt x="19877" y="84006"/>
                    </a:moveTo>
                    <a:cubicBezTo>
                      <a:pt x="21399" y="122377"/>
                      <a:pt x="44700" y="141004"/>
                      <a:pt x="70759" y="141004"/>
                    </a:cubicBezTo>
                    <a:cubicBezTo>
                      <a:pt x="88829" y="141004"/>
                      <a:pt x="103285" y="133833"/>
                      <a:pt x="113937" y="125730"/>
                    </a:cubicBezTo>
                    <a:lnTo>
                      <a:pt x="123163" y="138303"/>
                    </a:lnTo>
                    <a:cubicBezTo>
                      <a:pt x="109087" y="149106"/>
                      <a:pt x="92824" y="156650"/>
                      <a:pt x="70759" y="156650"/>
                    </a:cubicBezTo>
                    <a:cubicBezTo>
                      <a:pt x="30910" y="156650"/>
                      <a:pt x="0" y="129642"/>
                      <a:pt x="0" y="79815"/>
                    </a:cubicBezTo>
                    <a:cubicBezTo>
                      <a:pt x="0" y="26077"/>
                      <a:pt x="31575" y="0"/>
                      <a:pt x="65623" y="0"/>
                    </a:cubicBezTo>
                    <a:cubicBezTo>
                      <a:pt x="113747" y="0"/>
                      <a:pt x="128108" y="36881"/>
                      <a:pt x="128108" y="84006"/>
                    </a:cubicBezTo>
                    <a:lnTo>
                      <a:pt x="19877" y="84006"/>
                    </a:lnTo>
                    <a:close/>
                    <a:moveTo>
                      <a:pt x="65528" y="14994"/>
                    </a:moveTo>
                    <a:cubicBezTo>
                      <a:pt x="40991" y="14994"/>
                      <a:pt x="22350" y="32969"/>
                      <a:pt x="19877" y="69012"/>
                    </a:cubicBezTo>
                    <a:lnTo>
                      <a:pt x="108802" y="69012"/>
                    </a:lnTo>
                    <a:cubicBezTo>
                      <a:pt x="108231" y="32690"/>
                      <a:pt x="92824" y="14994"/>
                      <a:pt x="65623" y="14994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2D553D6D-25F5-F648-728A-50D6A99019F5}"/>
                  </a:ext>
                </a:extLst>
              </p:cNvPr>
              <p:cNvSpPr/>
              <p:nvPr/>
            </p:nvSpPr>
            <p:spPr>
              <a:xfrm>
                <a:off x="4595317" y="3352071"/>
                <a:ext cx="123828" cy="213368"/>
              </a:xfrm>
              <a:custGeom>
                <a:avLst/>
                <a:gdLst>
                  <a:gd name="connsiteX0" fmla="*/ 62865 w 123828"/>
                  <a:gd name="connsiteY0" fmla="*/ 156650 h 213368"/>
                  <a:gd name="connsiteX1" fmla="*/ 19687 w 123828"/>
                  <a:gd name="connsiteY1" fmla="*/ 138676 h 213368"/>
                  <a:gd name="connsiteX2" fmla="*/ 19687 w 123828"/>
                  <a:gd name="connsiteY2" fmla="*/ 213368 h 213368"/>
                  <a:gd name="connsiteX3" fmla="*/ 951 w 123828"/>
                  <a:gd name="connsiteY3" fmla="*/ 213368 h 213368"/>
                  <a:gd name="connsiteX4" fmla="*/ 951 w 123828"/>
                  <a:gd name="connsiteY4" fmla="*/ 31479 h 213368"/>
                  <a:gd name="connsiteX5" fmla="*/ 0 w 123828"/>
                  <a:gd name="connsiteY5" fmla="*/ 3260 h 213368"/>
                  <a:gd name="connsiteX6" fmla="*/ 15597 w 123828"/>
                  <a:gd name="connsiteY6" fmla="*/ 3260 h 213368"/>
                  <a:gd name="connsiteX7" fmla="*/ 17119 w 123828"/>
                  <a:gd name="connsiteY7" fmla="*/ 26077 h 213368"/>
                  <a:gd name="connsiteX8" fmla="*/ 65243 w 123828"/>
                  <a:gd name="connsiteY8" fmla="*/ 0 h 213368"/>
                  <a:gd name="connsiteX9" fmla="*/ 123828 w 123828"/>
                  <a:gd name="connsiteY9" fmla="*/ 76835 h 213368"/>
                  <a:gd name="connsiteX10" fmla="*/ 62865 w 123828"/>
                  <a:gd name="connsiteY10" fmla="*/ 156650 h 213368"/>
                  <a:gd name="connsiteX11" fmla="*/ 61058 w 123828"/>
                  <a:gd name="connsiteY11" fmla="*/ 15274 h 213368"/>
                  <a:gd name="connsiteX12" fmla="*/ 19687 w 123828"/>
                  <a:gd name="connsiteY12" fmla="*/ 42003 h 213368"/>
                  <a:gd name="connsiteX13" fmla="*/ 19687 w 123828"/>
                  <a:gd name="connsiteY13" fmla="*/ 123309 h 213368"/>
                  <a:gd name="connsiteX14" fmla="*/ 58300 w 123828"/>
                  <a:gd name="connsiteY14" fmla="*/ 141283 h 213368"/>
                  <a:gd name="connsiteX15" fmla="*/ 104237 w 123828"/>
                  <a:gd name="connsiteY15" fmla="*/ 78232 h 213368"/>
                  <a:gd name="connsiteX16" fmla="*/ 61058 w 123828"/>
                  <a:gd name="connsiteY16" fmla="*/ 15181 h 213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3828" h="213368">
                    <a:moveTo>
                      <a:pt x="62865" y="156650"/>
                    </a:moveTo>
                    <a:cubicBezTo>
                      <a:pt x="44129" y="156650"/>
                      <a:pt x="28817" y="149758"/>
                      <a:pt x="19687" y="138676"/>
                    </a:cubicBezTo>
                    <a:lnTo>
                      <a:pt x="19687" y="213368"/>
                    </a:lnTo>
                    <a:lnTo>
                      <a:pt x="951" y="213368"/>
                    </a:lnTo>
                    <a:lnTo>
                      <a:pt x="951" y="31479"/>
                    </a:lnTo>
                    <a:cubicBezTo>
                      <a:pt x="951" y="24308"/>
                      <a:pt x="380" y="9872"/>
                      <a:pt x="0" y="3260"/>
                    </a:cubicBezTo>
                    <a:lnTo>
                      <a:pt x="15597" y="3260"/>
                    </a:lnTo>
                    <a:lnTo>
                      <a:pt x="17119" y="26077"/>
                    </a:lnTo>
                    <a:cubicBezTo>
                      <a:pt x="27200" y="13132"/>
                      <a:pt x="40420" y="0"/>
                      <a:pt x="65243" y="0"/>
                    </a:cubicBezTo>
                    <a:cubicBezTo>
                      <a:pt x="102334" y="0"/>
                      <a:pt x="123828" y="32131"/>
                      <a:pt x="123828" y="76835"/>
                    </a:cubicBezTo>
                    <a:cubicBezTo>
                      <a:pt x="123828" y="121539"/>
                      <a:pt x="102049" y="156650"/>
                      <a:pt x="62865" y="156650"/>
                    </a:cubicBezTo>
                    <a:close/>
                    <a:moveTo>
                      <a:pt x="61058" y="15274"/>
                    </a:moveTo>
                    <a:cubicBezTo>
                      <a:pt x="40515" y="15274"/>
                      <a:pt x="26440" y="32410"/>
                      <a:pt x="19687" y="42003"/>
                    </a:cubicBezTo>
                    <a:lnTo>
                      <a:pt x="19687" y="123309"/>
                    </a:lnTo>
                    <a:cubicBezTo>
                      <a:pt x="28247" y="132622"/>
                      <a:pt x="39564" y="141283"/>
                      <a:pt x="58300" y="141283"/>
                    </a:cubicBezTo>
                    <a:cubicBezTo>
                      <a:pt x="83123" y="141283"/>
                      <a:pt x="104237" y="121446"/>
                      <a:pt x="104237" y="78232"/>
                    </a:cubicBezTo>
                    <a:cubicBezTo>
                      <a:pt x="104237" y="35018"/>
                      <a:pt x="86166" y="15181"/>
                      <a:pt x="61058" y="15181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26E3CA2F-26FE-0782-98F7-5DC45CA9FE78}"/>
                  </a:ext>
                </a:extLst>
              </p:cNvPr>
              <p:cNvSpPr/>
              <p:nvPr/>
            </p:nvSpPr>
            <p:spPr>
              <a:xfrm>
                <a:off x="4752813" y="3351978"/>
                <a:ext cx="136762" cy="156743"/>
              </a:xfrm>
              <a:custGeom>
                <a:avLst/>
                <a:gdLst>
                  <a:gd name="connsiteX0" fmla="*/ 68381 w 136762"/>
                  <a:gd name="connsiteY0" fmla="*/ 156743 h 156743"/>
                  <a:gd name="connsiteX1" fmla="*/ 0 w 136762"/>
                  <a:gd name="connsiteY1" fmla="*/ 77766 h 156743"/>
                  <a:gd name="connsiteX2" fmla="*/ 68381 w 136762"/>
                  <a:gd name="connsiteY2" fmla="*/ 0 h 156743"/>
                  <a:gd name="connsiteX3" fmla="*/ 136763 w 136762"/>
                  <a:gd name="connsiteY3" fmla="*/ 77766 h 156743"/>
                  <a:gd name="connsiteX4" fmla="*/ 68381 w 136762"/>
                  <a:gd name="connsiteY4" fmla="*/ 156743 h 156743"/>
                  <a:gd name="connsiteX5" fmla="*/ 68381 w 136762"/>
                  <a:gd name="connsiteY5" fmla="*/ 15367 h 156743"/>
                  <a:gd name="connsiteX6" fmla="*/ 19687 w 136762"/>
                  <a:gd name="connsiteY6" fmla="*/ 77766 h 156743"/>
                  <a:gd name="connsiteX7" fmla="*/ 68381 w 136762"/>
                  <a:gd name="connsiteY7" fmla="*/ 141376 h 156743"/>
                  <a:gd name="connsiteX8" fmla="*/ 117076 w 136762"/>
                  <a:gd name="connsiteY8" fmla="*/ 77766 h 156743"/>
                  <a:gd name="connsiteX9" fmla="*/ 68381 w 136762"/>
                  <a:gd name="connsiteY9" fmla="*/ 15367 h 156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6762" h="156743">
                    <a:moveTo>
                      <a:pt x="68381" y="156743"/>
                    </a:moveTo>
                    <a:cubicBezTo>
                      <a:pt x="21494" y="156743"/>
                      <a:pt x="0" y="120701"/>
                      <a:pt x="0" y="77766"/>
                    </a:cubicBezTo>
                    <a:cubicBezTo>
                      <a:pt x="0" y="34832"/>
                      <a:pt x="22635" y="0"/>
                      <a:pt x="68381" y="0"/>
                    </a:cubicBezTo>
                    <a:cubicBezTo>
                      <a:pt x="114128" y="0"/>
                      <a:pt x="136763" y="36043"/>
                      <a:pt x="136763" y="77766"/>
                    </a:cubicBezTo>
                    <a:cubicBezTo>
                      <a:pt x="136763" y="119490"/>
                      <a:pt x="116220" y="156743"/>
                      <a:pt x="68381" y="156743"/>
                    </a:cubicBezTo>
                    <a:close/>
                    <a:moveTo>
                      <a:pt x="68381" y="15367"/>
                    </a:moveTo>
                    <a:cubicBezTo>
                      <a:pt x="36806" y="15367"/>
                      <a:pt x="19687" y="41817"/>
                      <a:pt x="19687" y="77766"/>
                    </a:cubicBezTo>
                    <a:cubicBezTo>
                      <a:pt x="19687" y="113716"/>
                      <a:pt x="35665" y="141376"/>
                      <a:pt x="68381" y="141376"/>
                    </a:cubicBezTo>
                    <a:cubicBezTo>
                      <a:pt x="101098" y="141376"/>
                      <a:pt x="117076" y="114088"/>
                      <a:pt x="117076" y="77766"/>
                    </a:cubicBezTo>
                    <a:cubicBezTo>
                      <a:pt x="117076" y="41444"/>
                      <a:pt x="100813" y="15367"/>
                      <a:pt x="68381" y="15367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C4E93C68-430F-43AE-BA63-3246431AF41C}"/>
                  </a:ext>
                </a:extLst>
              </p:cNvPr>
              <p:cNvSpPr/>
              <p:nvPr/>
            </p:nvSpPr>
            <p:spPr>
              <a:xfrm>
                <a:off x="4912686" y="3355331"/>
                <a:ext cx="210089" cy="150037"/>
              </a:xfrm>
              <a:custGeom>
                <a:avLst/>
                <a:gdLst>
                  <a:gd name="connsiteX0" fmla="*/ 165390 w 210089"/>
                  <a:gd name="connsiteY0" fmla="*/ 150038 h 150037"/>
                  <a:gd name="connsiteX1" fmla="*/ 141518 w 210089"/>
                  <a:gd name="connsiteY1" fmla="*/ 150038 h 150037"/>
                  <a:gd name="connsiteX2" fmla="*/ 115174 w 210089"/>
                  <a:gd name="connsiteY2" fmla="*/ 60909 h 150037"/>
                  <a:gd name="connsiteX3" fmla="*/ 105092 w 210089"/>
                  <a:gd name="connsiteY3" fmla="*/ 23376 h 150037"/>
                  <a:gd name="connsiteX4" fmla="*/ 95011 w 210089"/>
                  <a:gd name="connsiteY4" fmla="*/ 60909 h 150037"/>
                  <a:gd name="connsiteX5" fmla="*/ 67716 w 210089"/>
                  <a:gd name="connsiteY5" fmla="*/ 150038 h 150037"/>
                  <a:gd name="connsiteX6" fmla="*/ 44129 w 210089"/>
                  <a:gd name="connsiteY6" fmla="*/ 150038 h 150037"/>
                  <a:gd name="connsiteX7" fmla="*/ 0 w 210089"/>
                  <a:gd name="connsiteY7" fmla="*/ 0 h 150037"/>
                  <a:gd name="connsiteX8" fmla="*/ 19877 w 210089"/>
                  <a:gd name="connsiteY8" fmla="*/ 0 h 150037"/>
                  <a:gd name="connsiteX9" fmla="*/ 48029 w 210089"/>
                  <a:gd name="connsiteY9" fmla="*/ 95741 h 150037"/>
                  <a:gd name="connsiteX10" fmla="*/ 56588 w 210089"/>
                  <a:gd name="connsiteY10" fmla="*/ 129921 h 150037"/>
                  <a:gd name="connsiteX11" fmla="*/ 65814 w 210089"/>
                  <a:gd name="connsiteY11" fmla="*/ 95741 h 150037"/>
                  <a:gd name="connsiteX12" fmla="*/ 94631 w 210089"/>
                  <a:gd name="connsiteY12" fmla="*/ 0 h 150037"/>
                  <a:gd name="connsiteX13" fmla="*/ 116410 w 210089"/>
                  <a:gd name="connsiteY13" fmla="*/ 0 h 150037"/>
                  <a:gd name="connsiteX14" fmla="*/ 145227 w 210089"/>
                  <a:gd name="connsiteY14" fmla="*/ 95741 h 150037"/>
                  <a:gd name="connsiteX15" fmla="*/ 154072 w 210089"/>
                  <a:gd name="connsiteY15" fmla="*/ 129921 h 150037"/>
                  <a:gd name="connsiteX16" fmla="*/ 162917 w 210089"/>
                  <a:gd name="connsiteY16" fmla="*/ 95741 h 150037"/>
                  <a:gd name="connsiteX17" fmla="*/ 191734 w 210089"/>
                  <a:gd name="connsiteY17" fmla="*/ 0 h 150037"/>
                  <a:gd name="connsiteX18" fmla="*/ 210090 w 210089"/>
                  <a:gd name="connsiteY18" fmla="*/ 0 h 150037"/>
                  <a:gd name="connsiteX19" fmla="*/ 165295 w 210089"/>
                  <a:gd name="connsiteY19" fmla="*/ 150038 h 150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10089" h="150037">
                    <a:moveTo>
                      <a:pt x="165390" y="150038"/>
                    </a:moveTo>
                    <a:lnTo>
                      <a:pt x="141518" y="150038"/>
                    </a:lnTo>
                    <a:lnTo>
                      <a:pt x="115174" y="60909"/>
                    </a:lnTo>
                    <a:cubicBezTo>
                      <a:pt x="111179" y="47125"/>
                      <a:pt x="105092" y="23376"/>
                      <a:pt x="105092" y="23376"/>
                    </a:cubicBezTo>
                    <a:cubicBezTo>
                      <a:pt x="105092" y="23376"/>
                      <a:pt x="99291" y="46474"/>
                      <a:pt x="95011" y="60909"/>
                    </a:cubicBezTo>
                    <a:lnTo>
                      <a:pt x="67716" y="150038"/>
                    </a:lnTo>
                    <a:lnTo>
                      <a:pt x="44129" y="150038"/>
                    </a:lnTo>
                    <a:lnTo>
                      <a:pt x="0" y="0"/>
                    </a:lnTo>
                    <a:lnTo>
                      <a:pt x="19877" y="0"/>
                    </a:lnTo>
                    <a:lnTo>
                      <a:pt x="48029" y="95741"/>
                    </a:lnTo>
                    <a:cubicBezTo>
                      <a:pt x="51738" y="108314"/>
                      <a:pt x="56588" y="129921"/>
                      <a:pt x="56588" y="129921"/>
                    </a:cubicBezTo>
                    <a:cubicBezTo>
                      <a:pt x="56588" y="129921"/>
                      <a:pt x="62104" y="108314"/>
                      <a:pt x="65814" y="95741"/>
                    </a:cubicBezTo>
                    <a:lnTo>
                      <a:pt x="94631" y="0"/>
                    </a:lnTo>
                    <a:lnTo>
                      <a:pt x="116410" y="0"/>
                    </a:lnTo>
                    <a:lnTo>
                      <a:pt x="145227" y="95741"/>
                    </a:lnTo>
                    <a:cubicBezTo>
                      <a:pt x="149222" y="109245"/>
                      <a:pt x="154072" y="129921"/>
                      <a:pt x="154072" y="129921"/>
                    </a:cubicBezTo>
                    <a:cubicBezTo>
                      <a:pt x="154072" y="129921"/>
                      <a:pt x="159018" y="108873"/>
                      <a:pt x="162917" y="95741"/>
                    </a:cubicBezTo>
                    <a:lnTo>
                      <a:pt x="191734" y="0"/>
                    </a:lnTo>
                    <a:lnTo>
                      <a:pt x="210090" y="0"/>
                    </a:lnTo>
                    <a:lnTo>
                      <a:pt x="165295" y="150038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7B25B92D-DA53-6AF2-3BA1-D7562BECA213}"/>
                  </a:ext>
                </a:extLst>
              </p:cNvPr>
              <p:cNvSpPr/>
              <p:nvPr/>
            </p:nvSpPr>
            <p:spPr>
              <a:xfrm>
                <a:off x="5146838" y="3352071"/>
                <a:ext cx="128108" cy="156650"/>
              </a:xfrm>
              <a:custGeom>
                <a:avLst/>
                <a:gdLst>
                  <a:gd name="connsiteX0" fmla="*/ 19877 w 128108"/>
                  <a:gd name="connsiteY0" fmla="*/ 84006 h 156650"/>
                  <a:gd name="connsiteX1" fmla="*/ 70759 w 128108"/>
                  <a:gd name="connsiteY1" fmla="*/ 141004 h 156650"/>
                  <a:gd name="connsiteX2" fmla="*/ 113937 w 128108"/>
                  <a:gd name="connsiteY2" fmla="*/ 125730 h 156650"/>
                  <a:gd name="connsiteX3" fmla="*/ 123163 w 128108"/>
                  <a:gd name="connsiteY3" fmla="*/ 138303 h 156650"/>
                  <a:gd name="connsiteX4" fmla="*/ 70759 w 128108"/>
                  <a:gd name="connsiteY4" fmla="*/ 156650 h 156650"/>
                  <a:gd name="connsiteX5" fmla="*/ 0 w 128108"/>
                  <a:gd name="connsiteY5" fmla="*/ 79815 h 156650"/>
                  <a:gd name="connsiteX6" fmla="*/ 65623 w 128108"/>
                  <a:gd name="connsiteY6" fmla="*/ 0 h 156650"/>
                  <a:gd name="connsiteX7" fmla="*/ 128108 w 128108"/>
                  <a:gd name="connsiteY7" fmla="*/ 84006 h 156650"/>
                  <a:gd name="connsiteX8" fmla="*/ 19877 w 128108"/>
                  <a:gd name="connsiteY8" fmla="*/ 84006 h 156650"/>
                  <a:gd name="connsiteX9" fmla="*/ 65528 w 128108"/>
                  <a:gd name="connsiteY9" fmla="*/ 14994 h 156650"/>
                  <a:gd name="connsiteX10" fmla="*/ 19877 w 128108"/>
                  <a:gd name="connsiteY10" fmla="*/ 69012 h 156650"/>
                  <a:gd name="connsiteX11" fmla="*/ 108802 w 128108"/>
                  <a:gd name="connsiteY11" fmla="*/ 69012 h 156650"/>
                  <a:gd name="connsiteX12" fmla="*/ 65623 w 128108"/>
                  <a:gd name="connsiteY12" fmla="*/ 14994 h 156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8108" h="156650">
                    <a:moveTo>
                      <a:pt x="19877" y="84006"/>
                    </a:moveTo>
                    <a:cubicBezTo>
                      <a:pt x="21399" y="122377"/>
                      <a:pt x="44700" y="141004"/>
                      <a:pt x="70759" y="141004"/>
                    </a:cubicBezTo>
                    <a:cubicBezTo>
                      <a:pt x="88829" y="141004"/>
                      <a:pt x="103285" y="133833"/>
                      <a:pt x="113937" y="125730"/>
                    </a:cubicBezTo>
                    <a:lnTo>
                      <a:pt x="123163" y="138303"/>
                    </a:lnTo>
                    <a:cubicBezTo>
                      <a:pt x="109087" y="149106"/>
                      <a:pt x="92824" y="156650"/>
                      <a:pt x="70759" y="156650"/>
                    </a:cubicBezTo>
                    <a:cubicBezTo>
                      <a:pt x="30910" y="156650"/>
                      <a:pt x="0" y="129642"/>
                      <a:pt x="0" y="79815"/>
                    </a:cubicBezTo>
                    <a:cubicBezTo>
                      <a:pt x="0" y="26077"/>
                      <a:pt x="31575" y="0"/>
                      <a:pt x="65623" y="0"/>
                    </a:cubicBezTo>
                    <a:cubicBezTo>
                      <a:pt x="113747" y="0"/>
                      <a:pt x="128108" y="36881"/>
                      <a:pt x="128108" y="84006"/>
                    </a:cubicBezTo>
                    <a:lnTo>
                      <a:pt x="19877" y="84006"/>
                    </a:lnTo>
                    <a:close/>
                    <a:moveTo>
                      <a:pt x="65528" y="14994"/>
                    </a:moveTo>
                    <a:cubicBezTo>
                      <a:pt x="40991" y="14994"/>
                      <a:pt x="22350" y="32969"/>
                      <a:pt x="19877" y="69012"/>
                    </a:cubicBezTo>
                    <a:lnTo>
                      <a:pt x="108802" y="69012"/>
                    </a:lnTo>
                    <a:cubicBezTo>
                      <a:pt x="108231" y="32690"/>
                      <a:pt x="92824" y="14994"/>
                      <a:pt x="65623" y="14994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2E428504-84DF-B1E7-7518-B5B0A41248FD}"/>
                  </a:ext>
                </a:extLst>
              </p:cNvPr>
              <p:cNvSpPr/>
              <p:nvPr/>
            </p:nvSpPr>
            <p:spPr>
              <a:xfrm>
                <a:off x="5314796" y="3351978"/>
                <a:ext cx="81506" cy="153390"/>
              </a:xfrm>
              <a:custGeom>
                <a:avLst/>
                <a:gdLst>
                  <a:gd name="connsiteX0" fmla="*/ 76370 w 81506"/>
                  <a:gd name="connsiteY0" fmla="*/ 21700 h 153390"/>
                  <a:gd name="connsiteX1" fmla="*/ 59822 w 81506"/>
                  <a:gd name="connsiteY1" fmla="*/ 17509 h 153390"/>
                  <a:gd name="connsiteX2" fmla="*/ 19687 w 81506"/>
                  <a:gd name="connsiteY2" fmla="*/ 46287 h 153390"/>
                  <a:gd name="connsiteX3" fmla="*/ 19687 w 81506"/>
                  <a:gd name="connsiteY3" fmla="*/ 153391 h 153390"/>
                  <a:gd name="connsiteX4" fmla="*/ 951 w 81506"/>
                  <a:gd name="connsiteY4" fmla="*/ 153391 h 153390"/>
                  <a:gd name="connsiteX5" fmla="*/ 951 w 81506"/>
                  <a:gd name="connsiteY5" fmla="*/ 30641 h 153390"/>
                  <a:gd name="connsiteX6" fmla="*/ 0 w 81506"/>
                  <a:gd name="connsiteY6" fmla="*/ 3353 h 153390"/>
                  <a:gd name="connsiteX7" fmla="*/ 15027 w 81506"/>
                  <a:gd name="connsiteY7" fmla="*/ 3353 h 153390"/>
                  <a:gd name="connsiteX8" fmla="*/ 16834 w 81506"/>
                  <a:gd name="connsiteY8" fmla="*/ 28219 h 153390"/>
                  <a:gd name="connsiteX9" fmla="*/ 63721 w 81506"/>
                  <a:gd name="connsiteY9" fmla="*/ 0 h 153390"/>
                  <a:gd name="connsiteX10" fmla="*/ 81506 w 81506"/>
                  <a:gd name="connsiteY10" fmla="*/ 2701 h 153390"/>
                  <a:gd name="connsiteX11" fmla="*/ 76275 w 81506"/>
                  <a:gd name="connsiteY11" fmla="*/ 21607 h 153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1506" h="153390">
                    <a:moveTo>
                      <a:pt x="76370" y="21700"/>
                    </a:moveTo>
                    <a:cubicBezTo>
                      <a:pt x="71425" y="18999"/>
                      <a:pt x="66289" y="17509"/>
                      <a:pt x="59822" y="17509"/>
                    </a:cubicBezTo>
                    <a:cubicBezTo>
                      <a:pt x="41086" y="17509"/>
                      <a:pt x="29768" y="28871"/>
                      <a:pt x="19687" y="46287"/>
                    </a:cubicBezTo>
                    <a:lnTo>
                      <a:pt x="19687" y="153391"/>
                    </a:lnTo>
                    <a:lnTo>
                      <a:pt x="951" y="153391"/>
                    </a:lnTo>
                    <a:lnTo>
                      <a:pt x="951" y="30641"/>
                    </a:lnTo>
                    <a:cubicBezTo>
                      <a:pt x="951" y="25519"/>
                      <a:pt x="380" y="8475"/>
                      <a:pt x="0" y="3353"/>
                    </a:cubicBezTo>
                    <a:lnTo>
                      <a:pt x="15027" y="3353"/>
                    </a:lnTo>
                    <a:lnTo>
                      <a:pt x="16834" y="28219"/>
                    </a:lnTo>
                    <a:cubicBezTo>
                      <a:pt x="26059" y="11083"/>
                      <a:pt x="41371" y="0"/>
                      <a:pt x="63721" y="0"/>
                    </a:cubicBezTo>
                    <a:cubicBezTo>
                      <a:pt x="70189" y="0"/>
                      <a:pt x="76275" y="931"/>
                      <a:pt x="81506" y="2701"/>
                    </a:cubicBezTo>
                    <a:lnTo>
                      <a:pt x="76275" y="21607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8B363BFF-2396-118B-16B4-AB4AF68BDDA6}"/>
                  </a:ext>
                </a:extLst>
              </p:cNvPr>
              <p:cNvSpPr/>
              <p:nvPr/>
            </p:nvSpPr>
            <p:spPr>
              <a:xfrm>
                <a:off x="5510715" y="3289300"/>
                <a:ext cx="123923" cy="219422"/>
              </a:xfrm>
              <a:custGeom>
                <a:avLst/>
                <a:gdLst>
                  <a:gd name="connsiteX0" fmla="*/ 63436 w 123923"/>
                  <a:gd name="connsiteY0" fmla="*/ 219422 h 219422"/>
                  <a:gd name="connsiteX1" fmla="*/ 17119 w 123923"/>
                  <a:gd name="connsiteY1" fmla="*/ 199026 h 219422"/>
                  <a:gd name="connsiteX2" fmla="*/ 15597 w 123923"/>
                  <a:gd name="connsiteY2" fmla="*/ 216162 h 219422"/>
                  <a:gd name="connsiteX3" fmla="*/ 0 w 123923"/>
                  <a:gd name="connsiteY3" fmla="*/ 216162 h 219422"/>
                  <a:gd name="connsiteX4" fmla="*/ 951 w 123923"/>
                  <a:gd name="connsiteY4" fmla="*/ 187943 h 219422"/>
                  <a:gd name="connsiteX5" fmla="*/ 951 w 123923"/>
                  <a:gd name="connsiteY5" fmla="*/ 0 h 219422"/>
                  <a:gd name="connsiteX6" fmla="*/ 19687 w 123923"/>
                  <a:gd name="connsiteY6" fmla="*/ 0 h 219422"/>
                  <a:gd name="connsiteX7" fmla="*/ 19687 w 123923"/>
                  <a:gd name="connsiteY7" fmla="*/ 86707 h 219422"/>
                  <a:gd name="connsiteX8" fmla="*/ 65053 w 123923"/>
                  <a:gd name="connsiteY8" fmla="*/ 62679 h 219422"/>
                  <a:gd name="connsiteX9" fmla="*/ 123924 w 123923"/>
                  <a:gd name="connsiteY9" fmla="*/ 140445 h 219422"/>
                  <a:gd name="connsiteX10" fmla="*/ 63531 w 123923"/>
                  <a:gd name="connsiteY10" fmla="*/ 219422 h 219422"/>
                  <a:gd name="connsiteX11" fmla="*/ 60963 w 123923"/>
                  <a:gd name="connsiteY11" fmla="*/ 78046 h 219422"/>
                  <a:gd name="connsiteX12" fmla="*/ 19592 w 123923"/>
                  <a:gd name="connsiteY12" fmla="*/ 105334 h 219422"/>
                  <a:gd name="connsiteX13" fmla="*/ 19592 w 123923"/>
                  <a:gd name="connsiteY13" fmla="*/ 186080 h 219422"/>
                  <a:gd name="connsiteX14" fmla="*/ 58776 w 123923"/>
                  <a:gd name="connsiteY14" fmla="*/ 204055 h 219422"/>
                  <a:gd name="connsiteX15" fmla="*/ 104141 w 123923"/>
                  <a:gd name="connsiteY15" fmla="*/ 141004 h 219422"/>
                  <a:gd name="connsiteX16" fmla="*/ 60963 w 123923"/>
                  <a:gd name="connsiteY16" fmla="*/ 77953 h 219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3923" h="219422">
                    <a:moveTo>
                      <a:pt x="63436" y="219422"/>
                    </a:moveTo>
                    <a:cubicBezTo>
                      <a:pt x="41086" y="219422"/>
                      <a:pt x="27010" y="211040"/>
                      <a:pt x="17119" y="199026"/>
                    </a:cubicBezTo>
                    <a:lnTo>
                      <a:pt x="15597" y="216162"/>
                    </a:lnTo>
                    <a:lnTo>
                      <a:pt x="0" y="216162"/>
                    </a:lnTo>
                    <a:cubicBezTo>
                      <a:pt x="285" y="209550"/>
                      <a:pt x="951" y="195114"/>
                      <a:pt x="951" y="187943"/>
                    </a:cubicBezTo>
                    <a:lnTo>
                      <a:pt x="951" y="0"/>
                    </a:lnTo>
                    <a:lnTo>
                      <a:pt x="19687" y="0"/>
                    </a:lnTo>
                    <a:lnTo>
                      <a:pt x="19687" y="86707"/>
                    </a:lnTo>
                    <a:cubicBezTo>
                      <a:pt x="27961" y="75904"/>
                      <a:pt x="40801" y="62679"/>
                      <a:pt x="65053" y="62679"/>
                    </a:cubicBezTo>
                    <a:cubicBezTo>
                      <a:pt x="100908" y="62679"/>
                      <a:pt x="123924" y="92668"/>
                      <a:pt x="123924" y="140445"/>
                    </a:cubicBezTo>
                    <a:cubicBezTo>
                      <a:pt x="123924" y="184311"/>
                      <a:pt x="103381" y="219422"/>
                      <a:pt x="63531" y="219422"/>
                    </a:cubicBezTo>
                    <a:close/>
                    <a:moveTo>
                      <a:pt x="60963" y="78046"/>
                    </a:moveTo>
                    <a:cubicBezTo>
                      <a:pt x="39849" y="78046"/>
                      <a:pt x="26059" y="95462"/>
                      <a:pt x="19592" y="105334"/>
                    </a:cubicBezTo>
                    <a:lnTo>
                      <a:pt x="19592" y="186080"/>
                    </a:lnTo>
                    <a:cubicBezTo>
                      <a:pt x="29673" y="196325"/>
                      <a:pt x="39849" y="204055"/>
                      <a:pt x="58776" y="204055"/>
                    </a:cubicBezTo>
                    <a:cubicBezTo>
                      <a:pt x="85405" y="204055"/>
                      <a:pt x="104141" y="180679"/>
                      <a:pt x="104141" y="141004"/>
                    </a:cubicBezTo>
                    <a:cubicBezTo>
                      <a:pt x="104141" y="93878"/>
                      <a:pt x="82647" y="77953"/>
                      <a:pt x="60963" y="77953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514074C1-6886-C3DB-0CF0-06BECE89AC59}"/>
                  </a:ext>
                </a:extLst>
              </p:cNvPr>
              <p:cNvSpPr/>
              <p:nvPr/>
            </p:nvSpPr>
            <p:spPr>
              <a:xfrm>
                <a:off x="5668021" y="3352071"/>
                <a:ext cx="128108" cy="156650"/>
              </a:xfrm>
              <a:custGeom>
                <a:avLst/>
                <a:gdLst>
                  <a:gd name="connsiteX0" fmla="*/ 19877 w 128108"/>
                  <a:gd name="connsiteY0" fmla="*/ 84006 h 156650"/>
                  <a:gd name="connsiteX1" fmla="*/ 70759 w 128108"/>
                  <a:gd name="connsiteY1" fmla="*/ 141004 h 156650"/>
                  <a:gd name="connsiteX2" fmla="*/ 113937 w 128108"/>
                  <a:gd name="connsiteY2" fmla="*/ 125730 h 156650"/>
                  <a:gd name="connsiteX3" fmla="*/ 123163 w 128108"/>
                  <a:gd name="connsiteY3" fmla="*/ 138303 h 156650"/>
                  <a:gd name="connsiteX4" fmla="*/ 70759 w 128108"/>
                  <a:gd name="connsiteY4" fmla="*/ 156650 h 156650"/>
                  <a:gd name="connsiteX5" fmla="*/ 0 w 128108"/>
                  <a:gd name="connsiteY5" fmla="*/ 79815 h 156650"/>
                  <a:gd name="connsiteX6" fmla="*/ 65623 w 128108"/>
                  <a:gd name="connsiteY6" fmla="*/ 0 h 156650"/>
                  <a:gd name="connsiteX7" fmla="*/ 128108 w 128108"/>
                  <a:gd name="connsiteY7" fmla="*/ 84006 h 156650"/>
                  <a:gd name="connsiteX8" fmla="*/ 19877 w 128108"/>
                  <a:gd name="connsiteY8" fmla="*/ 84006 h 156650"/>
                  <a:gd name="connsiteX9" fmla="*/ 65528 w 128108"/>
                  <a:gd name="connsiteY9" fmla="*/ 14994 h 156650"/>
                  <a:gd name="connsiteX10" fmla="*/ 19877 w 128108"/>
                  <a:gd name="connsiteY10" fmla="*/ 69012 h 156650"/>
                  <a:gd name="connsiteX11" fmla="*/ 108802 w 128108"/>
                  <a:gd name="connsiteY11" fmla="*/ 69012 h 156650"/>
                  <a:gd name="connsiteX12" fmla="*/ 65623 w 128108"/>
                  <a:gd name="connsiteY12" fmla="*/ 14994 h 156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8108" h="156650">
                    <a:moveTo>
                      <a:pt x="19877" y="84006"/>
                    </a:moveTo>
                    <a:cubicBezTo>
                      <a:pt x="21399" y="122377"/>
                      <a:pt x="44700" y="141004"/>
                      <a:pt x="70759" y="141004"/>
                    </a:cubicBezTo>
                    <a:cubicBezTo>
                      <a:pt x="88829" y="141004"/>
                      <a:pt x="103285" y="133833"/>
                      <a:pt x="113937" y="125730"/>
                    </a:cubicBezTo>
                    <a:lnTo>
                      <a:pt x="123163" y="138303"/>
                    </a:lnTo>
                    <a:cubicBezTo>
                      <a:pt x="109087" y="149106"/>
                      <a:pt x="92824" y="156650"/>
                      <a:pt x="70759" y="156650"/>
                    </a:cubicBezTo>
                    <a:cubicBezTo>
                      <a:pt x="30910" y="156650"/>
                      <a:pt x="0" y="129642"/>
                      <a:pt x="0" y="79815"/>
                    </a:cubicBezTo>
                    <a:cubicBezTo>
                      <a:pt x="0" y="26077"/>
                      <a:pt x="31575" y="0"/>
                      <a:pt x="65623" y="0"/>
                    </a:cubicBezTo>
                    <a:cubicBezTo>
                      <a:pt x="113747" y="0"/>
                      <a:pt x="128108" y="36881"/>
                      <a:pt x="128108" y="84006"/>
                    </a:cubicBezTo>
                    <a:lnTo>
                      <a:pt x="19877" y="84006"/>
                    </a:lnTo>
                    <a:close/>
                    <a:moveTo>
                      <a:pt x="65528" y="14994"/>
                    </a:moveTo>
                    <a:cubicBezTo>
                      <a:pt x="40991" y="14994"/>
                      <a:pt x="22350" y="32969"/>
                      <a:pt x="19877" y="69012"/>
                    </a:cubicBezTo>
                    <a:lnTo>
                      <a:pt x="108802" y="69012"/>
                    </a:lnTo>
                    <a:cubicBezTo>
                      <a:pt x="108231" y="32690"/>
                      <a:pt x="92824" y="14994"/>
                      <a:pt x="65623" y="14994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9" name="Freeform 58">
                <a:extLst>
                  <a:ext uri="{FF2B5EF4-FFF2-40B4-BE49-F238E27FC236}">
                    <a16:creationId xmlns:a16="http://schemas.microsoft.com/office/drawing/2014/main" id="{323CB9CF-7AE9-2C27-0A27-F8C47E8B02FF}"/>
                  </a:ext>
                </a:extLst>
              </p:cNvPr>
              <p:cNvSpPr/>
              <p:nvPr/>
            </p:nvSpPr>
            <p:spPr>
              <a:xfrm>
                <a:off x="5836835" y="3289300"/>
                <a:ext cx="113461" cy="216162"/>
              </a:xfrm>
              <a:custGeom>
                <a:avLst/>
                <a:gdLst>
                  <a:gd name="connsiteX0" fmla="*/ 94726 w 113461"/>
                  <a:gd name="connsiteY0" fmla="*/ 216069 h 216162"/>
                  <a:gd name="connsiteX1" fmla="*/ 94726 w 113461"/>
                  <a:gd name="connsiteY1" fmla="*/ 120701 h 216162"/>
                  <a:gd name="connsiteX2" fmla="*/ 58586 w 113461"/>
                  <a:gd name="connsiteY2" fmla="*/ 78418 h 216162"/>
                  <a:gd name="connsiteX3" fmla="*/ 18736 w 113461"/>
                  <a:gd name="connsiteY3" fmla="*/ 102726 h 216162"/>
                  <a:gd name="connsiteX4" fmla="*/ 18736 w 113461"/>
                  <a:gd name="connsiteY4" fmla="*/ 216162 h 216162"/>
                  <a:gd name="connsiteX5" fmla="*/ 0 w 113461"/>
                  <a:gd name="connsiteY5" fmla="*/ 216162 h 216162"/>
                  <a:gd name="connsiteX6" fmla="*/ 0 w 113461"/>
                  <a:gd name="connsiteY6" fmla="*/ 0 h 216162"/>
                  <a:gd name="connsiteX7" fmla="*/ 18736 w 113461"/>
                  <a:gd name="connsiteY7" fmla="*/ 0 h 216162"/>
                  <a:gd name="connsiteX8" fmla="*/ 18736 w 113461"/>
                  <a:gd name="connsiteY8" fmla="*/ 84658 h 216162"/>
                  <a:gd name="connsiteX9" fmla="*/ 62580 w 113461"/>
                  <a:gd name="connsiteY9" fmla="*/ 62772 h 216162"/>
                  <a:gd name="connsiteX10" fmla="*/ 113462 w 113461"/>
                  <a:gd name="connsiteY10" fmla="*/ 122191 h 216162"/>
                  <a:gd name="connsiteX11" fmla="*/ 113462 w 113461"/>
                  <a:gd name="connsiteY11" fmla="*/ 216162 h 216162"/>
                  <a:gd name="connsiteX12" fmla="*/ 94726 w 113461"/>
                  <a:gd name="connsiteY12" fmla="*/ 216162 h 216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3461" h="216162">
                    <a:moveTo>
                      <a:pt x="94726" y="216069"/>
                    </a:moveTo>
                    <a:lnTo>
                      <a:pt x="94726" y="120701"/>
                    </a:lnTo>
                    <a:cubicBezTo>
                      <a:pt x="94726" y="93133"/>
                      <a:pt x="83694" y="78418"/>
                      <a:pt x="58586" y="78418"/>
                    </a:cubicBezTo>
                    <a:cubicBezTo>
                      <a:pt x="39850" y="78418"/>
                      <a:pt x="26725" y="90991"/>
                      <a:pt x="18736" y="102726"/>
                    </a:cubicBezTo>
                    <a:lnTo>
                      <a:pt x="18736" y="216162"/>
                    </a:lnTo>
                    <a:lnTo>
                      <a:pt x="0" y="216162"/>
                    </a:lnTo>
                    <a:lnTo>
                      <a:pt x="0" y="0"/>
                    </a:lnTo>
                    <a:lnTo>
                      <a:pt x="18736" y="0"/>
                    </a:lnTo>
                    <a:lnTo>
                      <a:pt x="18736" y="84658"/>
                    </a:lnTo>
                    <a:cubicBezTo>
                      <a:pt x="28532" y="71713"/>
                      <a:pt x="43844" y="62772"/>
                      <a:pt x="62580" y="62772"/>
                    </a:cubicBezTo>
                    <a:cubicBezTo>
                      <a:pt x="101193" y="62772"/>
                      <a:pt x="113462" y="86800"/>
                      <a:pt x="113462" y="122191"/>
                    </a:cubicBezTo>
                    <a:lnTo>
                      <a:pt x="113462" y="216162"/>
                    </a:lnTo>
                    <a:lnTo>
                      <a:pt x="94726" y="21616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60" name="Freeform 59">
                <a:extLst>
                  <a:ext uri="{FF2B5EF4-FFF2-40B4-BE49-F238E27FC236}">
                    <a16:creationId xmlns:a16="http://schemas.microsoft.com/office/drawing/2014/main" id="{BD12B773-FF70-C32D-A402-E460194CFBC7}"/>
                  </a:ext>
                </a:extLst>
              </p:cNvPr>
              <p:cNvSpPr/>
              <p:nvPr/>
            </p:nvSpPr>
            <p:spPr>
              <a:xfrm>
                <a:off x="5999371" y="3289300"/>
                <a:ext cx="21779" cy="216069"/>
              </a:xfrm>
              <a:custGeom>
                <a:avLst/>
                <a:gdLst>
                  <a:gd name="connsiteX0" fmla="*/ 0 w 21779"/>
                  <a:gd name="connsiteY0" fmla="*/ 23097 h 216069"/>
                  <a:gd name="connsiteX1" fmla="*/ 0 w 21779"/>
                  <a:gd name="connsiteY1" fmla="*/ 0 h 216069"/>
                  <a:gd name="connsiteX2" fmla="*/ 21779 w 21779"/>
                  <a:gd name="connsiteY2" fmla="*/ 0 h 216069"/>
                  <a:gd name="connsiteX3" fmla="*/ 21779 w 21779"/>
                  <a:gd name="connsiteY3" fmla="*/ 23097 h 216069"/>
                  <a:gd name="connsiteX4" fmla="*/ 0 w 21779"/>
                  <a:gd name="connsiteY4" fmla="*/ 23097 h 216069"/>
                  <a:gd name="connsiteX5" fmla="*/ 1522 w 21779"/>
                  <a:gd name="connsiteY5" fmla="*/ 216069 h 216069"/>
                  <a:gd name="connsiteX6" fmla="*/ 1522 w 21779"/>
                  <a:gd name="connsiteY6" fmla="*/ 66032 h 216069"/>
                  <a:gd name="connsiteX7" fmla="*/ 20258 w 21779"/>
                  <a:gd name="connsiteY7" fmla="*/ 66032 h 216069"/>
                  <a:gd name="connsiteX8" fmla="*/ 20258 w 21779"/>
                  <a:gd name="connsiteY8" fmla="*/ 216069 h 216069"/>
                  <a:gd name="connsiteX9" fmla="*/ 1522 w 21779"/>
                  <a:gd name="connsiteY9" fmla="*/ 216069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779" h="216069">
                    <a:moveTo>
                      <a:pt x="0" y="23097"/>
                    </a:moveTo>
                    <a:lnTo>
                      <a:pt x="0" y="0"/>
                    </a:lnTo>
                    <a:lnTo>
                      <a:pt x="21779" y="0"/>
                    </a:lnTo>
                    <a:lnTo>
                      <a:pt x="21779" y="23097"/>
                    </a:lnTo>
                    <a:lnTo>
                      <a:pt x="0" y="23097"/>
                    </a:lnTo>
                    <a:close/>
                    <a:moveTo>
                      <a:pt x="1522" y="216069"/>
                    </a:moveTo>
                    <a:lnTo>
                      <a:pt x="1522" y="66032"/>
                    </a:lnTo>
                    <a:lnTo>
                      <a:pt x="20258" y="66032"/>
                    </a:lnTo>
                    <a:lnTo>
                      <a:pt x="20258" y="216069"/>
                    </a:lnTo>
                    <a:lnTo>
                      <a:pt x="1522" y="21606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61" name="Freeform 60">
                <a:extLst>
                  <a:ext uri="{FF2B5EF4-FFF2-40B4-BE49-F238E27FC236}">
                    <a16:creationId xmlns:a16="http://schemas.microsoft.com/office/drawing/2014/main" id="{24B2CCD8-CCCB-DEF5-13F7-4FFC38550AA4}"/>
                  </a:ext>
                </a:extLst>
              </p:cNvPr>
              <p:cNvSpPr/>
              <p:nvPr/>
            </p:nvSpPr>
            <p:spPr>
              <a:xfrm>
                <a:off x="6069179" y="3351978"/>
                <a:ext cx="114222" cy="153390"/>
              </a:xfrm>
              <a:custGeom>
                <a:avLst/>
                <a:gdLst>
                  <a:gd name="connsiteX0" fmla="*/ 95677 w 114222"/>
                  <a:gd name="connsiteY0" fmla="*/ 153391 h 153390"/>
                  <a:gd name="connsiteX1" fmla="*/ 95677 w 114222"/>
                  <a:gd name="connsiteY1" fmla="*/ 58301 h 153390"/>
                  <a:gd name="connsiteX2" fmla="*/ 59537 w 114222"/>
                  <a:gd name="connsiteY2" fmla="*/ 15646 h 153390"/>
                  <a:gd name="connsiteX3" fmla="*/ 19687 w 114222"/>
                  <a:gd name="connsiteY3" fmla="*/ 39954 h 153390"/>
                  <a:gd name="connsiteX4" fmla="*/ 19687 w 114222"/>
                  <a:gd name="connsiteY4" fmla="*/ 153391 h 153390"/>
                  <a:gd name="connsiteX5" fmla="*/ 951 w 114222"/>
                  <a:gd name="connsiteY5" fmla="*/ 153391 h 153390"/>
                  <a:gd name="connsiteX6" fmla="*/ 951 w 114222"/>
                  <a:gd name="connsiteY6" fmla="*/ 30920 h 153390"/>
                  <a:gd name="connsiteX7" fmla="*/ 0 w 114222"/>
                  <a:gd name="connsiteY7" fmla="*/ 3353 h 153390"/>
                  <a:gd name="connsiteX8" fmla="*/ 15598 w 114222"/>
                  <a:gd name="connsiteY8" fmla="*/ 3353 h 153390"/>
                  <a:gd name="connsiteX9" fmla="*/ 17119 w 114222"/>
                  <a:gd name="connsiteY9" fmla="*/ 24028 h 153390"/>
                  <a:gd name="connsiteX10" fmla="*/ 63056 w 114222"/>
                  <a:gd name="connsiteY10" fmla="*/ 0 h 153390"/>
                  <a:gd name="connsiteX11" fmla="*/ 114223 w 114222"/>
                  <a:gd name="connsiteY11" fmla="*/ 59419 h 153390"/>
                  <a:gd name="connsiteX12" fmla="*/ 114223 w 114222"/>
                  <a:gd name="connsiteY12" fmla="*/ 153391 h 153390"/>
                  <a:gd name="connsiteX13" fmla="*/ 95487 w 114222"/>
                  <a:gd name="connsiteY13" fmla="*/ 153391 h 153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14222" h="153390">
                    <a:moveTo>
                      <a:pt x="95677" y="153391"/>
                    </a:moveTo>
                    <a:lnTo>
                      <a:pt x="95677" y="58301"/>
                    </a:lnTo>
                    <a:cubicBezTo>
                      <a:pt x="95677" y="31013"/>
                      <a:pt x="84359" y="15646"/>
                      <a:pt x="59537" y="15646"/>
                    </a:cubicBezTo>
                    <a:cubicBezTo>
                      <a:pt x="39279" y="15646"/>
                      <a:pt x="27010" y="29151"/>
                      <a:pt x="19687" y="39954"/>
                    </a:cubicBezTo>
                    <a:lnTo>
                      <a:pt x="19687" y="153391"/>
                    </a:lnTo>
                    <a:lnTo>
                      <a:pt x="951" y="153391"/>
                    </a:lnTo>
                    <a:lnTo>
                      <a:pt x="951" y="30920"/>
                    </a:lnTo>
                    <a:cubicBezTo>
                      <a:pt x="951" y="25798"/>
                      <a:pt x="381" y="8382"/>
                      <a:pt x="0" y="3353"/>
                    </a:cubicBezTo>
                    <a:lnTo>
                      <a:pt x="15598" y="3353"/>
                    </a:lnTo>
                    <a:lnTo>
                      <a:pt x="17119" y="24028"/>
                    </a:lnTo>
                    <a:cubicBezTo>
                      <a:pt x="26344" y="10803"/>
                      <a:pt x="42513" y="0"/>
                      <a:pt x="63056" y="0"/>
                    </a:cubicBezTo>
                    <a:cubicBezTo>
                      <a:pt x="100432" y="0"/>
                      <a:pt x="114223" y="23097"/>
                      <a:pt x="114223" y="59419"/>
                    </a:cubicBezTo>
                    <a:lnTo>
                      <a:pt x="114223" y="153391"/>
                    </a:lnTo>
                    <a:lnTo>
                      <a:pt x="95487" y="153391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62" name="Freeform 61">
                <a:extLst>
                  <a:ext uri="{FF2B5EF4-FFF2-40B4-BE49-F238E27FC236}">
                    <a16:creationId xmlns:a16="http://schemas.microsoft.com/office/drawing/2014/main" id="{9F2A53BA-B5A7-681A-2FE9-E78B15DCBB68}"/>
                  </a:ext>
                </a:extLst>
              </p:cNvPr>
              <p:cNvSpPr/>
              <p:nvPr/>
            </p:nvSpPr>
            <p:spPr>
              <a:xfrm>
                <a:off x="6224013" y="3289300"/>
                <a:ext cx="125730" cy="219328"/>
              </a:xfrm>
              <a:custGeom>
                <a:avLst/>
                <a:gdLst>
                  <a:gd name="connsiteX0" fmla="*/ 109753 w 125730"/>
                  <a:gd name="connsiteY0" fmla="*/ 216069 h 219328"/>
                  <a:gd name="connsiteX1" fmla="*/ 108231 w 125730"/>
                  <a:gd name="connsiteY1" fmla="*/ 192320 h 219328"/>
                  <a:gd name="connsiteX2" fmla="*/ 60392 w 125730"/>
                  <a:gd name="connsiteY2" fmla="*/ 219329 h 219328"/>
                  <a:gd name="connsiteX3" fmla="*/ 0 w 125730"/>
                  <a:gd name="connsiteY3" fmla="*/ 140352 h 219328"/>
                  <a:gd name="connsiteX4" fmla="*/ 63151 w 125730"/>
                  <a:gd name="connsiteY4" fmla="*/ 62586 h 219328"/>
                  <a:gd name="connsiteX5" fmla="*/ 106044 w 125730"/>
                  <a:gd name="connsiteY5" fmla="*/ 79350 h 219328"/>
                  <a:gd name="connsiteX6" fmla="*/ 106044 w 125730"/>
                  <a:gd name="connsiteY6" fmla="*/ 0 h 219328"/>
                  <a:gd name="connsiteX7" fmla="*/ 124779 w 125730"/>
                  <a:gd name="connsiteY7" fmla="*/ 0 h 219328"/>
                  <a:gd name="connsiteX8" fmla="*/ 124779 w 125730"/>
                  <a:gd name="connsiteY8" fmla="*/ 187850 h 219328"/>
                  <a:gd name="connsiteX9" fmla="*/ 125730 w 125730"/>
                  <a:gd name="connsiteY9" fmla="*/ 216069 h 219328"/>
                  <a:gd name="connsiteX10" fmla="*/ 109753 w 125730"/>
                  <a:gd name="connsiteY10" fmla="*/ 216069 h 219328"/>
                  <a:gd name="connsiteX11" fmla="*/ 106044 w 125730"/>
                  <a:gd name="connsiteY11" fmla="*/ 95369 h 219328"/>
                  <a:gd name="connsiteX12" fmla="*/ 67145 w 125730"/>
                  <a:gd name="connsiteY12" fmla="*/ 77953 h 219328"/>
                  <a:gd name="connsiteX13" fmla="*/ 19592 w 125730"/>
                  <a:gd name="connsiteY13" fmla="*/ 141004 h 219328"/>
                  <a:gd name="connsiteX14" fmla="*/ 64958 w 125730"/>
                  <a:gd name="connsiteY14" fmla="*/ 204055 h 219328"/>
                  <a:gd name="connsiteX15" fmla="*/ 106044 w 125730"/>
                  <a:gd name="connsiteY15" fmla="*/ 177046 h 219328"/>
                  <a:gd name="connsiteX16" fmla="*/ 106044 w 125730"/>
                  <a:gd name="connsiteY16" fmla="*/ 95462 h 2193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5730" h="219328">
                    <a:moveTo>
                      <a:pt x="109753" y="216069"/>
                    </a:moveTo>
                    <a:lnTo>
                      <a:pt x="108231" y="192320"/>
                    </a:lnTo>
                    <a:cubicBezTo>
                      <a:pt x="99386" y="204893"/>
                      <a:pt x="84645" y="219329"/>
                      <a:pt x="60392" y="219329"/>
                    </a:cubicBezTo>
                    <a:cubicBezTo>
                      <a:pt x="19592" y="219329"/>
                      <a:pt x="0" y="183938"/>
                      <a:pt x="0" y="140352"/>
                    </a:cubicBezTo>
                    <a:cubicBezTo>
                      <a:pt x="0" y="91736"/>
                      <a:pt x="28151" y="62586"/>
                      <a:pt x="63151" y="62586"/>
                    </a:cubicBezTo>
                    <a:cubicBezTo>
                      <a:pt x="82172" y="62586"/>
                      <a:pt x="97199" y="70409"/>
                      <a:pt x="106044" y="79350"/>
                    </a:cubicBezTo>
                    <a:lnTo>
                      <a:pt x="106044" y="0"/>
                    </a:lnTo>
                    <a:lnTo>
                      <a:pt x="124779" y="0"/>
                    </a:lnTo>
                    <a:lnTo>
                      <a:pt x="124779" y="187850"/>
                    </a:lnTo>
                    <a:cubicBezTo>
                      <a:pt x="124779" y="195021"/>
                      <a:pt x="125350" y="209457"/>
                      <a:pt x="125730" y="216069"/>
                    </a:cubicBezTo>
                    <a:lnTo>
                      <a:pt x="109753" y="216069"/>
                    </a:lnTo>
                    <a:close/>
                    <a:moveTo>
                      <a:pt x="106044" y="95369"/>
                    </a:moveTo>
                    <a:cubicBezTo>
                      <a:pt x="96533" y="86335"/>
                      <a:pt x="86737" y="77953"/>
                      <a:pt x="67145" y="77953"/>
                    </a:cubicBezTo>
                    <a:cubicBezTo>
                      <a:pt x="47553" y="77953"/>
                      <a:pt x="19592" y="93878"/>
                      <a:pt x="19592" y="141004"/>
                    </a:cubicBezTo>
                    <a:cubicBezTo>
                      <a:pt x="19592" y="178257"/>
                      <a:pt x="36140" y="204055"/>
                      <a:pt x="64958" y="204055"/>
                    </a:cubicBezTo>
                    <a:cubicBezTo>
                      <a:pt x="84264" y="204055"/>
                      <a:pt x="97484" y="190271"/>
                      <a:pt x="106044" y="177046"/>
                    </a:cubicBezTo>
                    <a:lnTo>
                      <a:pt x="106044" y="9546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</p:grpSp>
        <p:grpSp>
          <p:nvGrpSpPr>
            <p:cNvPr id="36" name="Graphic 17">
              <a:extLst>
                <a:ext uri="{FF2B5EF4-FFF2-40B4-BE49-F238E27FC236}">
                  <a16:creationId xmlns:a16="http://schemas.microsoft.com/office/drawing/2014/main" id="{730A25F0-3986-FA42-EED1-16FA9CDB55FE}"/>
                </a:ext>
              </a:extLst>
            </p:cNvPr>
            <p:cNvGrpSpPr/>
            <p:nvPr/>
          </p:nvGrpSpPr>
          <p:grpSpPr>
            <a:xfrm>
              <a:off x="6465963" y="3289300"/>
              <a:ext cx="1730364" cy="282193"/>
              <a:chOff x="6465963" y="3289300"/>
              <a:chExt cx="1730364" cy="282193"/>
            </a:xfrm>
            <a:grpFill/>
          </p:grpSpPr>
          <p:sp>
            <p:nvSpPr>
              <p:cNvPr id="37" name="Freeform 36">
                <a:extLst>
                  <a:ext uri="{FF2B5EF4-FFF2-40B4-BE49-F238E27FC236}">
                    <a16:creationId xmlns:a16="http://schemas.microsoft.com/office/drawing/2014/main" id="{DEF2580C-8FDE-8FFC-1A83-E844730DFDC3}"/>
                  </a:ext>
                </a:extLst>
              </p:cNvPr>
              <p:cNvSpPr/>
              <p:nvPr/>
            </p:nvSpPr>
            <p:spPr>
              <a:xfrm>
                <a:off x="6465963" y="3355424"/>
                <a:ext cx="145512" cy="216069"/>
              </a:xfrm>
              <a:custGeom>
                <a:avLst/>
                <a:gdLst>
                  <a:gd name="connsiteX0" fmla="*/ 93204 w 145512"/>
                  <a:gd name="connsiteY0" fmla="*/ 161121 h 216069"/>
                  <a:gd name="connsiteX1" fmla="*/ 18451 w 145512"/>
                  <a:gd name="connsiteY1" fmla="*/ 216069 h 216069"/>
                  <a:gd name="connsiteX2" fmla="*/ 13220 w 145512"/>
                  <a:gd name="connsiteY2" fmla="*/ 189061 h 216069"/>
                  <a:gd name="connsiteX3" fmla="*/ 58871 w 145512"/>
                  <a:gd name="connsiteY3" fmla="*/ 159072 h 216069"/>
                  <a:gd name="connsiteX4" fmla="*/ 61914 w 145512"/>
                  <a:gd name="connsiteY4" fmla="*/ 149479 h 216069"/>
                  <a:gd name="connsiteX5" fmla="*/ 0 w 145512"/>
                  <a:gd name="connsiteY5" fmla="*/ 0 h 216069"/>
                  <a:gd name="connsiteX6" fmla="*/ 36426 w 145512"/>
                  <a:gd name="connsiteY6" fmla="*/ 0 h 216069"/>
                  <a:gd name="connsiteX7" fmla="*/ 63056 w 145512"/>
                  <a:gd name="connsiteY7" fmla="*/ 68453 h 216069"/>
                  <a:gd name="connsiteX8" fmla="*/ 78368 w 145512"/>
                  <a:gd name="connsiteY8" fmla="*/ 114368 h 216069"/>
                  <a:gd name="connsiteX9" fmla="*/ 111179 w 145512"/>
                  <a:gd name="connsiteY9" fmla="*/ 0 h 216069"/>
                  <a:gd name="connsiteX10" fmla="*/ 145513 w 145512"/>
                  <a:gd name="connsiteY10" fmla="*/ 0 h 216069"/>
                  <a:gd name="connsiteX11" fmla="*/ 93109 w 145512"/>
                  <a:gd name="connsiteY11" fmla="*/ 161214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5512" h="216069">
                    <a:moveTo>
                      <a:pt x="93204" y="161121"/>
                    </a:moveTo>
                    <a:cubicBezTo>
                      <a:pt x="80650" y="199492"/>
                      <a:pt x="52118" y="211878"/>
                      <a:pt x="18451" y="216069"/>
                    </a:cubicBezTo>
                    <a:lnTo>
                      <a:pt x="13220" y="189061"/>
                    </a:lnTo>
                    <a:cubicBezTo>
                      <a:pt x="37472" y="185428"/>
                      <a:pt x="53640" y="175277"/>
                      <a:pt x="58871" y="159072"/>
                    </a:cubicBezTo>
                    <a:lnTo>
                      <a:pt x="61914" y="149479"/>
                    </a:lnTo>
                    <a:lnTo>
                      <a:pt x="0" y="0"/>
                    </a:lnTo>
                    <a:lnTo>
                      <a:pt x="36426" y="0"/>
                    </a:lnTo>
                    <a:lnTo>
                      <a:pt x="63056" y="68453"/>
                    </a:lnTo>
                    <a:cubicBezTo>
                      <a:pt x="70379" y="87638"/>
                      <a:pt x="78368" y="114368"/>
                      <a:pt x="78368" y="114368"/>
                    </a:cubicBezTo>
                    <a:lnTo>
                      <a:pt x="111179" y="0"/>
                    </a:lnTo>
                    <a:lnTo>
                      <a:pt x="145513" y="0"/>
                    </a:lnTo>
                    <a:lnTo>
                      <a:pt x="93109" y="161214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38" name="Freeform 37">
                <a:extLst>
                  <a:ext uri="{FF2B5EF4-FFF2-40B4-BE49-F238E27FC236}">
                    <a16:creationId xmlns:a16="http://schemas.microsoft.com/office/drawing/2014/main" id="{D6F66D5D-5469-26A7-26D1-C029C1483187}"/>
                  </a:ext>
                </a:extLst>
              </p:cNvPr>
              <p:cNvSpPr/>
              <p:nvPr/>
            </p:nvSpPr>
            <p:spPr>
              <a:xfrm>
                <a:off x="6629927" y="3351140"/>
                <a:ext cx="147795" cy="158419"/>
              </a:xfrm>
              <a:custGeom>
                <a:avLst/>
                <a:gdLst>
                  <a:gd name="connsiteX0" fmla="*/ 73898 w 147795"/>
                  <a:gd name="connsiteY0" fmla="*/ 158420 h 158419"/>
                  <a:gd name="connsiteX1" fmla="*/ 0 w 147795"/>
                  <a:gd name="connsiteY1" fmla="*/ 78605 h 158419"/>
                  <a:gd name="connsiteX2" fmla="*/ 73898 w 147795"/>
                  <a:gd name="connsiteY2" fmla="*/ 0 h 158419"/>
                  <a:gd name="connsiteX3" fmla="*/ 147795 w 147795"/>
                  <a:gd name="connsiteY3" fmla="*/ 78605 h 158419"/>
                  <a:gd name="connsiteX4" fmla="*/ 73898 w 147795"/>
                  <a:gd name="connsiteY4" fmla="*/ 158420 h 158419"/>
                  <a:gd name="connsiteX5" fmla="*/ 73898 w 147795"/>
                  <a:gd name="connsiteY5" fmla="*/ 26357 h 158419"/>
                  <a:gd name="connsiteX6" fmla="*/ 34714 w 147795"/>
                  <a:gd name="connsiteY6" fmla="*/ 78605 h 158419"/>
                  <a:gd name="connsiteX7" fmla="*/ 73898 w 147795"/>
                  <a:gd name="connsiteY7" fmla="*/ 132063 h 158419"/>
                  <a:gd name="connsiteX8" fmla="*/ 113081 w 147795"/>
                  <a:gd name="connsiteY8" fmla="*/ 78605 h 158419"/>
                  <a:gd name="connsiteX9" fmla="*/ 73898 w 147795"/>
                  <a:gd name="connsiteY9" fmla="*/ 26357 h 158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7795" h="158419">
                    <a:moveTo>
                      <a:pt x="73898" y="158420"/>
                    </a:moveTo>
                    <a:cubicBezTo>
                      <a:pt x="26725" y="158420"/>
                      <a:pt x="0" y="124799"/>
                      <a:pt x="0" y="78605"/>
                    </a:cubicBezTo>
                    <a:cubicBezTo>
                      <a:pt x="0" y="32410"/>
                      <a:pt x="27581" y="0"/>
                      <a:pt x="73898" y="0"/>
                    </a:cubicBezTo>
                    <a:cubicBezTo>
                      <a:pt x="120214" y="0"/>
                      <a:pt x="147795" y="32410"/>
                      <a:pt x="147795" y="78605"/>
                    </a:cubicBezTo>
                    <a:cubicBezTo>
                      <a:pt x="147795" y="124799"/>
                      <a:pt x="120214" y="158420"/>
                      <a:pt x="73898" y="158420"/>
                    </a:cubicBezTo>
                    <a:close/>
                    <a:moveTo>
                      <a:pt x="73898" y="26357"/>
                    </a:moveTo>
                    <a:cubicBezTo>
                      <a:pt x="47838" y="26357"/>
                      <a:pt x="34714" y="47405"/>
                      <a:pt x="34714" y="78605"/>
                    </a:cubicBezTo>
                    <a:cubicBezTo>
                      <a:pt x="34714" y="109804"/>
                      <a:pt x="48504" y="132063"/>
                      <a:pt x="73898" y="132063"/>
                    </a:cubicBezTo>
                    <a:cubicBezTo>
                      <a:pt x="99291" y="132063"/>
                      <a:pt x="113081" y="109897"/>
                      <a:pt x="113081" y="78605"/>
                    </a:cubicBezTo>
                    <a:cubicBezTo>
                      <a:pt x="113081" y="47312"/>
                      <a:pt x="99005" y="26357"/>
                      <a:pt x="73898" y="26357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39" name="Freeform 38">
                <a:extLst>
                  <a:ext uri="{FF2B5EF4-FFF2-40B4-BE49-F238E27FC236}">
                    <a16:creationId xmlns:a16="http://schemas.microsoft.com/office/drawing/2014/main" id="{FC74A5D5-6378-A161-C615-813ADC11BC68}"/>
                  </a:ext>
                </a:extLst>
              </p:cNvPr>
              <p:cNvSpPr/>
              <p:nvPr/>
            </p:nvSpPr>
            <p:spPr>
              <a:xfrm>
                <a:off x="6812911" y="3355331"/>
                <a:ext cx="127252" cy="153949"/>
              </a:xfrm>
              <a:custGeom>
                <a:avLst/>
                <a:gdLst>
                  <a:gd name="connsiteX0" fmla="*/ 99957 w 127252"/>
                  <a:gd name="connsiteY0" fmla="*/ 150038 h 153949"/>
                  <a:gd name="connsiteX1" fmla="*/ 97199 w 127252"/>
                  <a:gd name="connsiteY1" fmla="*/ 132622 h 153949"/>
                  <a:gd name="connsiteX2" fmla="*/ 53069 w 127252"/>
                  <a:gd name="connsiteY2" fmla="*/ 153949 h 153949"/>
                  <a:gd name="connsiteX3" fmla="*/ 0 w 127252"/>
                  <a:gd name="connsiteY3" fmla="*/ 95462 h 153949"/>
                  <a:gd name="connsiteX4" fmla="*/ 0 w 127252"/>
                  <a:gd name="connsiteY4" fmla="*/ 0 h 153949"/>
                  <a:gd name="connsiteX5" fmla="*/ 34048 w 127252"/>
                  <a:gd name="connsiteY5" fmla="*/ 0 h 153949"/>
                  <a:gd name="connsiteX6" fmla="*/ 34048 w 127252"/>
                  <a:gd name="connsiteY6" fmla="*/ 90619 h 153949"/>
                  <a:gd name="connsiteX7" fmla="*/ 60107 w 127252"/>
                  <a:gd name="connsiteY7" fmla="*/ 127220 h 153949"/>
                  <a:gd name="connsiteX8" fmla="*/ 91682 w 127252"/>
                  <a:gd name="connsiteY8" fmla="*/ 108035 h 153949"/>
                  <a:gd name="connsiteX9" fmla="*/ 91682 w 127252"/>
                  <a:gd name="connsiteY9" fmla="*/ 0 h 153949"/>
                  <a:gd name="connsiteX10" fmla="*/ 125731 w 127252"/>
                  <a:gd name="connsiteY10" fmla="*/ 0 h 153949"/>
                  <a:gd name="connsiteX11" fmla="*/ 125731 w 127252"/>
                  <a:gd name="connsiteY11" fmla="*/ 123029 h 153949"/>
                  <a:gd name="connsiteX12" fmla="*/ 127252 w 127252"/>
                  <a:gd name="connsiteY12" fmla="*/ 150038 h 153949"/>
                  <a:gd name="connsiteX13" fmla="*/ 99957 w 127252"/>
                  <a:gd name="connsiteY13" fmla="*/ 150038 h 153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7252" h="153949">
                    <a:moveTo>
                      <a:pt x="99957" y="150038"/>
                    </a:moveTo>
                    <a:lnTo>
                      <a:pt x="97199" y="132622"/>
                    </a:lnTo>
                    <a:cubicBezTo>
                      <a:pt x="86452" y="146126"/>
                      <a:pt x="71425" y="153949"/>
                      <a:pt x="53069" y="153949"/>
                    </a:cubicBezTo>
                    <a:cubicBezTo>
                      <a:pt x="15027" y="153949"/>
                      <a:pt x="0" y="131784"/>
                      <a:pt x="0" y="95462"/>
                    </a:cubicBezTo>
                    <a:lnTo>
                      <a:pt x="0" y="0"/>
                    </a:lnTo>
                    <a:lnTo>
                      <a:pt x="34048" y="0"/>
                    </a:lnTo>
                    <a:lnTo>
                      <a:pt x="34048" y="90619"/>
                    </a:lnTo>
                    <a:cubicBezTo>
                      <a:pt x="34048" y="117069"/>
                      <a:pt x="39850" y="127220"/>
                      <a:pt x="60107" y="127220"/>
                    </a:cubicBezTo>
                    <a:cubicBezTo>
                      <a:pt x="76085" y="127220"/>
                      <a:pt x="86452" y="115485"/>
                      <a:pt x="91682" y="108035"/>
                    </a:cubicBezTo>
                    <a:lnTo>
                      <a:pt x="91682" y="0"/>
                    </a:lnTo>
                    <a:lnTo>
                      <a:pt x="125731" y="0"/>
                    </a:lnTo>
                    <a:lnTo>
                      <a:pt x="125731" y="123029"/>
                    </a:lnTo>
                    <a:cubicBezTo>
                      <a:pt x="125731" y="128151"/>
                      <a:pt x="126967" y="144915"/>
                      <a:pt x="127252" y="150038"/>
                    </a:cubicBezTo>
                    <a:lnTo>
                      <a:pt x="99957" y="150038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7C85FD81-7439-B818-D939-C95E421A237C}"/>
                  </a:ext>
                </a:extLst>
              </p:cNvPr>
              <p:cNvSpPr/>
              <p:nvPr/>
            </p:nvSpPr>
            <p:spPr>
              <a:xfrm>
                <a:off x="6980013" y="3351140"/>
                <a:ext cx="93204" cy="154228"/>
              </a:xfrm>
              <a:custGeom>
                <a:avLst/>
                <a:gdLst>
                  <a:gd name="connsiteX0" fmla="*/ 83123 w 93204"/>
                  <a:gd name="connsiteY0" fmla="*/ 37160 h 154228"/>
                  <a:gd name="connsiteX1" fmla="*/ 68381 w 93204"/>
                  <a:gd name="connsiteY1" fmla="*/ 32690 h 154228"/>
                  <a:gd name="connsiteX2" fmla="*/ 35570 w 93204"/>
                  <a:gd name="connsiteY2" fmla="*/ 56066 h 154228"/>
                  <a:gd name="connsiteX3" fmla="*/ 35570 w 93204"/>
                  <a:gd name="connsiteY3" fmla="*/ 154229 h 154228"/>
                  <a:gd name="connsiteX4" fmla="*/ 1521 w 93204"/>
                  <a:gd name="connsiteY4" fmla="*/ 154229 h 154228"/>
                  <a:gd name="connsiteX5" fmla="*/ 1521 w 93204"/>
                  <a:gd name="connsiteY5" fmla="*/ 32410 h 154228"/>
                  <a:gd name="connsiteX6" fmla="*/ 0 w 93204"/>
                  <a:gd name="connsiteY6" fmla="*/ 4191 h 154228"/>
                  <a:gd name="connsiteX7" fmla="*/ 26059 w 93204"/>
                  <a:gd name="connsiteY7" fmla="*/ 4191 h 154228"/>
                  <a:gd name="connsiteX8" fmla="*/ 28817 w 93204"/>
                  <a:gd name="connsiteY8" fmla="*/ 29710 h 154228"/>
                  <a:gd name="connsiteX9" fmla="*/ 77892 w 93204"/>
                  <a:gd name="connsiteY9" fmla="*/ 0 h 154228"/>
                  <a:gd name="connsiteX10" fmla="*/ 93204 w 93204"/>
                  <a:gd name="connsiteY10" fmla="*/ 2421 h 154228"/>
                  <a:gd name="connsiteX11" fmla="*/ 83123 w 93204"/>
                  <a:gd name="connsiteY11" fmla="*/ 37253 h 1542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93204" h="154228">
                    <a:moveTo>
                      <a:pt x="83123" y="37160"/>
                    </a:moveTo>
                    <a:cubicBezTo>
                      <a:pt x="78177" y="34180"/>
                      <a:pt x="73898" y="32690"/>
                      <a:pt x="68381" y="32690"/>
                    </a:cubicBezTo>
                    <a:cubicBezTo>
                      <a:pt x="53640" y="32690"/>
                      <a:pt x="44129" y="42934"/>
                      <a:pt x="35570" y="56066"/>
                    </a:cubicBezTo>
                    <a:lnTo>
                      <a:pt x="35570" y="154229"/>
                    </a:lnTo>
                    <a:lnTo>
                      <a:pt x="1521" y="154229"/>
                    </a:lnTo>
                    <a:lnTo>
                      <a:pt x="1521" y="32410"/>
                    </a:lnTo>
                    <a:cubicBezTo>
                      <a:pt x="1521" y="27288"/>
                      <a:pt x="285" y="9313"/>
                      <a:pt x="0" y="4191"/>
                    </a:cubicBezTo>
                    <a:lnTo>
                      <a:pt x="26059" y="4191"/>
                    </a:lnTo>
                    <a:lnTo>
                      <a:pt x="28817" y="29710"/>
                    </a:lnTo>
                    <a:cubicBezTo>
                      <a:pt x="37091" y="14063"/>
                      <a:pt x="51452" y="0"/>
                      <a:pt x="77892" y="0"/>
                    </a:cubicBezTo>
                    <a:cubicBezTo>
                      <a:pt x="83123" y="0"/>
                      <a:pt x="88924" y="931"/>
                      <a:pt x="93204" y="2421"/>
                    </a:cubicBezTo>
                    <a:lnTo>
                      <a:pt x="83123" y="37253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91A25841-1EE5-C581-50FD-95AA9E184D37}"/>
                  </a:ext>
                </a:extLst>
              </p:cNvPr>
              <p:cNvSpPr/>
              <p:nvPr/>
            </p:nvSpPr>
            <p:spPr>
              <a:xfrm>
                <a:off x="7192956" y="3351140"/>
                <a:ext cx="218744" cy="154321"/>
              </a:xfrm>
              <a:custGeom>
                <a:avLst/>
                <a:gdLst>
                  <a:gd name="connsiteX0" fmla="*/ 184982 w 218744"/>
                  <a:gd name="connsiteY0" fmla="*/ 154229 h 154321"/>
                  <a:gd name="connsiteX1" fmla="*/ 184982 w 218744"/>
                  <a:gd name="connsiteY1" fmla="*/ 67242 h 154321"/>
                  <a:gd name="connsiteX2" fmla="*/ 157972 w 218744"/>
                  <a:gd name="connsiteY2" fmla="*/ 27288 h 154321"/>
                  <a:gd name="connsiteX3" fmla="*/ 126682 w 218744"/>
                  <a:gd name="connsiteY3" fmla="*/ 47405 h 154321"/>
                  <a:gd name="connsiteX4" fmla="*/ 127252 w 218744"/>
                  <a:gd name="connsiteY4" fmla="*/ 57277 h 154321"/>
                  <a:gd name="connsiteX5" fmla="*/ 127252 w 218744"/>
                  <a:gd name="connsiteY5" fmla="*/ 154229 h 154321"/>
                  <a:gd name="connsiteX6" fmla="*/ 93204 w 218744"/>
                  <a:gd name="connsiteY6" fmla="*/ 154229 h 154321"/>
                  <a:gd name="connsiteX7" fmla="*/ 93204 w 218744"/>
                  <a:gd name="connsiteY7" fmla="*/ 67522 h 154321"/>
                  <a:gd name="connsiteX8" fmla="*/ 66194 w 218744"/>
                  <a:gd name="connsiteY8" fmla="*/ 27288 h 154321"/>
                  <a:gd name="connsiteX9" fmla="*/ 35570 w 218744"/>
                  <a:gd name="connsiteY9" fmla="*/ 47405 h 154321"/>
                  <a:gd name="connsiteX10" fmla="*/ 35570 w 218744"/>
                  <a:gd name="connsiteY10" fmla="*/ 154229 h 154321"/>
                  <a:gd name="connsiteX11" fmla="*/ 1522 w 218744"/>
                  <a:gd name="connsiteY11" fmla="*/ 154229 h 154321"/>
                  <a:gd name="connsiteX12" fmla="*/ 1522 w 218744"/>
                  <a:gd name="connsiteY12" fmla="*/ 31200 h 154321"/>
                  <a:gd name="connsiteX13" fmla="*/ 0 w 218744"/>
                  <a:gd name="connsiteY13" fmla="*/ 4191 h 154321"/>
                  <a:gd name="connsiteX14" fmla="*/ 26630 w 218744"/>
                  <a:gd name="connsiteY14" fmla="*/ 4191 h 154321"/>
                  <a:gd name="connsiteX15" fmla="*/ 29958 w 218744"/>
                  <a:gd name="connsiteY15" fmla="*/ 22818 h 154321"/>
                  <a:gd name="connsiteX16" fmla="*/ 72281 w 218744"/>
                  <a:gd name="connsiteY16" fmla="*/ 0 h 154321"/>
                  <a:gd name="connsiteX17" fmla="*/ 118217 w 218744"/>
                  <a:gd name="connsiteY17" fmla="*/ 24028 h 154321"/>
                  <a:gd name="connsiteX18" fmla="*/ 164154 w 218744"/>
                  <a:gd name="connsiteY18" fmla="*/ 0 h 154321"/>
                  <a:gd name="connsiteX19" fmla="*/ 218745 w 218744"/>
                  <a:gd name="connsiteY19" fmla="*/ 68453 h 154321"/>
                  <a:gd name="connsiteX20" fmla="*/ 218745 w 218744"/>
                  <a:gd name="connsiteY20" fmla="*/ 154322 h 154321"/>
                  <a:gd name="connsiteX21" fmla="*/ 184697 w 218744"/>
                  <a:gd name="connsiteY21" fmla="*/ 154322 h 1543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18744" h="154321">
                    <a:moveTo>
                      <a:pt x="184982" y="154229"/>
                    </a:moveTo>
                    <a:lnTo>
                      <a:pt x="184982" y="67242"/>
                    </a:lnTo>
                    <a:cubicBezTo>
                      <a:pt x="184982" y="42655"/>
                      <a:pt x="179180" y="27288"/>
                      <a:pt x="157972" y="27288"/>
                    </a:cubicBezTo>
                    <a:cubicBezTo>
                      <a:pt x="144181" y="27288"/>
                      <a:pt x="133719" y="37160"/>
                      <a:pt x="126682" y="47405"/>
                    </a:cubicBezTo>
                    <a:cubicBezTo>
                      <a:pt x="126967" y="50106"/>
                      <a:pt x="127252" y="54297"/>
                      <a:pt x="127252" y="57277"/>
                    </a:cubicBezTo>
                    <a:lnTo>
                      <a:pt x="127252" y="154229"/>
                    </a:lnTo>
                    <a:lnTo>
                      <a:pt x="93204" y="154229"/>
                    </a:lnTo>
                    <a:lnTo>
                      <a:pt x="93204" y="67522"/>
                    </a:lnTo>
                    <a:cubicBezTo>
                      <a:pt x="93204" y="41724"/>
                      <a:pt x="88639" y="27288"/>
                      <a:pt x="66194" y="27288"/>
                    </a:cubicBezTo>
                    <a:cubicBezTo>
                      <a:pt x="53355" y="27288"/>
                      <a:pt x="42322" y="38092"/>
                      <a:pt x="35570" y="47405"/>
                    </a:cubicBezTo>
                    <a:lnTo>
                      <a:pt x="35570" y="154229"/>
                    </a:lnTo>
                    <a:lnTo>
                      <a:pt x="1522" y="154229"/>
                    </a:lnTo>
                    <a:lnTo>
                      <a:pt x="1522" y="31200"/>
                    </a:lnTo>
                    <a:cubicBezTo>
                      <a:pt x="1522" y="26077"/>
                      <a:pt x="285" y="9313"/>
                      <a:pt x="0" y="4191"/>
                    </a:cubicBezTo>
                    <a:lnTo>
                      <a:pt x="26630" y="4191"/>
                    </a:lnTo>
                    <a:lnTo>
                      <a:pt x="29958" y="22818"/>
                    </a:lnTo>
                    <a:cubicBezTo>
                      <a:pt x="40991" y="9872"/>
                      <a:pt x="55067" y="0"/>
                      <a:pt x="72281" y="0"/>
                    </a:cubicBezTo>
                    <a:cubicBezTo>
                      <a:pt x="96153" y="0"/>
                      <a:pt x="109087" y="9034"/>
                      <a:pt x="118217" y="24028"/>
                    </a:cubicBezTo>
                    <a:cubicBezTo>
                      <a:pt x="128013" y="11083"/>
                      <a:pt x="142755" y="0"/>
                      <a:pt x="164154" y="0"/>
                    </a:cubicBezTo>
                    <a:cubicBezTo>
                      <a:pt x="202481" y="0"/>
                      <a:pt x="218745" y="20676"/>
                      <a:pt x="218745" y="68453"/>
                    </a:cubicBezTo>
                    <a:lnTo>
                      <a:pt x="218745" y="154322"/>
                    </a:lnTo>
                    <a:lnTo>
                      <a:pt x="184697" y="15432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DAF38C2C-F6DC-FA51-E15F-BF8F58BC825B}"/>
                  </a:ext>
                </a:extLst>
              </p:cNvPr>
              <p:cNvSpPr/>
              <p:nvPr/>
            </p:nvSpPr>
            <p:spPr>
              <a:xfrm>
                <a:off x="7454879" y="3289300"/>
                <a:ext cx="36425" cy="216069"/>
              </a:xfrm>
              <a:custGeom>
                <a:avLst/>
                <a:gdLst>
                  <a:gd name="connsiteX0" fmla="*/ 0 w 36425"/>
                  <a:gd name="connsiteY0" fmla="*/ 32969 h 216069"/>
                  <a:gd name="connsiteX1" fmla="*/ 0 w 36425"/>
                  <a:gd name="connsiteY1" fmla="*/ 0 h 216069"/>
                  <a:gd name="connsiteX2" fmla="*/ 36426 w 36425"/>
                  <a:gd name="connsiteY2" fmla="*/ 0 h 216069"/>
                  <a:gd name="connsiteX3" fmla="*/ 36426 w 36425"/>
                  <a:gd name="connsiteY3" fmla="*/ 32969 h 216069"/>
                  <a:gd name="connsiteX4" fmla="*/ 0 w 36425"/>
                  <a:gd name="connsiteY4" fmla="*/ 32969 h 216069"/>
                  <a:gd name="connsiteX5" fmla="*/ 1236 w 36425"/>
                  <a:gd name="connsiteY5" fmla="*/ 216069 h 216069"/>
                  <a:gd name="connsiteX6" fmla="*/ 1236 w 36425"/>
                  <a:gd name="connsiteY6" fmla="*/ 66032 h 216069"/>
                  <a:gd name="connsiteX7" fmla="*/ 35284 w 36425"/>
                  <a:gd name="connsiteY7" fmla="*/ 66032 h 216069"/>
                  <a:gd name="connsiteX8" fmla="*/ 35284 w 36425"/>
                  <a:gd name="connsiteY8" fmla="*/ 216069 h 216069"/>
                  <a:gd name="connsiteX9" fmla="*/ 1236 w 36425"/>
                  <a:gd name="connsiteY9" fmla="*/ 216069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6425" h="216069">
                    <a:moveTo>
                      <a:pt x="0" y="32969"/>
                    </a:moveTo>
                    <a:lnTo>
                      <a:pt x="0" y="0"/>
                    </a:lnTo>
                    <a:lnTo>
                      <a:pt x="36426" y="0"/>
                    </a:lnTo>
                    <a:lnTo>
                      <a:pt x="36426" y="32969"/>
                    </a:lnTo>
                    <a:lnTo>
                      <a:pt x="0" y="32969"/>
                    </a:lnTo>
                    <a:close/>
                    <a:moveTo>
                      <a:pt x="1236" y="216069"/>
                    </a:moveTo>
                    <a:lnTo>
                      <a:pt x="1236" y="66032"/>
                    </a:lnTo>
                    <a:lnTo>
                      <a:pt x="35284" y="66032"/>
                    </a:lnTo>
                    <a:lnTo>
                      <a:pt x="35284" y="216069"/>
                    </a:lnTo>
                    <a:lnTo>
                      <a:pt x="1236" y="21606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C1535F5D-8941-4401-ADFA-1A29BCFDADD3}"/>
                  </a:ext>
                </a:extLst>
              </p:cNvPr>
              <p:cNvSpPr/>
              <p:nvPr/>
            </p:nvSpPr>
            <p:spPr>
              <a:xfrm>
                <a:off x="7520502" y="3351326"/>
                <a:ext cx="120689" cy="157954"/>
              </a:xfrm>
              <a:custGeom>
                <a:avLst/>
                <a:gdLst>
                  <a:gd name="connsiteX0" fmla="*/ 61914 w 120689"/>
                  <a:gd name="connsiteY0" fmla="*/ 157954 h 157954"/>
                  <a:gd name="connsiteX1" fmla="*/ 0 w 120689"/>
                  <a:gd name="connsiteY1" fmla="*/ 139048 h 157954"/>
                  <a:gd name="connsiteX2" fmla="*/ 15598 w 120689"/>
                  <a:gd name="connsiteY2" fmla="*/ 115299 h 157954"/>
                  <a:gd name="connsiteX3" fmla="*/ 60678 w 120689"/>
                  <a:gd name="connsiteY3" fmla="*/ 131784 h 157954"/>
                  <a:gd name="connsiteX4" fmla="*/ 85786 w 120689"/>
                  <a:gd name="connsiteY4" fmla="*/ 115020 h 157954"/>
                  <a:gd name="connsiteX5" fmla="*/ 55732 w 120689"/>
                  <a:gd name="connsiteY5" fmla="*/ 91271 h 157954"/>
                  <a:gd name="connsiteX6" fmla="*/ 6372 w 120689"/>
                  <a:gd name="connsiteY6" fmla="*/ 44145 h 157954"/>
                  <a:gd name="connsiteX7" fmla="*/ 64577 w 120689"/>
                  <a:gd name="connsiteY7" fmla="*/ 0 h 157954"/>
                  <a:gd name="connsiteX8" fmla="*/ 118788 w 120689"/>
                  <a:gd name="connsiteY8" fmla="*/ 16205 h 157954"/>
                  <a:gd name="connsiteX9" fmla="*/ 104427 w 120689"/>
                  <a:gd name="connsiteY9" fmla="*/ 39302 h 157954"/>
                  <a:gd name="connsiteX10" fmla="*/ 65528 w 120689"/>
                  <a:gd name="connsiteY10" fmla="*/ 26077 h 157954"/>
                  <a:gd name="connsiteX11" fmla="*/ 41276 w 120689"/>
                  <a:gd name="connsiteY11" fmla="*/ 41724 h 157954"/>
                  <a:gd name="connsiteX12" fmla="*/ 75895 w 120689"/>
                  <a:gd name="connsiteY12" fmla="*/ 64821 h 157954"/>
                  <a:gd name="connsiteX13" fmla="*/ 120690 w 120689"/>
                  <a:gd name="connsiteY13" fmla="*/ 113716 h 157954"/>
                  <a:gd name="connsiteX14" fmla="*/ 61819 w 120689"/>
                  <a:gd name="connsiteY14" fmla="*/ 157861 h 157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0689" h="157954">
                    <a:moveTo>
                      <a:pt x="61914" y="157954"/>
                    </a:moveTo>
                    <a:cubicBezTo>
                      <a:pt x="33097" y="157954"/>
                      <a:pt x="16263" y="149572"/>
                      <a:pt x="0" y="139048"/>
                    </a:cubicBezTo>
                    <a:lnTo>
                      <a:pt x="15598" y="115299"/>
                    </a:lnTo>
                    <a:cubicBezTo>
                      <a:pt x="28817" y="124612"/>
                      <a:pt x="44129" y="131784"/>
                      <a:pt x="60678" y="131784"/>
                    </a:cubicBezTo>
                    <a:cubicBezTo>
                      <a:pt x="77226" y="131784"/>
                      <a:pt x="85786" y="124612"/>
                      <a:pt x="85786" y="115020"/>
                    </a:cubicBezTo>
                    <a:cubicBezTo>
                      <a:pt x="85786" y="101795"/>
                      <a:pt x="76941" y="96672"/>
                      <a:pt x="55732" y="91271"/>
                    </a:cubicBezTo>
                    <a:cubicBezTo>
                      <a:pt x="32146" y="85310"/>
                      <a:pt x="6372" y="73855"/>
                      <a:pt x="6372" y="44145"/>
                    </a:cubicBezTo>
                    <a:cubicBezTo>
                      <a:pt x="6372" y="16578"/>
                      <a:pt x="30244" y="0"/>
                      <a:pt x="64577" y="0"/>
                    </a:cubicBezTo>
                    <a:cubicBezTo>
                      <a:pt x="86356" y="0"/>
                      <a:pt x="101669" y="4191"/>
                      <a:pt x="118788" y="16205"/>
                    </a:cubicBezTo>
                    <a:lnTo>
                      <a:pt x="104427" y="39302"/>
                    </a:lnTo>
                    <a:cubicBezTo>
                      <a:pt x="91207" y="29430"/>
                      <a:pt x="74659" y="26077"/>
                      <a:pt x="65528" y="26077"/>
                    </a:cubicBezTo>
                    <a:cubicBezTo>
                      <a:pt x="48029" y="26077"/>
                      <a:pt x="41276" y="32410"/>
                      <a:pt x="41276" y="41724"/>
                    </a:cubicBezTo>
                    <a:cubicBezTo>
                      <a:pt x="41276" y="54669"/>
                      <a:pt x="52594" y="58488"/>
                      <a:pt x="75895" y="64821"/>
                    </a:cubicBezTo>
                    <a:cubicBezTo>
                      <a:pt x="95487" y="69943"/>
                      <a:pt x="120690" y="80095"/>
                      <a:pt x="120690" y="113716"/>
                    </a:cubicBezTo>
                    <a:cubicBezTo>
                      <a:pt x="120690" y="144915"/>
                      <a:pt x="90922" y="157861"/>
                      <a:pt x="61819" y="157861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E8BC516D-C469-BE34-F4D7-29DA3B9741D4}"/>
                  </a:ext>
                </a:extLst>
              </p:cNvPr>
              <p:cNvSpPr/>
              <p:nvPr/>
            </p:nvSpPr>
            <p:spPr>
              <a:xfrm>
                <a:off x="7658502" y="3351326"/>
                <a:ext cx="120689" cy="157954"/>
              </a:xfrm>
              <a:custGeom>
                <a:avLst/>
                <a:gdLst>
                  <a:gd name="connsiteX0" fmla="*/ 61914 w 120689"/>
                  <a:gd name="connsiteY0" fmla="*/ 157954 h 157954"/>
                  <a:gd name="connsiteX1" fmla="*/ 0 w 120689"/>
                  <a:gd name="connsiteY1" fmla="*/ 139048 h 157954"/>
                  <a:gd name="connsiteX2" fmla="*/ 15597 w 120689"/>
                  <a:gd name="connsiteY2" fmla="*/ 115299 h 157954"/>
                  <a:gd name="connsiteX3" fmla="*/ 60678 w 120689"/>
                  <a:gd name="connsiteY3" fmla="*/ 131784 h 157954"/>
                  <a:gd name="connsiteX4" fmla="*/ 85786 w 120689"/>
                  <a:gd name="connsiteY4" fmla="*/ 115020 h 157954"/>
                  <a:gd name="connsiteX5" fmla="*/ 55732 w 120689"/>
                  <a:gd name="connsiteY5" fmla="*/ 91271 h 157954"/>
                  <a:gd name="connsiteX6" fmla="*/ 6372 w 120689"/>
                  <a:gd name="connsiteY6" fmla="*/ 44145 h 157954"/>
                  <a:gd name="connsiteX7" fmla="*/ 64577 w 120689"/>
                  <a:gd name="connsiteY7" fmla="*/ 0 h 157954"/>
                  <a:gd name="connsiteX8" fmla="*/ 118788 w 120689"/>
                  <a:gd name="connsiteY8" fmla="*/ 16205 h 157954"/>
                  <a:gd name="connsiteX9" fmla="*/ 104427 w 120689"/>
                  <a:gd name="connsiteY9" fmla="*/ 39302 h 157954"/>
                  <a:gd name="connsiteX10" fmla="*/ 65528 w 120689"/>
                  <a:gd name="connsiteY10" fmla="*/ 26077 h 157954"/>
                  <a:gd name="connsiteX11" fmla="*/ 41276 w 120689"/>
                  <a:gd name="connsiteY11" fmla="*/ 41724 h 157954"/>
                  <a:gd name="connsiteX12" fmla="*/ 75895 w 120689"/>
                  <a:gd name="connsiteY12" fmla="*/ 64821 h 157954"/>
                  <a:gd name="connsiteX13" fmla="*/ 120690 w 120689"/>
                  <a:gd name="connsiteY13" fmla="*/ 113716 h 157954"/>
                  <a:gd name="connsiteX14" fmla="*/ 61819 w 120689"/>
                  <a:gd name="connsiteY14" fmla="*/ 157861 h 157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0689" h="157954">
                    <a:moveTo>
                      <a:pt x="61914" y="157954"/>
                    </a:moveTo>
                    <a:cubicBezTo>
                      <a:pt x="33097" y="157954"/>
                      <a:pt x="16263" y="149572"/>
                      <a:pt x="0" y="139048"/>
                    </a:cubicBezTo>
                    <a:lnTo>
                      <a:pt x="15597" y="115299"/>
                    </a:lnTo>
                    <a:cubicBezTo>
                      <a:pt x="28817" y="124612"/>
                      <a:pt x="44129" y="131784"/>
                      <a:pt x="60678" y="131784"/>
                    </a:cubicBezTo>
                    <a:cubicBezTo>
                      <a:pt x="77226" y="131784"/>
                      <a:pt x="85786" y="124612"/>
                      <a:pt x="85786" y="115020"/>
                    </a:cubicBezTo>
                    <a:cubicBezTo>
                      <a:pt x="85786" y="101795"/>
                      <a:pt x="76941" y="96672"/>
                      <a:pt x="55732" y="91271"/>
                    </a:cubicBezTo>
                    <a:cubicBezTo>
                      <a:pt x="32146" y="85310"/>
                      <a:pt x="6372" y="73855"/>
                      <a:pt x="6372" y="44145"/>
                    </a:cubicBezTo>
                    <a:cubicBezTo>
                      <a:pt x="6372" y="16578"/>
                      <a:pt x="30244" y="0"/>
                      <a:pt x="64577" y="0"/>
                    </a:cubicBezTo>
                    <a:cubicBezTo>
                      <a:pt x="86356" y="0"/>
                      <a:pt x="101669" y="4191"/>
                      <a:pt x="118788" y="16205"/>
                    </a:cubicBezTo>
                    <a:lnTo>
                      <a:pt x="104427" y="39302"/>
                    </a:lnTo>
                    <a:cubicBezTo>
                      <a:pt x="91207" y="29430"/>
                      <a:pt x="74659" y="26077"/>
                      <a:pt x="65528" y="26077"/>
                    </a:cubicBezTo>
                    <a:cubicBezTo>
                      <a:pt x="48029" y="26077"/>
                      <a:pt x="41276" y="32410"/>
                      <a:pt x="41276" y="41724"/>
                    </a:cubicBezTo>
                    <a:cubicBezTo>
                      <a:pt x="41276" y="54669"/>
                      <a:pt x="52594" y="58488"/>
                      <a:pt x="75895" y="64821"/>
                    </a:cubicBezTo>
                    <a:cubicBezTo>
                      <a:pt x="95487" y="69943"/>
                      <a:pt x="120690" y="80095"/>
                      <a:pt x="120690" y="113716"/>
                    </a:cubicBezTo>
                    <a:cubicBezTo>
                      <a:pt x="120690" y="144915"/>
                      <a:pt x="90922" y="157861"/>
                      <a:pt x="61819" y="157861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66854FBF-917C-F6E0-7A02-39E8F953B331}"/>
                  </a:ext>
                </a:extLst>
              </p:cNvPr>
              <p:cNvSpPr/>
              <p:nvPr/>
            </p:nvSpPr>
            <p:spPr>
              <a:xfrm>
                <a:off x="7812954" y="3289300"/>
                <a:ext cx="36425" cy="216069"/>
              </a:xfrm>
              <a:custGeom>
                <a:avLst/>
                <a:gdLst>
                  <a:gd name="connsiteX0" fmla="*/ 0 w 36425"/>
                  <a:gd name="connsiteY0" fmla="*/ 32969 h 216069"/>
                  <a:gd name="connsiteX1" fmla="*/ 0 w 36425"/>
                  <a:gd name="connsiteY1" fmla="*/ 0 h 216069"/>
                  <a:gd name="connsiteX2" fmla="*/ 36426 w 36425"/>
                  <a:gd name="connsiteY2" fmla="*/ 0 h 216069"/>
                  <a:gd name="connsiteX3" fmla="*/ 36426 w 36425"/>
                  <a:gd name="connsiteY3" fmla="*/ 32969 h 216069"/>
                  <a:gd name="connsiteX4" fmla="*/ 0 w 36425"/>
                  <a:gd name="connsiteY4" fmla="*/ 32969 h 216069"/>
                  <a:gd name="connsiteX5" fmla="*/ 1236 w 36425"/>
                  <a:gd name="connsiteY5" fmla="*/ 216069 h 216069"/>
                  <a:gd name="connsiteX6" fmla="*/ 1236 w 36425"/>
                  <a:gd name="connsiteY6" fmla="*/ 66032 h 216069"/>
                  <a:gd name="connsiteX7" fmla="*/ 35284 w 36425"/>
                  <a:gd name="connsiteY7" fmla="*/ 66032 h 216069"/>
                  <a:gd name="connsiteX8" fmla="*/ 35284 w 36425"/>
                  <a:gd name="connsiteY8" fmla="*/ 216069 h 216069"/>
                  <a:gd name="connsiteX9" fmla="*/ 1236 w 36425"/>
                  <a:gd name="connsiteY9" fmla="*/ 216069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6425" h="216069">
                    <a:moveTo>
                      <a:pt x="0" y="32969"/>
                    </a:moveTo>
                    <a:lnTo>
                      <a:pt x="0" y="0"/>
                    </a:lnTo>
                    <a:lnTo>
                      <a:pt x="36426" y="0"/>
                    </a:lnTo>
                    <a:lnTo>
                      <a:pt x="36426" y="32969"/>
                    </a:lnTo>
                    <a:lnTo>
                      <a:pt x="0" y="32969"/>
                    </a:lnTo>
                    <a:close/>
                    <a:moveTo>
                      <a:pt x="1236" y="216069"/>
                    </a:moveTo>
                    <a:lnTo>
                      <a:pt x="1236" y="66032"/>
                    </a:lnTo>
                    <a:lnTo>
                      <a:pt x="35284" y="66032"/>
                    </a:lnTo>
                    <a:lnTo>
                      <a:pt x="35284" y="216069"/>
                    </a:lnTo>
                    <a:lnTo>
                      <a:pt x="1236" y="21606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E7AAE016-47D0-67A1-AD9E-22BEF88DDCA3}"/>
                  </a:ext>
                </a:extLst>
              </p:cNvPr>
              <p:cNvSpPr/>
              <p:nvPr/>
            </p:nvSpPr>
            <p:spPr>
              <a:xfrm>
                <a:off x="7884664" y="3351140"/>
                <a:ext cx="147795" cy="158419"/>
              </a:xfrm>
              <a:custGeom>
                <a:avLst/>
                <a:gdLst>
                  <a:gd name="connsiteX0" fmla="*/ 73898 w 147795"/>
                  <a:gd name="connsiteY0" fmla="*/ 158420 h 158419"/>
                  <a:gd name="connsiteX1" fmla="*/ 0 w 147795"/>
                  <a:gd name="connsiteY1" fmla="*/ 78605 h 158419"/>
                  <a:gd name="connsiteX2" fmla="*/ 73898 w 147795"/>
                  <a:gd name="connsiteY2" fmla="*/ 0 h 158419"/>
                  <a:gd name="connsiteX3" fmla="*/ 147795 w 147795"/>
                  <a:gd name="connsiteY3" fmla="*/ 78605 h 158419"/>
                  <a:gd name="connsiteX4" fmla="*/ 73898 w 147795"/>
                  <a:gd name="connsiteY4" fmla="*/ 158420 h 158419"/>
                  <a:gd name="connsiteX5" fmla="*/ 73898 w 147795"/>
                  <a:gd name="connsiteY5" fmla="*/ 26357 h 158419"/>
                  <a:gd name="connsiteX6" fmla="*/ 34714 w 147795"/>
                  <a:gd name="connsiteY6" fmla="*/ 78605 h 158419"/>
                  <a:gd name="connsiteX7" fmla="*/ 73898 w 147795"/>
                  <a:gd name="connsiteY7" fmla="*/ 132063 h 158419"/>
                  <a:gd name="connsiteX8" fmla="*/ 113081 w 147795"/>
                  <a:gd name="connsiteY8" fmla="*/ 78605 h 158419"/>
                  <a:gd name="connsiteX9" fmla="*/ 73898 w 147795"/>
                  <a:gd name="connsiteY9" fmla="*/ 26357 h 158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7795" h="158419">
                    <a:moveTo>
                      <a:pt x="73898" y="158420"/>
                    </a:moveTo>
                    <a:cubicBezTo>
                      <a:pt x="26725" y="158420"/>
                      <a:pt x="0" y="124799"/>
                      <a:pt x="0" y="78605"/>
                    </a:cubicBezTo>
                    <a:cubicBezTo>
                      <a:pt x="0" y="32410"/>
                      <a:pt x="27581" y="0"/>
                      <a:pt x="73898" y="0"/>
                    </a:cubicBezTo>
                    <a:cubicBezTo>
                      <a:pt x="120214" y="0"/>
                      <a:pt x="147795" y="32410"/>
                      <a:pt x="147795" y="78605"/>
                    </a:cubicBezTo>
                    <a:cubicBezTo>
                      <a:pt x="147795" y="124799"/>
                      <a:pt x="120214" y="158420"/>
                      <a:pt x="73898" y="158420"/>
                    </a:cubicBezTo>
                    <a:close/>
                    <a:moveTo>
                      <a:pt x="73898" y="26357"/>
                    </a:moveTo>
                    <a:cubicBezTo>
                      <a:pt x="47838" y="26357"/>
                      <a:pt x="34714" y="47405"/>
                      <a:pt x="34714" y="78605"/>
                    </a:cubicBezTo>
                    <a:cubicBezTo>
                      <a:pt x="34714" y="109804"/>
                      <a:pt x="48504" y="132063"/>
                      <a:pt x="73898" y="132063"/>
                    </a:cubicBezTo>
                    <a:cubicBezTo>
                      <a:pt x="99291" y="132063"/>
                      <a:pt x="113081" y="109897"/>
                      <a:pt x="113081" y="78605"/>
                    </a:cubicBezTo>
                    <a:cubicBezTo>
                      <a:pt x="113081" y="47312"/>
                      <a:pt x="99006" y="26357"/>
                      <a:pt x="73898" y="26357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B40E914A-A24D-9215-27F7-24EEB53C6D92}"/>
                  </a:ext>
                </a:extLst>
              </p:cNvPr>
              <p:cNvSpPr/>
              <p:nvPr/>
            </p:nvSpPr>
            <p:spPr>
              <a:xfrm>
                <a:off x="8066222" y="3351140"/>
                <a:ext cx="130105" cy="154228"/>
              </a:xfrm>
              <a:custGeom>
                <a:avLst/>
                <a:gdLst>
                  <a:gd name="connsiteX0" fmla="*/ 96248 w 130105"/>
                  <a:gd name="connsiteY0" fmla="*/ 154229 h 154228"/>
                  <a:gd name="connsiteX1" fmla="*/ 96248 w 130105"/>
                  <a:gd name="connsiteY1" fmla="*/ 67242 h 154228"/>
                  <a:gd name="connsiteX2" fmla="*/ 67716 w 130105"/>
                  <a:gd name="connsiteY2" fmla="*/ 27288 h 154228"/>
                  <a:gd name="connsiteX3" fmla="*/ 35570 w 130105"/>
                  <a:gd name="connsiteY3" fmla="*/ 47684 h 154228"/>
                  <a:gd name="connsiteX4" fmla="*/ 35570 w 130105"/>
                  <a:gd name="connsiteY4" fmla="*/ 154229 h 154228"/>
                  <a:gd name="connsiteX5" fmla="*/ 1522 w 130105"/>
                  <a:gd name="connsiteY5" fmla="*/ 154229 h 154228"/>
                  <a:gd name="connsiteX6" fmla="*/ 1522 w 130105"/>
                  <a:gd name="connsiteY6" fmla="*/ 31200 h 154228"/>
                  <a:gd name="connsiteX7" fmla="*/ 0 w 130105"/>
                  <a:gd name="connsiteY7" fmla="*/ 4191 h 154228"/>
                  <a:gd name="connsiteX8" fmla="*/ 26630 w 130105"/>
                  <a:gd name="connsiteY8" fmla="*/ 4191 h 154228"/>
                  <a:gd name="connsiteX9" fmla="*/ 29958 w 130105"/>
                  <a:gd name="connsiteY9" fmla="*/ 23376 h 154228"/>
                  <a:gd name="connsiteX10" fmla="*/ 75895 w 130105"/>
                  <a:gd name="connsiteY10" fmla="*/ 0 h 154228"/>
                  <a:gd name="connsiteX11" fmla="*/ 130105 w 130105"/>
                  <a:gd name="connsiteY11" fmla="*/ 69291 h 154228"/>
                  <a:gd name="connsiteX12" fmla="*/ 130105 w 130105"/>
                  <a:gd name="connsiteY12" fmla="*/ 154229 h 154228"/>
                  <a:gd name="connsiteX13" fmla="*/ 96057 w 130105"/>
                  <a:gd name="connsiteY13" fmla="*/ 154229 h 1542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30105" h="154228">
                    <a:moveTo>
                      <a:pt x="96248" y="154229"/>
                    </a:moveTo>
                    <a:lnTo>
                      <a:pt x="96248" y="67242"/>
                    </a:lnTo>
                    <a:cubicBezTo>
                      <a:pt x="96248" y="42934"/>
                      <a:pt x="91017" y="27288"/>
                      <a:pt x="67716" y="27288"/>
                    </a:cubicBezTo>
                    <a:cubicBezTo>
                      <a:pt x="53925" y="27288"/>
                      <a:pt x="43178" y="37533"/>
                      <a:pt x="35570" y="47684"/>
                    </a:cubicBezTo>
                    <a:lnTo>
                      <a:pt x="35570" y="154229"/>
                    </a:lnTo>
                    <a:lnTo>
                      <a:pt x="1522" y="154229"/>
                    </a:lnTo>
                    <a:lnTo>
                      <a:pt x="1522" y="31200"/>
                    </a:lnTo>
                    <a:cubicBezTo>
                      <a:pt x="1522" y="26077"/>
                      <a:pt x="285" y="9313"/>
                      <a:pt x="0" y="4191"/>
                    </a:cubicBezTo>
                    <a:lnTo>
                      <a:pt x="26630" y="4191"/>
                    </a:lnTo>
                    <a:lnTo>
                      <a:pt x="29958" y="23376"/>
                    </a:lnTo>
                    <a:cubicBezTo>
                      <a:pt x="39184" y="10803"/>
                      <a:pt x="54781" y="0"/>
                      <a:pt x="75895" y="0"/>
                    </a:cubicBezTo>
                    <a:cubicBezTo>
                      <a:pt x="115459" y="0"/>
                      <a:pt x="130105" y="21048"/>
                      <a:pt x="130105" y="69291"/>
                    </a:cubicBezTo>
                    <a:lnTo>
                      <a:pt x="130105" y="154229"/>
                    </a:lnTo>
                    <a:lnTo>
                      <a:pt x="96057" y="15422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</p:grp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7A020509-EE94-7FFC-19A9-A5C56C8474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63379" y="247853"/>
            <a:ext cx="1513752" cy="662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508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35">
          <p15:clr>
            <a:srgbClr val="A4A3A4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Image Lef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531A82A-AF92-79CB-9321-C5864AA363A6}"/>
              </a:ext>
            </a:extLst>
          </p:cNvPr>
          <p:cNvSpPr/>
          <p:nvPr userDrawn="1"/>
        </p:nvSpPr>
        <p:spPr>
          <a:xfrm>
            <a:off x="6096001" y="1308116"/>
            <a:ext cx="6095999" cy="5549884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tx2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641DD1-7679-677C-E5F7-106CA2181E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64312" y="2276475"/>
            <a:ext cx="5184775" cy="2305050"/>
          </a:xfrm>
        </p:spPr>
        <p:txBody>
          <a:bodyPr anchor="b" anchorCtr="0">
            <a:normAutofit/>
          </a:bodyPr>
          <a:lstStyle>
            <a:lvl1pPr algn="l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66" name="Subtitle 2">
            <a:extLst>
              <a:ext uri="{FF2B5EF4-FFF2-40B4-BE49-F238E27FC236}">
                <a16:creationId xmlns:a16="http://schemas.microsoft.com/office/drawing/2014/main" id="{6158DD4A-0AEF-ADF8-8A5B-02CBF2DC58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64312" y="4972430"/>
            <a:ext cx="5184000" cy="307777"/>
          </a:xfrm>
        </p:spPr>
        <p:txBody>
          <a:bodyPr wrap="square" anchor="t" anchorCtr="0">
            <a:sp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DK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074E8E-AF1A-C055-0556-7E54011A30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98761"/>
            <a:ext cx="12192000" cy="307777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FA736670-0CA6-1E99-A656-2C003B6094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406538"/>
            <a:ext cx="6095999" cy="5449881"/>
          </a:xfrm>
          <a:prstGeom prst="rect">
            <a:avLst/>
          </a:prstGeom>
        </p:spPr>
      </p:pic>
      <p:grpSp>
        <p:nvGrpSpPr>
          <p:cNvPr id="38" name="Graphic 17">
            <a:extLst>
              <a:ext uri="{FF2B5EF4-FFF2-40B4-BE49-F238E27FC236}">
                <a16:creationId xmlns:a16="http://schemas.microsoft.com/office/drawing/2014/main" id="{85405142-75C2-BA45-40EF-1A05A85D65F4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9103088" y="6458998"/>
            <a:ext cx="2646000" cy="177687"/>
            <a:chOff x="3994150" y="3289300"/>
            <a:chExt cx="4202178" cy="282193"/>
          </a:xfrm>
          <a:solidFill>
            <a:schemeClr val="bg1"/>
          </a:solidFill>
        </p:grpSpPr>
        <p:grpSp>
          <p:nvGrpSpPr>
            <p:cNvPr id="39" name="Graphic 17">
              <a:extLst>
                <a:ext uri="{FF2B5EF4-FFF2-40B4-BE49-F238E27FC236}">
                  <a16:creationId xmlns:a16="http://schemas.microsoft.com/office/drawing/2014/main" id="{F07744B5-4A45-B426-9F4F-6905911990AB}"/>
                </a:ext>
              </a:extLst>
            </p:cNvPr>
            <p:cNvGrpSpPr/>
            <p:nvPr/>
          </p:nvGrpSpPr>
          <p:grpSpPr>
            <a:xfrm>
              <a:off x="3994150" y="3289300"/>
              <a:ext cx="2355593" cy="276140"/>
              <a:chOff x="3994150" y="3289300"/>
              <a:chExt cx="2355593" cy="276140"/>
            </a:xfrm>
            <a:grpFill/>
          </p:grpSpPr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031CB907-EACB-B4AC-8255-DBA5614AF57D}"/>
                  </a:ext>
                </a:extLst>
              </p:cNvPr>
              <p:cNvSpPr/>
              <p:nvPr/>
            </p:nvSpPr>
            <p:spPr>
              <a:xfrm>
                <a:off x="3994150" y="3293770"/>
                <a:ext cx="153596" cy="211598"/>
              </a:xfrm>
              <a:custGeom>
                <a:avLst/>
                <a:gdLst>
                  <a:gd name="connsiteX0" fmla="*/ 86452 w 153596"/>
                  <a:gd name="connsiteY0" fmla="*/ 16857 h 211598"/>
                  <a:gd name="connsiteX1" fmla="*/ 86452 w 153596"/>
                  <a:gd name="connsiteY1" fmla="*/ 211599 h 211598"/>
                  <a:gd name="connsiteX2" fmla="*/ 67145 w 153596"/>
                  <a:gd name="connsiteY2" fmla="*/ 211599 h 211598"/>
                  <a:gd name="connsiteX3" fmla="*/ 67145 w 153596"/>
                  <a:gd name="connsiteY3" fmla="*/ 16857 h 211598"/>
                  <a:gd name="connsiteX4" fmla="*/ 0 w 153596"/>
                  <a:gd name="connsiteY4" fmla="*/ 16857 h 211598"/>
                  <a:gd name="connsiteX5" fmla="*/ 0 w 153596"/>
                  <a:gd name="connsiteY5" fmla="*/ 0 h 211598"/>
                  <a:gd name="connsiteX6" fmla="*/ 153597 w 153596"/>
                  <a:gd name="connsiteY6" fmla="*/ 0 h 211598"/>
                  <a:gd name="connsiteX7" fmla="*/ 153597 w 153596"/>
                  <a:gd name="connsiteY7" fmla="*/ 16764 h 211598"/>
                  <a:gd name="connsiteX8" fmla="*/ 86452 w 153596"/>
                  <a:gd name="connsiteY8" fmla="*/ 16764 h 2115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3596" h="211598">
                    <a:moveTo>
                      <a:pt x="86452" y="16857"/>
                    </a:moveTo>
                    <a:lnTo>
                      <a:pt x="86452" y="211599"/>
                    </a:lnTo>
                    <a:lnTo>
                      <a:pt x="67145" y="211599"/>
                    </a:lnTo>
                    <a:lnTo>
                      <a:pt x="67145" y="16857"/>
                    </a:lnTo>
                    <a:lnTo>
                      <a:pt x="0" y="16857"/>
                    </a:lnTo>
                    <a:lnTo>
                      <a:pt x="0" y="0"/>
                    </a:lnTo>
                    <a:lnTo>
                      <a:pt x="153597" y="0"/>
                    </a:lnTo>
                    <a:lnTo>
                      <a:pt x="153597" y="16764"/>
                    </a:lnTo>
                    <a:lnTo>
                      <a:pt x="86452" y="16764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DFF51F42-6BD2-B2C5-D700-3FC7CD75BA56}"/>
                  </a:ext>
                </a:extLst>
              </p:cNvPr>
              <p:cNvSpPr/>
              <p:nvPr/>
            </p:nvSpPr>
            <p:spPr>
              <a:xfrm>
                <a:off x="4182936" y="3289300"/>
                <a:ext cx="113461" cy="216162"/>
              </a:xfrm>
              <a:custGeom>
                <a:avLst/>
                <a:gdLst>
                  <a:gd name="connsiteX0" fmla="*/ 94726 w 113461"/>
                  <a:gd name="connsiteY0" fmla="*/ 216069 h 216162"/>
                  <a:gd name="connsiteX1" fmla="*/ 94726 w 113461"/>
                  <a:gd name="connsiteY1" fmla="*/ 120701 h 216162"/>
                  <a:gd name="connsiteX2" fmla="*/ 58586 w 113461"/>
                  <a:gd name="connsiteY2" fmla="*/ 78418 h 216162"/>
                  <a:gd name="connsiteX3" fmla="*/ 18736 w 113461"/>
                  <a:gd name="connsiteY3" fmla="*/ 102726 h 216162"/>
                  <a:gd name="connsiteX4" fmla="*/ 18736 w 113461"/>
                  <a:gd name="connsiteY4" fmla="*/ 216162 h 216162"/>
                  <a:gd name="connsiteX5" fmla="*/ 0 w 113461"/>
                  <a:gd name="connsiteY5" fmla="*/ 216162 h 216162"/>
                  <a:gd name="connsiteX6" fmla="*/ 0 w 113461"/>
                  <a:gd name="connsiteY6" fmla="*/ 0 h 216162"/>
                  <a:gd name="connsiteX7" fmla="*/ 18736 w 113461"/>
                  <a:gd name="connsiteY7" fmla="*/ 0 h 216162"/>
                  <a:gd name="connsiteX8" fmla="*/ 18736 w 113461"/>
                  <a:gd name="connsiteY8" fmla="*/ 84658 h 216162"/>
                  <a:gd name="connsiteX9" fmla="*/ 62580 w 113461"/>
                  <a:gd name="connsiteY9" fmla="*/ 62772 h 216162"/>
                  <a:gd name="connsiteX10" fmla="*/ 113462 w 113461"/>
                  <a:gd name="connsiteY10" fmla="*/ 122191 h 216162"/>
                  <a:gd name="connsiteX11" fmla="*/ 113462 w 113461"/>
                  <a:gd name="connsiteY11" fmla="*/ 216162 h 216162"/>
                  <a:gd name="connsiteX12" fmla="*/ 94726 w 113461"/>
                  <a:gd name="connsiteY12" fmla="*/ 216162 h 216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3461" h="216162">
                    <a:moveTo>
                      <a:pt x="94726" y="216069"/>
                    </a:moveTo>
                    <a:lnTo>
                      <a:pt x="94726" y="120701"/>
                    </a:lnTo>
                    <a:cubicBezTo>
                      <a:pt x="94726" y="93133"/>
                      <a:pt x="83694" y="78418"/>
                      <a:pt x="58586" y="78418"/>
                    </a:cubicBezTo>
                    <a:cubicBezTo>
                      <a:pt x="39850" y="78418"/>
                      <a:pt x="26725" y="90991"/>
                      <a:pt x="18736" y="102726"/>
                    </a:cubicBezTo>
                    <a:lnTo>
                      <a:pt x="18736" y="216162"/>
                    </a:lnTo>
                    <a:lnTo>
                      <a:pt x="0" y="216162"/>
                    </a:lnTo>
                    <a:lnTo>
                      <a:pt x="0" y="0"/>
                    </a:lnTo>
                    <a:lnTo>
                      <a:pt x="18736" y="0"/>
                    </a:lnTo>
                    <a:lnTo>
                      <a:pt x="18736" y="84658"/>
                    </a:lnTo>
                    <a:cubicBezTo>
                      <a:pt x="28532" y="71713"/>
                      <a:pt x="43844" y="62772"/>
                      <a:pt x="62580" y="62772"/>
                    </a:cubicBezTo>
                    <a:cubicBezTo>
                      <a:pt x="101193" y="62772"/>
                      <a:pt x="113462" y="86800"/>
                      <a:pt x="113462" y="122191"/>
                    </a:cubicBezTo>
                    <a:lnTo>
                      <a:pt x="113462" y="216162"/>
                    </a:lnTo>
                    <a:lnTo>
                      <a:pt x="94726" y="21616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6D688711-0456-27ED-80A5-4C3447B33177}"/>
                  </a:ext>
                </a:extLst>
              </p:cNvPr>
              <p:cNvSpPr/>
              <p:nvPr/>
            </p:nvSpPr>
            <p:spPr>
              <a:xfrm>
                <a:off x="4338434" y="3352071"/>
                <a:ext cx="128108" cy="156650"/>
              </a:xfrm>
              <a:custGeom>
                <a:avLst/>
                <a:gdLst>
                  <a:gd name="connsiteX0" fmla="*/ 19877 w 128108"/>
                  <a:gd name="connsiteY0" fmla="*/ 84006 h 156650"/>
                  <a:gd name="connsiteX1" fmla="*/ 70759 w 128108"/>
                  <a:gd name="connsiteY1" fmla="*/ 141004 h 156650"/>
                  <a:gd name="connsiteX2" fmla="*/ 113937 w 128108"/>
                  <a:gd name="connsiteY2" fmla="*/ 125730 h 156650"/>
                  <a:gd name="connsiteX3" fmla="*/ 123163 w 128108"/>
                  <a:gd name="connsiteY3" fmla="*/ 138303 h 156650"/>
                  <a:gd name="connsiteX4" fmla="*/ 70759 w 128108"/>
                  <a:gd name="connsiteY4" fmla="*/ 156650 h 156650"/>
                  <a:gd name="connsiteX5" fmla="*/ 0 w 128108"/>
                  <a:gd name="connsiteY5" fmla="*/ 79815 h 156650"/>
                  <a:gd name="connsiteX6" fmla="*/ 65623 w 128108"/>
                  <a:gd name="connsiteY6" fmla="*/ 0 h 156650"/>
                  <a:gd name="connsiteX7" fmla="*/ 128108 w 128108"/>
                  <a:gd name="connsiteY7" fmla="*/ 84006 h 156650"/>
                  <a:gd name="connsiteX8" fmla="*/ 19877 w 128108"/>
                  <a:gd name="connsiteY8" fmla="*/ 84006 h 156650"/>
                  <a:gd name="connsiteX9" fmla="*/ 65528 w 128108"/>
                  <a:gd name="connsiteY9" fmla="*/ 14994 h 156650"/>
                  <a:gd name="connsiteX10" fmla="*/ 19877 w 128108"/>
                  <a:gd name="connsiteY10" fmla="*/ 69012 h 156650"/>
                  <a:gd name="connsiteX11" fmla="*/ 108802 w 128108"/>
                  <a:gd name="connsiteY11" fmla="*/ 69012 h 156650"/>
                  <a:gd name="connsiteX12" fmla="*/ 65623 w 128108"/>
                  <a:gd name="connsiteY12" fmla="*/ 14994 h 156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8108" h="156650">
                    <a:moveTo>
                      <a:pt x="19877" y="84006"/>
                    </a:moveTo>
                    <a:cubicBezTo>
                      <a:pt x="21399" y="122377"/>
                      <a:pt x="44700" y="141004"/>
                      <a:pt x="70759" y="141004"/>
                    </a:cubicBezTo>
                    <a:cubicBezTo>
                      <a:pt x="88829" y="141004"/>
                      <a:pt x="103285" y="133833"/>
                      <a:pt x="113937" y="125730"/>
                    </a:cubicBezTo>
                    <a:lnTo>
                      <a:pt x="123163" y="138303"/>
                    </a:lnTo>
                    <a:cubicBezTo>
                      <a:pt x="109087" y="149106"/>
                      <a:pt x="92824" y="156650"/>
                      <a:pt x="70759" y="156650"/>
                    </a:cubicBezTo>
                    <a:cubicBezTo>
                      <a:pt x="30910" y="156650"/>
                      <a:pt x="0" y="129642"/>
                      <a:pt x="0" y="79815"/>
                    </a:cubicBezTo>
                    <a:cubicBezTo>
                      <a:pt x="0" y="26077"/>
                      <a:pt x="31575" y="0"/>
                      <a:pt x="65623" y="0"/>
                    </a:cubicBezTo>
                    <a:cubicBezTo>
                      <a:pt x="113747" y="0"/>
                      <a:pt x="128108" y="36881"/>
                      <a:pt x="128108" y="84006"/>
                    </a:cubicBezTo>
                    <a:lnTo>
                      <a:pt x="19877" y="84006"/>
                    </a:lnTo>
                    <a:close/>
                    <a:moveTo>
                      <a:pt x="65528" y="14994"/>
                    </a:moveTo>
                    <a:cubicBezTo>
                      <a:pt x="40991" y="14994"/>
                      <a:pt x="22350" y="32969"/>
                      <a:pt x="19877" y="69012"/>
                    </a:cubicBezTo>
                    <a:lnTo>
                      <a:pt x="108802" y="69012"/>
                    </a:lnTo>
                    <a:cubicBezTo>
                      <a:pt x="108231" y="32690"/>
                      <a:pt x="92824" y="14994"/>
                      <a:pt x="65623" y="14994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D723E5D0-D56A-E600-F361-88A1C46BD094}"/>
                  </a:ext>
                </a:extLst>
              </p:cNvPr>
              <p:cNvSpPr/>
              <p:nvPr/>
            </p:nvSpPr>
            <p:spPr>
              <a:xfrm>
                <a:off x="4595317" y="3352071"/>
                <a:ext cx="123828" cy="213368"/>
              </a:xfrm>
              <a:custGeom>
                <a:avLst/>
                <a:gdLst>
                  <a:gd name="connsiteX0" fmla="*/ 62865 w 123828"/>
                  <a:gd name="connsiteY0" fmla="*/ 156650 h 213368"/>
                  <a:gd name="connsiteX1" fmla="*/ 19687 w 123828"/>
                  <a:gd name="connsiteY1" fmla="*/ 138676 h 213368"/>
                  <a:gd name="connsiteX2" fmla="*/ 19687 w 123828"/>
                  <a:gd name="connsiteY2" fmla="*/ 213368 h 213368"/>
                  <a:gd name="connsiteX3" fmla="*/ 951 w 123828"/>
                  <a:gd name="connsiteY3" fmla="*/ 213368 h 213368"/>
                  <a:gd name="connsiteX4" fmla="*/ 951 w 123828"/>
                  <a:gd name="connsiteY4" fmla="*/ 31479 h 213368"/>
                  <a:gd name="connsiteX5" fmla="*/ 0 w 123828"/>
                  <a:gd name="connsiteY5" fmla="*/ 3260 h 213368"/>
                  <a:gd name="connsiteX6" fmla="*/ 15597 w 123828"/>
                  <a:gd name="connsiteY6" fmla="*/ 3260 h 213368"/>
                  <a:gd name="connsiteX7" fmla="*/ 17119 w 123828"/>
                  <a:gd name="connsiteY7" fmla="*/ 26077 h 213368"/>
                  <a:gd name="connsiteX8" fmla="*/ 65243 w 123828"/>
                  <a:gd name="connsiteY8" fmla="*/ 0 h 213368"/>
                  <a:gd name="connsiteX9" fmla="*/ 123828 w 123828"/>
                  <a:gd name="connsiteY9" fmla="*/ 76835 h 213368"/>
                  <a:gd name="connsiteX10" fmla="*/ 62865 w 123828"/>
                  <a:gd name="connsiteY10" fmla="*/ 156650 h 213368"/>
                  <a:gd name="connsiteX11" fmla="*/ 61058 w 123828"/>
                  <a:gd name="connsiteY11" fmla="*/ 15274 h 213368"/>
                  <a:gd name="connsiteX12" fmla="*/ 19687 w 123828"/>
                  <a:gd name="connsiteY12" fmla="*/ 42003 h 213368"/>
                  <a:gd name="connsiteX13" fmla="*/ 19687 w 123828"/>
                  <a:gd name="connsiteY13" fmla="*/ 123309 h 213368"/>
                  <a:gd name="connsiteX14" fmla="*/ 58300 w 123828"/>
                  <a:gd name="connsiteY14" fmla="*/ 141283 h 213368"/>
                  <a:gd name="connsiteX15" fmla="*/ 104237 w 123828"/>
                  <a:gd name="connsiteY15" fmla="*/ 78232 h 213368"/>
                  <a:gd name="connsiteX16" fmla="*/ 61058 w 123828"/>
                  <a:gd name="connsiteY16" fmla="*/ 15181 h 213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3828" h="213368">
                    <a:moveTo>
                      <a:pt x="62865" y="156650"/>
                    </a:moveTo>
                    <a:cubicBezTo>
                      <a:pt x="44129" y="156650"/>
                      <a:pt x="28817" y="149758"/>
                      <a:pt x="19687" y="138676"/>
                    </a:cubicBezTo>
                    <a:lnTo>
                      <a:pt x="19687" y="213368"/>
                    </a:lnTo>
                    <a:lnTo>
                      <a:pt x="951" y="213368"/>
                    </a:lnTo>
                    <a:lnTo>
                      <a:pt x="951" y="31479"/>
                    </a:lnTo>
                    <a:cubicBezTo>
                      <a:pt x="951" y="24308"/>
                      <a:pt x="380" y="9872"/>
                      <a:pt x="0" y="3260"/>
                    </a:cubicBezTo>
                    <a:lnTo>
                      <a:pt x="15597" y="3260"/>
                    </a:lnTo>
                    <a:lnTo>
                      <a:pt x="17119" y="26077"/>
                    </a:lnTo>
                    <a:cubicBezTo>
                      <a:pt x="27200" y="13132"/>
                      <a:pt x="40420" y="0"/>
                      <a:pt x="65243" y="0"/>
                    </a:cubicBezTo>
                    <a:cubicBezTo>
                      <a:pt x="102334" y="0"/>
                      <a:pt x="123828" y="32131"/>
                      <a:pt x="123828" y="76835"/>
                    </a:cubicBezTo>
                    <a:cubicBezTo>
                      <a:pt x="123828" y="121539"/>
                      <a:pt x="102049" y="156650"/>
                      <a:pt x="62865" y="156650"/>
                    </a:cubicBezTo>
                    <a:close/>
                    <a:moveTo>
                      <a:pt x="61058" y="15274"/>
                    </a:moveTo>
                    <a:cubicBezTo>
                      <a:pt x="40515" y="15274"/>
                      <a:pt x="26440" y="32410"/>
                      <a:pt x="19687" y="42003"/>
                    </a:cubicBezTo>
                    <a:lnTo>
                      <a:pt x="19687" y="123309"/>
                    </a:lnTo>
                    <a:cubicBezTo>
                      <a:pt x="28247" y="132622"/>
                      <a:pt x="39564" y="141283"/>
                      <a:pt x="58300" y="141283"/>
                    </a:cubicBezTo>
                    <a:cubicBezTo>
                      <a:pt x="83123" y="141283"/>
                      <a:pt x="104237" y="121446"/>
                      <a:pt x="104237" y="78232"/>
                    </a:cubicBezTo>
                    <a:cubicBezTo>
                      <a:pt x="104237" y="35018"/>
                      <a:pt x="86166" y="15181"/>
                      <a:pt x="61058" y="15181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BEBB0BAD-4CAF-B277-5082-0BEFD762322A}"/>
                  </a:ext>
                </a:extLst>
              </p:cNvPr>
              <p:cNvSpPr/>
              <p:nvPr/>
            </p:nvSpPr>
            <p:spPr>
              <a:xfrm>
                <a:off x="4752813" y="3351978"/>
                <a:ext cx="136762" cy="156743"/>
              </a:xfrm>
              <a:custGeom>
                <a:avLst/>
                <a:gdLst>
                  <a:gd name="connsiteX0" fmla="*/ 68381 w 136762"/>
                  <a:gd name="connsiteY0" fmla="*/ 156743 h 156743"/>
                  <a:gd name="connsiteX1" fmla="*/ 0 w 136762"/>
                  <a:gd name="connsiteY1" fmla="*/ 77766 h 156743"/>
                  <a:gd name="connsiteX2" fmla="*/ 68381 w 136762"/>
                  <a:gd name="connsiteY2" fmla="*/ 0 h 156743"/>
                  <a:gd name="connsiteX3" fmla="*/ 136763 w 136762"/>
                  <a:gd name="connsiteY3" fmla="*/ 77766 h 156743"/>
                  <a:gd name="connsiteX4" fmla="*/ 68381 w 136762"/>
                  <a:gd name="connsiteY4" fmla="*/ 156743 h 156743"/>
                  <a:gd name="connsiteX5" fmla="*/ 68381 w 136762"/>
                  <a:gd name="connsiteY5" fmla="*/ 15367 h 156743"/>
                  <a:gd name="connsiteX6" fmla="*/ 19687 w 136762"/>
                  <a:gd name="connsiteY6" fmla="*/ 77766 h 156743"/>
                  <a:gd name="connsiteX7" fmla="*/ 68381 w 136762"/>
                  <a:gd name="connsiteY7" fmla="*/ 141376 h 156743"/>
                  <a:gd name="connsiteX8" fmla="*/ 117076 w 136762"/>
                  <a:gd name="connsiteY8" fmla="*/ 77766 h 156743"/>
                  <a:gd name="connsiteX9" fmla="*/ 68381 w 136762"/>
                  <a:gd name="connsiteY9" fmla="*/ 15367 h 156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6762" h="156743">
                    <a:moveTo>
                      <a:pt x="68381" y="156743"/>
                    </a:moveTo>
                    <a:cubicBezTo>
                      <a:pt x="21494" y="156743"/>
                      <a:pt x="0" y="120701"/>
                      <a:pt x="0" y="77766"/>
                    </a:cubicBezTo>
                    <a:cubicBezTo>
                      <a:pt x="0" y="34832"/>
                      <a:pt x="22635" y="0"/>
                      <a:pt x="68381" y="0"/>
                    </a:cubicBezTo>
                    <a:cubicBezTo>
                      <a:pt x="114128" y="0"/>
                      <a:pt x="136763" y="36043"/>
                      <a:pt x="136763" y="77766"/>
                    </a:cubicBezTo>
                    <a:cubicBezTo>
                      <a:pt x="136763" y="119490"/>
                      <a:pt x="116220" y="156743"/>
                      <a:pt x="68381" y="156743"/>
                    </a:cubicBezTo>
                    <a:close/>
                    <a:moveTo>
                      <a:pt x="68381" y="15367"/>
                    </a:moveTo>
                    <a:cubicBezTo>
                      <a:pt x="36806" y="15367"/>
                      <a:pt x="19687" y="41817"/>
                      <a:pt x="19687" y="77766"/>
                    </a:cubicBezTo>
                    <a:cubicBezTo>
                      <a:pt x="19687" y="113716"/>
                      <a:pt x="35665" y="141376"/>
                      <a:pt x="68381" y="141376"/>
                    </a:cubicBezTo>
                    <a:cubicBezTo>
                      <a:pt x="101098" y="141376"/>
                      <a:pt x="117076" y="114088"/>
                      <a:pt x="117076" y="77766"/>
                    </a:cubicBezTo>
                    <a:cubicBezTo>
                      <a:pt x="117076" y="41444"/>
                      <a:pt x="100813" y="15367"/>
                      <a:pt x="68381" y="15367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9ED10D20-3369-7C17-E3C1-FE71DACEDB6A}"/>
                  </a:ext>
                </a:extLst>
              </p:cNvPr>
              <p:cNvSpPr/>
              <p:nvPr/>
            </p:nvSpPr>
            <p:spPr>
              <a:xfrm>
                <a:off x="4912686" y="3355331"/>
                <a:ext cx="210089" cy="150037"/>
              </a:xfrm>
              <a:custGeom>
                <a:avLst/>
                <a:gdLst>
                  <a:gd name="connsiteX0" fmla="*/ 165390 w 210089"/>
                  <a:gd name="connsiteY0" fmla="*/ 150038 h 150037"/>
                  <a:gd name="connsiteX1" fmla="*/ 141518 w 210089"/>
                  <a:gd name="connsiteY1" fmla="*/ 150038 h 150037"/>
                  <a:gd name="connsiteX2" fmla="*/ 115174 w 210089"/>
                  <a:gd name="connsiteY2" fmla="*/ 60909 h 150037"/>
                  <a:gd name="connsiteX3" fmla="*/ 105092 w 210089"/>
                  <a:gd name="connsiteY3" fmla="*/ 23376 h 150037"/>
                  <a:gd name="connsiteX4" fmla="*/ 95011 w 210089"/>
                  <a:gd name="connsiteY4" fmla="*/ 60909 h 150037"/>
                  <a:gd name="connsiteX5" fmla="*/ 67716 w 210089"/>
                  <a:gd name="connsiteY5" fmla="*/ 150038 h 150037"/>
                  <a:gd name="connsiteX6" fmla="*/ 44129 w 210089"/>
                  <a:gd name="connsiteY6" fmla="*/ 150038 h 150037"/>
                  <a:gd name="connsiteX7" fmla="*/ 0 w 210089"/>
                  <a:gd name="connsiteY7" fmla="*/ 0 h 150037"/>
                  <a:gd name="connsiteX8" fmla="*/ 19877 w 210089"/>
                  <a:gd name="connsiteY8" fmla="*/ 0 h 150037"/>
                  <a:gd name="connsiteX9" fmla="*/ 48029 w 210089"/>
                  <a:gd name="connsiteY9" fmla="*/ 95741 h 150037"/>
                  <a:gd name="connsiteX10" fmla="*/ 56588 w 210089"/>
                  <a:gd name="connsiteY10" fmla="*/ 129921 h 150037"/>
                  <a:gd name="connsiteX11" fmla="*/ 65814 w 210089"/>
                  <a:gd name="connsiteY11" fmla="*/ 95741 h 150037"/>
                  <a:gd name="connsiteX12" fmla="*/ 94631 w 210089"/>
                  <a:gd name="connsiteY12" fmla="*/ 0 h 150037"/>
                  <a:gd name="connsiteX13" fmla="*/ 116410 w 210089"/>
                  <a:gd name="connsiteY13" fmla="*/ 0 h 150037"/>
                  <a:gd name="connsiteX14" fmla="*/ 145227 w 210089"/>
                  <a:gd name="connsiteY14" fmla="*/ 95741 h 150037"/>
                  <a:gd name="connsiteX15" fmla="*/ 154072 w 210089"/>
                  <a:gd name="connsiteY15" fmla="*/ 129921 h 150037"/>
                  <a:gd name="connsiteX16" fmla="*/ 162917 w 210089"/>
                  <a:gd name="connsiteY16" fmla="*/ 95741 h 150037"/>
                  <a:gd name="connsiteX17" fmla="*/ 191734 w 210089"/>
                  <a:gd name="connsiteY17" fmla="*/ 0 h 150037"/>
                  <a:gd name="connsiteX18" fmla="*/ 210090 w 210089"/>
                  <a:gd name="connsiteY18" fmla="*/ 0 h 150037"/>
                  <a:gd name="connsiteX19" fmla="*/ 165295 w 210089"/>
                  <a:gd name="connsiteY19" fmla="*/ 150038 h 150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10089" h="150037">
                    <a:moveTo>
                      <a:pt x="165390" y="150038"/>
                    </a:moveTo>
                    <a:lnTo>
                      <a:pt x="141518" y="150038"/>
                    </a:lnTo>
                    <a:lnTo>
                      <a:pt x="115174" y="60909"/>
                    </a:lnTo>
                    <a:cubicBezTo>
                      <a:pt x="111179" y="47125"/>
                      <a:pt x="105092" y="23376"/>
                      <a:pt x="105092" y="23376"/>
                    </a:cubicBezTo>
                    <a:cubicBezTo>
                      <a:pt x="105092" y="23376"/>
                      <a:pt x="99291" y="46474"/>
                      <a:pt x="95011" y="60909"/>
                    </a:cubicBezTo>
                    <a:lnTo>
                      <a:pt x="67716" y="150038"/>
                    </a:lnTo>
                    <a:lnTo>
                      <a:pt x="44129" y="150038"/>
                    </a:lnTo>
                    <a:lnTo>
                      <a:pt x="0" y="0"/>
                    </a:lnTo>
                    <a:lnTo>
                      <a:pt x="19877" y="0"/>
                    </a:lnTo>
                    <a:lnTo>
                      <a:pt x="48029" y="95741"/>
                    </a:lnTo>
                    <a:cubicBezTo>
                      <a:pt x="51738" y="108314"/>
                      <a:pt x="56588" y="129921"/>
                      <a:pt x="56588" y="129921"/>
                    </a:cubicBezTo>
                    <a:cubicBezTo>
                      <a:pt x="56588" y="129921"/>
                      <a:pt x="62104" y="108314"/>
                      <a:pt x="65814" y="95741"/>
                    </a:cubicBezTo>
                    <a:lnTo>
                      <a:pt x="94631" y="0"/>
                    </a:lnTo>
                    <a:lnTo>
                      <a:pt x="116410" y="0"/>
                    </a:lnTo>
                    <a:lnTo>
                      <a:pt x="145227" y="95741"/>
                    </a:lnTo>
                    <a:cubicBezTo>
                      <a:pt x="149222" y="109245"/>
                      <a:pt x="154072" y="129921"/>
                      <a:pt x="154072" y="129921"/>
                    </a:cubicBezTo>
                    <a:cubicBezTo>
                      <a:pt x="154072" y="129921"/>
                      <a:pt x="159018" y="108873"/>
                      <a:pt x="162917" y="95741"/>
                    </a:cubicBezTo>
                    <a:lnTo>
                      <a:pt x="191734" y="0"/>
                    </a:lnTo>
                    <a:lnTo>
                      <a:pt x="210090" y="0"/>
                    </a:lnTo>
                    <a:lnTo>
                      <a:pt x="165295" y="150038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9" name="Freeform 58">
                <a:extLst>
                  <a:ext uri="{FF2B5EF4-FFF2-40B4-BE49-F238E27FC236}">
                    <a16:creationId xmlns:a16="http://schemas.microsoft.com/office/drawing/2014/main" id="{79A22B0B-3AB1-BADD-268D-A7EA9D197F6D}"/>
                  </a:ext>
                </a:extLst>
              </p:cNvPr>
              <p:cNvSpPr/>
              <p:nvPr/>
            </p:nvSpPr>
            <p:spPr>
              <a:xfrm>
                <a:off x="5146838" y="3352071"/>
                <a:ext cx="128108" cy="156650"/>
              </a:xfrm>
              <a:custGeom>
                <a:avLst/>
                <a:gdLst>
                  <a:gd name="connsiteX0" fmla="*/ 19877 w 128108"/>
                  <a:gd name="connsiteY0" fmla="*/ 84006 h 156650"/>
                  <a:gd name="connsiteX1" fmla="*/ 70759 w 128108"/>
                  <a:gd name="connsiteY1" fmla="*/ 141004 h 156650"/>
                  <a:gd name="connsiteX2" fmla="*/ 113937 w 128108"/>
                  <a:gd name="connsiteY2" fmla="*/ 125730 h 156650"/>
                  <a:gd name="connsiteX3" fmla="*/ 123163 w 128108"/>
                  <a:gd name="connsiteY3" fmla="*/ 138303 h 156650"/>
                  <a:gd name="connsiteX4" fmla="*/ 70759 w 128108"/>
                  <a:gd name="connsiteY4" fmla="*/ 156650 h 156650"/>
                  <a:gd name="connsiteX5" fmla="*/ 0 w 128108"/>
                  <a:gd name="connsiteY5" fmla="*/ 79815 h 156650"/>
                  <a:gd name="connsiteX6" fmla="*/ 65623 w 128108"/>
                  <a:gd name="connsiteY6" fmla="*/ 0 h 156650"/>
                  <a:gd name="connsiteX7" fmla="*/ 128108 w 128108"/>
                  <a:gd name="connsiteY7" fmla="*/ 84006 h 156650"/>
                  <a:gd name="connsiteX8" fmla="*/ 19877 w 128108"/>
                  <a:gd name="connsiteY8" fmla="*/ 84006 h 156650"/>
                  <a:gd name="connsiteX9" fmla="*/ 65528 w 128108"/>
                  <a:gd name="connsiteY9" fmla="*/ 14994 h 156650"/>
                  <a:gd name="connsiteX10" fmla="*/ 19877 w 128108"/>
                  <a:gd name="connsiteY10" fmla="*/ 69012 h 156650"/>
                  <a:gd name="connsiteX11" fmla="*/ 108802 w 128108"/>
                  <a:gd name="connsiteY11" fmla="*/ 69012 h 156650"/>
                  <a:gd name="connsiteX12" fmla="*/ 65623 w 128108"/>
                  <a:gd name="connsiteY12" fmla="*/ 14994 h 156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8108" h="156650">
                    <a:moveTo>
                      <a:pt x="19877" y="84006"/>
                    </a:moveTo>
                    <a:cubicBezTo>
                      <a:pt x="21399" y="122377"/>
                      <a:pt x="44700" y="141004"/>
                      <a:pt x="70759" y="141004"/>
                    </a:cubicBezTo>
                    <a:cubicBezTo>
                      <a:pt x="88829" y="141004"/>
                      <a:pt x="103285" y="133833"/>
                      <a:pt x="113937" y="125730"/>
                    </a:cubicBezTo>
                    <a:lnTo>
                      <a:pt x="123163" y="138303"/>
                    </a:lnTo>
                    <a:cubicBezTo>
                      <a:pt x="109087" y="149106"/>
                      <a:pt x="92824" y="156650"/>
                      <a:pt x="70759" y="156650"/>
                    </a:cubicBezTo>
                    <a:cubicBezTo>
                      <a:pt x="30910" y="156650"/>
                      <a:pt x="0" y="129642"/>
                      <a:pt x="0" y="79815"/>
                    </a:cubicBezTo>
                    <a:cubicBezTo>
                      <a:pt x="0" y="26077"/>
                      <a:pt x="31575" y="0"/>
                      <a:pt x="65623" y="0"/>
                    </a:cubicBezTo>
                    <a:cubicBezTo>
                      <a:pt x="113747" y="0"/>
                      <a:pt x="128108" y="36881"/>
                      <a:pt x="128108" y="84006"/>
                    </a:cubicBezTo>
                    <a:lnTo>
                      <a:pt x="19877" y="84006"/>
                    </a:lnTo>
                    <a:close/>
                    <a:moveTo>
                      <a:pt x="65528" y="14994"/>
                    </a:moveTo>
                    <a:cubicBezTo>
                      <a:pt x="40991" y="14994"/>
                      <a:pt x="22350" y="32969"/>
                      <a:pt x="19877" y="69012"/>
                    </a:cubicBezTo>
                    <a:lnTo>
                      <a:pt x="108802" y="69012"/>
                    </a:lnTo>
                    <a:cubicBezTo>
                      <a:pt x="108231" y="32690"/>
                      <a:pt x="92824" y="14994"/>
                      <a:pt x="65623" y="14994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60" name="Freeform 59">
                <a:extLst>
                  <a:ext uri="{FF2B5EF4-FFF2-40B4-BE49-F238E27FC236}">
                    <a16:creationId xmlns:a16="http://schemas.microsoft.com/office/drawing/2014/main" id="{B49448F3-F534-A288-DB12-3BDFBA29F824}"/>
                  </a:ext>
                </a:extLst>
              </p:cNvPr>
              <p:cNvSpPr/>
              <p:nvPr/>
            </p:nvSpPr>
            <p:spPr>
              <a:xfrm>
                <a:off x="5314796" y="3351978"/>
                <a:ext cx="81506" cy="153390"/>
              </a:xfrm>
              <a:custGeom>
                <a:avLst/>
                <a:gdLst>
                  <a:gd name="connsiteX0" fmla="*/ 76370 w 81506"/>
                  <a:gd name="connsiteY0" fmla="*/ 21700 h 153390"/>
                  <a:gd name="connsiteX1" fmla="*/ 59822 w 81506"/>
                  <a:gd name="connsiteY1" fmla="*/ 17509 h 153390"/>
                  <a:gd name="connsiteX2" fmla="*/ 19687 w 81506"/>
                  <a:gd name="connsiteY2" fmla="*/ 46287 h 153390"/>
                  <a:gd name="connsiteX3" fmla="*/ 19687 w 81506"/>
                  <a:gd name="connsiteY3" fmla="*/ 153391 h 153390"/>
                  <a:gd name="connsiteX4" fmla="*/ 951 w 81506"/>
                  <a:gd name="connsiteY4" fmla="*/ 153391 h 153390"/>
                  <a:gd name="connsiteX5" fmla="*/ 951 w 81506"/>
                  <a:gd name="connsiteY5" fmla="*/ 30641 h 153390"/>
                  <a:gd name="connsiteX6" fmla="*/ 0 w 81506"/>
                  <a:gd name="connsiteY6" fmla="*/ 3353 h 153390"/>
                  <a:gd name="connsiteX7" fmla="*/ 15027 w 81506"/>
                  <a:gd name="connsiteY7" fmla="*/ 3353 h 153390"/>
                  <a:gd name="connsiteX8" fmla="*/ 16834 w 81506"/>
                  <a:gd name="connsiteY8" fmla="*/ 28219 h 153390"/>
                  <a:gd name="connsiteX9" fmla="*/ 63721 w 81506"/>
                  <a:gd name="connsiteY9" fmla="*/ 0 h 153390"/>
                  <a:gd name="connsiteX10" fmla="*/ 81506 w 81506"/>
                  <a:gd name="connsiteY10" fmla="*/ 2701 h 153390"/>
                  <a:gd name="connsiteX11" fmla="*/ 76275 w 81506"/>
                  <a:gd name="connsiteY11" fmla="*/ 21607 h 153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1506" h="153390">
                    <a:moveTo>
                      <a:pt x="76370" y="21700"/>
                    </a:moveTo>
                    <a:cubicBezTo>
                      <a:pt x="71425" y="18999"/>
                      <a:pt x="66289" y="17509"/>
                      <a:pt x="59822" y="17509"/>
                    </a:cubicBezTo>
                    <a:cubicBezTo>
                      <a:pt x="41086" y="17509"/>
                      <a:pt x="29768" y="28871"/>
                      <a:pt x="19687" y="46287"/>
                    </a:cubicBezTo>
                    <a:lnTo>
                      <a:pt x="19687" y="153391"/>
                    </a:lnTo>
                    <a:lnTo>
                      <a:pt x="951" y="153391"/>
                    </a:lnTo>
                    <a:lnTo>
                      <a:pt x="951" y="30641"/>
                    </a:lnTo>
                    <a:cubicBezTo>
                      <a:pt x="951" y="25519"/>
                      <a:pt x="380" y="8475"/>
                      <a:pt x="0" y="3353"/>
                    </a:cubicBezTo>
                    <a:lnTo>
                      <a:pt x="15027" y="3353"/>
                    </a:lnTo>
                    <a:lnTo>
                      <a:pt x="16834" y="28219"/>
                    </a:lnTo>
                    <a:cubicBezTo>
                      <a:pt x="26059" y="11083"/>
                      <a:pt x="41371" y="0"/>
                      <a:pt x="63721" y="0"/>
                    </a:cubicBezTo>
                    <a:cubicBezTo>
                      <a:pt x="70189" y="0"/>
                      <a:pt x="76275" y="931"/>
                      <a:pt x="81506" y="2701"/>
                    </a:cubicBezTo>
                    <a:lnTo>
                      <a:pt x="76275" y="21607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61" name="Freeform 60">
                <a:extLst>
                  <a:ext uri="{FF2B5EF4-FFF2-40B4-BE49-F238E27FC236}">
                    <a16:creationId xmlns:a16="http://schemas.microsoft.com/office/drawing/2014/main" id="{C2D4DD0D-CBD6-594D-E733-BB6A89BDA5DA}"/>
                  </a:ext>
                </a:extLst>
              </p:cNvPr>
              <p:cNvSpPr/>
              <p:nvPr/>
            </p:nvSpPr>
            <p:spPr>
              <a:xfrm>
                <a:off x="5510715" y="3289300"/>
                <a:ext cx="123923" cy="219422"/>
              </a:xfrm>
              <a:custGeom>
                <a:avLst/>
                <a:gdLst>
                  <a:gd name="connsiteX0" fmla="*/ 63436 w 123923"/>
                  <a:gd name="connsiteY0" fmla="*/ 219422 h 219422"/>
                  <a:gd name="connsiteX1" fmla="*/ 17119 w 123923"/>
                  <a:gd name="connsiteY1" fmla="*/ 199026 h 219422"/>
                  <a:gd name="connsiteX2" fmla="*/ 15597 w 123923"/>
                  <a:gd name="connsiteY2" fmla="*/ 216162 h 219422"/>
                  <a:gd name="connsiteX3" fmla="*/ 0 w 123923"/>
                  <a:gd name="connsiteY3" fmla="*/ 216162 h 219422"/>
                  <a:gd name="connsiteX4" fmla="*/ 951 w 123923"/>
                  <a:gd name="connsiteY4" fmla="*/ 187943 h 219422"/>
                  <a:gd name="connsiteX5" fmla="*/ 951 w 123923"/>
                  <a:gd name="connsiteY5" fmla="*/ 0 h 219422"/>
                  <a:gd name="connsiteX6" fmla="*/ 19687 w 123923"/>
                  <a:gd name="connsiteY6" fmla="*/ 0 h 219422"/>
                  <a:gd name="connsiteX7" fmla="*/ 19687 w 123923"/>
                  <a:gd name="connsiteY7" fmla="*/ 86707 h 219422"/>
                  <a:gd name="connsiteX8" fmla="*/ 65053 w 123923"/>
                  <a:gd name="connsiteY8" fmla="*/ 62679 h 219422"/>
                  <a:gd name="connsiteX9" fmla="*/ 123924 w 123923"/>
                  <a:gd name="connsiteY9" fmla="*/ 140445 h 219422"/>
                  <a:gd name="connsiteX10" fmla="*/ 63531 w 123923"/>
                  <a:gd name="connsiteY10" fmla="*/ 219422 h 219422"/>
                  <a:gd name="connsiteX11" fmla="*/ 60963 w 123923"/>
                  <a:gd name="connsiteY11" fmla="*/ 78046 h 219422"/>
                  <a:gd name="connsiteX12" fmla="*/ 19592 w 123923"/>
                  <a:gd name="connsiteY12" fmla="*/ 105334 h 219422"/>
                  <a:gd name="connsiteX13" fmla="*/ 19592 w 123923"/>
                  <a:gd name="connsiteY13" fmla="*/ 186080 h 219422"/>
                  <a:gd name="connsiteX14" fmla="*/ 58776 w 123923"/>
                  <a:gd name="connsiteY14" fmla="*/ 204055 h 219422"/>
                  <a:gd name="connsiteX15" fmla="*/ 104141 w 123923"/>
                  <a:gd name="connsiteY15" fmla="*/ 141004 h 219422"/>
                  <a:gd name="connsiteX16" fmla="*/ 60963 w 123923"/>
                  <a:gd name="connsiteY16" fmla="*/ 77953 h 219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3923" h="219422">
                    <a:moveTo>
                      <a:pt x="63436" y="219422"/>
                    </a:moveTo>
                    <a:cubicBezTo>
                      <a:pt x="41086" y="219422"/>
                      <a:pt x="27010" y="211040"/>
                      <a:pt x="17119" y="199026"/>
                    </a:cubicBezTo>
                    <a:lnTo>
                      <a:pt x="15597" y="216162"/>
                    </a:lnTo>
                    <a:lnTo>
                      <a:pt x="0" y="216162"/>
                    </a:lnTo>
                    <a:cubicBezTo>
                      <a:pt x="285" y="209550"/>
                      <a:pt x="951" y="195114"/>
                      <a:pt x="951" y="187943"/>
                    </a:cubicBezTo>
                    <a:lnTo>
                      <a:pt x="951" y="0"/>
                    </a:lnTo>
                    <a:lnTo>
                      <a:pt x="19687" y="0"/>
                    </a:lnTo>
                    <a:lnTo>
                      <a:pt x="19687" y="86707"/>
                    </a:lnTo>
                    <a:cubicBezTo>
                      <a:pt x="27961" y="75904"/>
                      <a:pt x="40801" y="62679"/>
                      <a:pt x="65053" y="62679"/>
                    </a:cubicBezTo>
                    <a:cubicBezTo>
                      <a:pt x="100908" y="62679"/>
                      <a:pt x="123924" y="92668"/>
                      <a:pt x="123924" y="140445"/>
                    </a:cubicBezTo>
                    <a:cubicBezTo>
                      <a:pt x="123924" y="184311"/>
                      <a:pt x="103381" y="219422"/>
                      <a:pt x="63531" y="219422"/>
                    </a:cubicBezTo>
                    <a:close/>
                    <a:moveTo>
                      <a:pt x="60963" y="78046"/>
                    </a:moveTo>
                    <a:cubicBezTo>
                      <a:pt x="39849" y="78046"/>
                      <a:pt x="26059" y="95462"/>
                      <a:pt x="19592" y="105334"/>
                    </a:cubicBezTo>
                    <a:lnTo>
                      <a:pt x="19592" y="186080"/>
                    </a:lnTo>
                    <a:cubicBezTo>
                      <a:pt x="29673" y="196325"/>
                      <a:pt x="39849" y="204055"/>
                      <a:pt x="58776" y="204055"/>
                    </a:cubicBezTo>
                    <a:cubicBezTo>
                      <a:pt x="85405" y="204055"/>
                      <a:pt x="104141" y="180679"/>
                      <a:pt x="104141" y="141004"/>
                    </a:cubicBezTo>
                    <a:cubicBezTo>
                      <a:pt x="104141" y="93878"/>
                      <a:pt x="82647" y="77953"/>
                      <a:pt x="60963" y="77953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62" name="Freeform 61">
                <a:extLst>
                  <a:ext uri="{FF2B5EF4-FFF2-40B4-BE49-F238E27FC236}">
                    <a16:creationId xmlns:a16="http://schemas.microsoft.com/office/drawing/2014/main" id="{DC94B556-7F30-57E1-8494-2A6ADDCBDC16}"/>
                  </a:ext>
                </a:extLst>
              </p:cNvPr>
              <p:cNvSpPr/>
              <p:nvPr/>
            </p:nvSpPr>
            <p:spPr>
              <a:xfrm>
                <a:off x="5668021" y="3352071"/>
                <a:ext cx="128108" cy="156650"/>
              </a:xfrm>
              <a:custGeom>
                <a:avLst/>
                <a:gdLst>
                  <a:gd name="connsiteX0" fmla="*/ 19877 w 128108"/>
                  <a:gd name="connsiteY0" fmla="*/ 84006 h 156650"/>
                  <a:gd name="connsiteX1" fmla="*/ 70759 w 128108"/>
                  <a:gd name="connsiteY1" fmla="*/ 141004 h 156650"/>
                  <a:gd name="connsiteX2" fmla="*/ 113937 w 128108"/>
                  <a:gd name="connsiteY2" fmla="*/ 125730 h 156650"/>
                  <a:gd name="connsiteX3" fmla="*/ 123163 w 128108"/>
                  <a:gd name="connsiteY3" fmla="*/ 138303 h 156650"/>
                  <a:gd name="connsiteX4" fmla="*/ 70759 w 128108"/>
                  <a:gd name="connsiteY4" fmla="*/ 156650 h 156650"/>
                  <a:gd name="connsiteX5" fmla="*/ 0 w 128108"/>
                  <a:gd name="connsiteY5" fmla="*/ 79815 h 156650"/>
                  <a:gd name="connsiteX6" fmla="*/ 65623 w 128108"/>
                  <a:gd name="connsiteY6" fmla="*/ 0 h 156650"/>
                  <a:gd name="connsiteX7" fmla="*/ 128108 w 128108"/>
                  <a:gd name="connsiteY7" fmla="*/ 84006 h 156650"/>
                  <a:gd name="connsiteX8" fmla="*/ 19877 w 128108"/>
                  <a:gd name="connsiteY8" fmla="*/ 84006 h 156650"/>
                  <a:gd name="connsiteX9" fmla="*/ 65528 w 128108"/>
                  <a:gd name="connsiteY9" fmla="*/ 14994 h 156650"/>
                  <a:gd name="connsiteX10" fmla="*/ 19877 w 128108"/>
                  <a:gd name="connsiteY10" fmla="*/ 69012 h 156650"/>
                  <a:gd name="connsiteX11" fmla="*/ 108802 w 128108"/>
                  <a:gd name="connsiteY11" fmla="*/ 69012 h 156650"/>
                  <a:gd name="connsiteX12" fmla="*/ 65623 w 128108"/>
                  <a:gd name="connsiteY12" fmla="*/ 14994 h 156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8108" h="156650">
                    <a:moveTo>
                      <a:pt x="19877" y="84006"/>
                    </a:moveTo>
                    <a:cubicBezTo>
                      <a:pt x="21399" y="122377"/>
                      <a:pt x="44700" y="141004"/>
                      <a:pt x="70759" y="141004"/>
                    </a:cubicBezTo>
                    <a:cubicBezTo>
                      <a:pt x="88829" y="141004"/>
                      <a:pt x="103285" y="133833"/>
                      <a:pt x="113937" y="125730"/>
                    </a:cubicBezTo>
                    <a:lnTo>
                      <a:pt x="123163" y="138303"/>
                    </a:lnTo>
                    <a:cubicBezTo>
                      <a:pt x="109087" y="149106"/>
                      <a:pt x="92824" y="156650"/>
                      <a:pt x="70759" y="156650"/>
                    </a:cubicBezTo>
                    <a:cubicBezTo>
                      <a:pt x="30910" y="156650"/>
                      <a:pt x="0" y="129642"/>
                      <a:pt x="0" y="79815"/>
                    </a:cubicBezTo>
                    <a:cubicBezTo>
                      <a:pt x="0" y="26077"/>
                      <a:pt x="31575" y="0"/>
                      <a:pt x="65623" y="0"/>
                    </a:cubicBezTo>
                    <a:cubicBezTo>
                      <a:pt x="113747" y="0"/>
                      <a:pt x="128108" y="36881"/>
                      <a:pt x="128108" y="84006"/>
                    </a:cubicBezTo>
                    <a:lnTo>
                      <a:pt x="19877" y="84006"/>
                    </a:lnTo>
                    <a:close/>
                    <a:moveTo>
                      <a:pt x="65528" y="14994"/>
                    </a:moveTo>
                    <a:cubicBezTo>
                      <a:pt x="40991" y="14994"/>
                      <a:pt x="22350" y="32969"/>
                      <a:pt x="19877" y="69012"/>
                    </a:cubicBezTo>
                    <a:lnTo>
                      <a:pt x="108802" y="69012"/>
                    </a:lnTo>
                    <a:cubicBezTo>
                      <a:pt x="108231" y="32690"/>
                      <a:pt x="92824" y="14994"/>
                      <a:pt x="65623" y="14994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63" name="Freeform 62">
                <a:extLst>
                  <a:ext uri="{FF2B5EF4-FFF2-40B4-BE49-F238E27FC236}">
                    <a16:creationId xmlns:a16="http://schemas.microsoft.com/office/drawing/2014/main" id="{7308A454-BD68-1633-6C03-7764764E7A9A}"/>
                  </a:ext>
                </a:extLst>
              </p:cNvPr>
              <p:cNvSpPr/>
              <p:nvPr/>
            </p:nvSpPr>
            <p:spPr>
              <a:xfrm>
                <a:off x="5836835" y="3289300"/>
                <a:ext cx="113461" cy="216162"/>
              </a:xfrm>
              <a:custGeom>
                <a:avLst/>
                <a:gdLst>
                  <a:gd name="connsiteX0" fmla="*/ 94726 w 113461"/>
                  <a:gd name="connsiteY0" fmla="*/ 216069 h 216162"/>
                  <a:gd name="connsiteX1" fmla="*/ 94726 w 113461"/>
                  <a:gd name="connsiteY1" fmla="*/ 120701 h 216162"/>
                  <a:gd name="connsiteX2" fmla="*/ 58586 w 113461"/>
                  <a:gd name="connsiteY2" fmla="*/ 78418 h 216162"/>
                  <a:gd name="connsiteX3" fmla="*/ 18736 w 113461"/>
                  <a:gd name="connsiteY3" fmla="*/ 102726 h 216162"/>
                  <a:gd name="connsiteX4" fmla="*/ 18736 w 113461"/>
                  <a:gd name="connsiteY4" fmla="*/ 216162 h 216162"/>
                  <a:gd name="connsiteX5" fmla="*/ 0 w 113461"/>
                  <a:gd name="connsiteY5" fmla="*/ 216162 h 216162"/>
                  <a:gd name="connsiteX6" fmla="*/ 0 w 113461"/>
                  <a:gd name="connsiteY6" fmla="*/ 0 h 216162"/>
                  <a:gd name="connsiteX7" fmla="*/ 18736 w 113461"/>
                  <a:gd name="connsiteY7" fmla="*/ 0 h 216162"/>
                  <a:gd name="connsiteX8" fmla="*/ 18736 w 113461"/>
                  <a:gd name="connsiteY8" fmla="*/ 84658 h 216162"/>
                  <a:gd name="connsiteX9" fmla="*/ 62580 w 113461"/>
                  <a:gd name="connsiteY9" fmla="*/ 62772 h 216162"/>
                  <a:gd name="connsiteX10" fmla="*/ 113462 w 113461"/>
                  <a:gd name="connsiteY10" fmla="*/ 122191 h 216162"/>
                  <a:gd name="connsiteX11" fmla="*/ 113462 w 113461"/>
                  <a:gd name="connsiteY11" fmla="*/ 216162 h 216162"/>
                  <a:gd name="connsiteX12" fmla="*/ 94726 w 113461"/>
                  <a:gd name="connsiteY12" fmla="*/ 216162 h 216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3461" h="216162">
                    <a:moveTo>
                      <a:pt x="94726" y="216069"/>
                    </a:moveTo>
                    <a:lnTo>
                      <a:pt x="94726" y="120701"/>
                    </a:lnTo>
                    <a:cubicBezTo>
                      <a:pt x="94726" y="93133"/>
                      <a:pt x="83694" y="78418"/>
                      <a:pt x="58586" y="78418"/>
                    </a:cubicBezTo>
                    <a:cubicBezTo>
                      <a:pt x="39850" y="78418"/>
                      <a:pt x="26725" y="90991"/>
                      <a:pt x="18736" y="102726"/>
                    </a:cubicBezTo>
                    <a:lnTo>
                      <a:pt x="18736" y="216162"/>
                    </a:lnTo>
                    <a:lnTo>
                      <a:pt x="0" y="216162"/>
                    </a:lnTo>
                    <a:lnTo>
                      <a:pt x="0" y="0"/>
                    </a:lnTo>
                    <a:lnTo>
                      <a:pt x="18736" y="0"/>
                    </a:lnTo>
                    <a:lnTo>
                      <a:pt x="18736" y="84658"/>
                    </a:lnTo>
                    <a:cubicBezTo>
                      <a:pt x="28532" y="71713"/>
                      <a:pt x="43844" y="62772"/>
                      <a:pt x="62580" y="62772"/>
                    </a:cubicBezTo>
                    <a:cubicBezTo>
                      <a:pt x="101193" y="62772"/>
                      <a:pt x="113462" y="86800"/>
                      <a:pt x="113462" y="122191"/>
                    </a:cubicBezTo>
                    <a:lnTo>
                      <a:pt x="113462" y="216162"/>
                    </a:lnTo>
                    <a:lnTo>
                      <a:pt x="94726" y="21616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64" name="Freeform 63">
                <a:extLst>
                  <a:ext uri="{FF2B5EF4-FFF2-40B4-BE49-F238E27FC236}">
                    <a16:creationId xmlns:a16="http://schemas.microsoft.com/office/drawing/2014/main" id="{88D4758F-3C1C-5D3A-C088-DB6D6C909A72}"/>
                  </a:ext>
                </a:extLst>
              </p:cNvPr>
              <p:cNvSpPr/>
              <p:nvPr/>
            </p:nvSpPr>
            <p:spPr>
              <a:xfrm>
                <a:off x="5999371" y="3289300"/>
                <a:ext cx="21779" cy="216069"/>
              </a:xfrm>
              <a:custGeom>
                <a:avLst/>
                <a:gdLst>
                  <a:gd name="connsiteX0" fmla="*/ 0 w 21779"/>
                  <a:gd name="connsiteY0" fmla="*/ 23097 h 216069"/>
                  <a:gd name="connsiteX1" fmla="*/ 0 w 21779"/>
                  <a:gd name="connsiteY1" fmla="*/ 0 h 216069"/>
                  <a:gd name="connsiteX2" fmla="*/ 21779 w 21779"/>
                  <a:gd name="connsiteY2" fmla="*/ 0 h 216069"/>
                  <a:gd name="connsiteX3" fmla="*/ 21779 w 21779"/>
                  <a:gd name="connsiteY3" fmla="*/ 23097 h 216069"/>
                  <a:gd name="connsiteX4" fmla="*/ 0 w 21779"/>
                  <a:gd name="connsiteY4" fmla="*/ 23097 h 216069"/>
                  <a:gd name="connsiteX5" fmla="*/ 1522 w 21779"/>
                  <a:gd name="connsiteY5" fmla="*/ 216069 h 216069"/>
                  <a:gd name="connsiteX6" fmla="*/ 1522 w 21779"/>
                  <a:gd name="connsiteY6" fmla="*/ 66032 h 216069"/>
                  <a:gd name="connsiteX7" fmla="*/ 20258 w 21779"/>
                  <a:gd name="connsiteY7" fmla="*/ 66032 h 216069"/>
                  <a:gd name="connsiteX8" fmla="*/ 20258 w 21779"/>
                  <a:gd name="connsiteY8" fmla="*/ 216069 h 216069"/>
                  <a:gd name="connsiteX9" fmla="*/ 1522 w 21779"/>
                  <a:gd name="connsiteY9" fmla="*/ 216069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779" h="216069">
                    <a:moveTo>
                      <a:pt x="0" y="23097"/>
                    </a:moveTo>
                    <a:lnTo>
                      <a:pt x="0" y="0"/>
                    </a:lnTo>
                    <a:lnTo>
                      <a:pt x="21779" y="0"/>
                    </a:lnTo>
                    <a:lnTo>
                      <a:pt x="21779" y="23097"/>
                    </a:lnTo>
                    <a:lnTo>
                      <a:pt x="0" y="23097"/>
                    </a:lnTo>
                    <a:close/>
                    <a:moveTo>
                      <a:pt x="1522" y="216069"/>
                    </a:moveTo>
                    <a:lnTo>
                      <a:pt x="1522" y="66032"/>
                    </a:lnTo>
                    <a:lnTo>
                      <a:pt x="20258" y="66032"/>
                    </a:lnTo>
                    <a:lnTo>
                      <a:pt x="20258" y="216069"/>
                    </a:lnTo>
                    <a:lnTo>
                      <a:pt x="1522" y="21606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65" name="Freeform 64">
                <a:extLst>
                  <a:ext uri="{FF2B5EF4-FFF2-40B4-BE49-F238E27FC236}">
                    <a16:creationId xmlns:a16="http://schemas.microsoft.com/office/drawing/2014/main" id="{48E0039F-28EB-D37C-A613-1993EE27FD01}"/>
                  </a:ext>
                </a:extLst>
              </p:cNvPr>
              <p:cNvSpPr/>
              <p:nvPr/>
            </p:nvSpPr>
            <p:spPr>
              <a:xfrm>
                <a:off x="6069179" y="3351978"/>
                <a:ext cx="114222" cy="153390"/>
              </a:xfrm>
              <a:custGeom>
                <a:avLst/>
                <a:gdLst>
                  <a:gd name="connsiteX0" fmla="*/ 95677 w 114222"/>
                  <a:gd name="connsiteY0" fmla="*/ 153391 h 153390"/>
                  <a:gd name="connsiteX1" fmla="*/ 95677 w 114222"/>
                  <a:gd name="connsiteY1" fmla="*/ 58301 h 153390"/>
                  <a:gd name="connsiteX2" fmla="*/ 59537 w 114222"/>
                  <a:gd name="connsiteY2" fmla="*/ 15646 h 153390"/>
                  <a:gd name="connsiteX3" fmla="*/ 19687 w 114222"/>
                  <a:gd name="connsiteY3" fmla="*/ 39954 h 153390"/>
                  <a:gd name="connsiteX4" fmla="*/ 19687 w 114222"/>
                  <a:gd name="connsiteY4" fmla="*/ 153391 h 153390"/>
                  <a:gd name="connsiteX5" fmla="*/ 951 w 114222"/>
                  <a:gd name="connsiteY5" fmla="*/ 153391 h 153390"/>
                  <a:gd name="connsiteX6" fmla="*/ 951 w 114222"/>
                  <a:gd name="connsiteY6" fmla="*/ 30920 h 153390"/>
                  <a:gd name="connsiteX7" fmla="*/ 0 w 114222"/>
                  <a:gd name="connsiteY7" fmla="*/ 3353 h 153390"/>
                  <a:gd name="connsiteX8" fmla="*/ 15598 w 114222"/>
                  <a:gd name="connsiteY8" fmla="*/ 3353 h 153390"/>
                  <a:gd name="connsiteX9" fmla="*/ 17119 w 114222"/>
                  <a:gd name="connsiteY9" fmla="*/ 24028 h 153390"/>
                  <a:gd name="connsiteX10" fmla="*/ 63056 w 114222"/>
                  <a:gd name="connsiteY10" fmla="*/ 0 h 153390"/>
                  <a:gd name="connsiteX11" fmla="*/ 114223 w 114222"/>
                  <a:gd name="connsiteY11" fmla="*/ 59419 h 153390"/>
                  <a:gd name="connsiteX12" fmla="*/ 114223 w 114222"/>
                  <a:gd name="connsiteY12" fmla="*/ 153391 h 153390"/>
                  <a:gd name="connsiteX13" fmla="*/ 95487 w 114222"/>
                  <a:gd name="connsiteY13" fmla="*/ 153391 h 153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14222" h="153390">
                    <a:moveTo>
                      <a:pt x="95677" y="153391"/>
                    </a:moveTo>
                    <a:lnTo>
                      <a:pt x="95677" y="58301"/>
                    </a:lnTo>
                    <a:cubicBezTo>
                      <a:pt x="95677" y="31013"/>
                      <a:pt x="84359" y="15646"/>
                      <a:pt x="59537" y="15646"/>
                    </a:cubicBezTo>
                    <a:cubicBezTo>
                      <a:pt x="39279" y="15646"/>
                      <a:pt x="27010" y="29151"/>
                      <a:pt x="19687" y="39954"/>
                    </a:cubicBezTo>
                    <a:lnTo>
                      <a:pt x="19687" y="153391"/>
                    </a:lnTo>
                    <a:lnTo>
                      <a:pt x="951" y="153391"/>
                    </a:lnTo>
                    <a:lnTo>
                      <a:pt x="951" y="30920"/>
                    </a:lnTo>
                    <a:cubicBezTo>
                      <a:pt x="951" y="25798"/>
                      <a:pt x="381" y="8382"/>
                      <a:pt x="0" y="3353"/>
                    </a:cubicBezTo>
                    <a:lnTo>
                      <a:pt x="15598" y="3353"/>
                    </a:lnTo>
                    <a:lnTo>
                      <a:pt x="17119" y="24028"/>
                    </a:lnTo>
                    <a:cubicBezTo>
                      <a:pt x="26344" y="10803"/>
                      <a:pt x="42513" y="0"/>
                      <a:pt x="63056" y="0"/>
                    </a:cubicBezTo>
                    <a:cubicBezTo>
                      <a:pt x="100432" y="0"/>
                      <a:pt x="114223" y="23097"/>
                      <a:pt x="114223" y="59419"/>
                    </a:cubicBezTo>
                    <a:lnTo>
                      <a:pt x="114223" y="153391"/>
                    </a:lnTo>
                    <a:lnTo>
                      <a:pt x="95487" y="153391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67" name="Freeform 66">
                <a:extLst>
                  <a:ext uri="{FF2B5EF4-FFF2-40B4-BE49-F238E27FC236}">
                    <a16:creationId xmlns:a16="http://schemas.microsoft.com/office/drawing/2014/main" id="{D3AD0435-7658-027C-5A21-B0B64166A495}"/>
                  </a:ext>
                </a:extLst>
              </p:cNvPr>
              <p:cNvSpPr/>
              <p:nvPr/>
            </p:nvSpPr>
            <p:spPr>
              <a:xfrm>
                <a:off x="6224013" y="3289300"/>
                <a:ext cx="125730" cy="219328"/>
              </a:xfrm>
              <a:custGeom>
                <a:avLst/>
                <a:gdLst>
                  <a:gd name="connsiteX0" fmla="*/ 109753 w 125730"/>
                  <a:gd name="connsiteY0" fmla="*/ 216069 h 219328"/>
                  <a:gd name="connsiteX1" fmla="*/ 108231 w 125730"/>
                  <a:gd name="connsiteY1" fmla="*/ 192320 h 219328"/>
                  <a:gd name="connsiteX2" fmla="*/ 60392 w 125730"/>
                  <a:gd name="connsiteY2" fmla="*/ 219329 h 219328"/>
                  <a:gd name="connsiteX3" fmla="*/ 0 w 125730"/>
                  <a:gd name="connsiteY3" fmla="*/ 140352 h 219328"/>
                  <a:gd name="connsiteX4" fmla="*/ 63151 w 125730"/>
                  <a:gd name="connsiteY4" fmla="*/ 62586 h 219328"/>
                  <a:gd name="connsiteX5" fmla="*/ 106044 w 125730"/>
                  <a:gd name="connsiteY5" fmla="*/ 79350 h 219328"/>
                  <a:gd name="connsiteX6" fmla="*/ 106044 w 125730"/>
                  <a:gd name="connsiteY6" fmla="*/ 0 h 219328"/>
                  <a:gd name="connsiteX7" fmla="*/ 124779 w 125730"/>
                  <a:gd name="connsiteY7" fmla="*/ 0 h 219328"/>
                  <a:gd name="connsiteX8" fmla="*/ 124779 w 125730"/>
                  <a:gd name="connsiteY8" fmla="*/ 187850 h 219328"/>
                  <a:gd name="connsiteX9" fmla="*/ 125730 w 125730"/>
                  <a:gd name="connsiteY9" fmla="*/ 216069 h 219328"/>
                  <a:gd name="connsiteX10" fmla="*/ 109753 w 125730"/>
                  <a:gd name="connsiteY10" fmla="*/ 216069 h 219328"/>
                  <a:gd name="connsiteX11" fmla="*/ 106044 w 125730"/>
                  <a:gd name="connsiteY11" fmla="*/ 95369 h 219328"/>
                  <a:gd name="connsiteX12" fmla="*/ 67145 w 125730"/>
                  <a:gd name="connsiteY12" fmla="*/ 77953 h 219328"/>
                  <a:gd name="connsiteX13" fmla="*/ 19592 w 125730"/>
                  <a:gd name="connsiteY13" fmla="*/ 141004 h 219328"/>
                  <a:gd name="connsiteX14" fmla="*/ 64958 w 125730"/>
                  <a:gd name="connsiteY14" fmla="*/ 204055 h 219328"/>
                  <a:gd name="connsiteX15" fmla="*/ 106044 w 125730"/>
                  <a:gd name="connsiteY15" fmla="*/ 177046 h 219328"/>
                  <a:gd name="connsiteX16" fmla="*/ 106044 w 125730"/>
                  <a:gd name="connsiteY16" fmla="*/ 95462 h 2193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5730" h="219328">
                    <a:moveTo>
                      <a:pt x="109753" y="216069"/>
                    </a:moveTo>
                    <a:lnTo>
                      <a:pt x="108231" y="192320"/>
                    </a:lnTo>
                    <a:cubicBezTo>
                      <a:pt x="99386" y="204893"/>
                      <a:pt x="84645" y="219329"/>
                      <a:pt x="60392" y="219329"/>
                    </a:cubicBezTo>
                    <a:cubicBezTo>
                      <a:pt x="19592" y="219329"/>
                      <a:pt x="0" y="183938"/>
                      <a:pt x="0" y="140352"/>
                    </a:cubicBezTo>
                    <a:cubicBezTo>
                      <a:pt x="0" y="91736"/>
                      <a:pt x="28151" y="62586"/>
                      <a:pt x="63151" y="62586"/>
                    </a:cubicBezTo>
                    <a:cubicBezTo>
                      <a:pt x="82172" y="62586"/>
                      <a:pt x="97199" y="70409"/>
                      <a:pt x="106044" y="79350"/>
                    </a:cubicBezTo>
                    <a:lnTo>
                      <a:pt x="106044" y="0"/>
                    </a:lnTo>
                    <a:lnTo>
                      <a:pt x="124779" y="0"/>
                    </a:lnTo>
                    <a:lnTo>
                      <a:pt x="124779" y="187850"/>
                    </a:lnTo>
                    <a:cubicBezTo>
                      <a:pt x="124779" y="195021"/>
                      <a:pt x="125350" y="209457"/>
                      <a:pt x="125730" y="216069"/>
                    </a:cubicBezTo>
                    <a:lnTo>
                      <a:pt x="109753" y="216069"/>
                    </a:lnTo>
                    <a:close/>
                    <a:moveTo>
                      <a:pt x="106044" y="95369"/>
                    </a:moveTo>
                    <a:cubicBezTo>
                      <a:pt x="96533" y="86335"/>
                      <a:pt x="86737" y="77953"/>
                      <a:pt x="67145" y="77953"/>
                    </a:cubicBezTo>
                    <a:cubicBezTo>
                      <a:pt x="47553" y="77953"/>
                      <a:pt x="19592" y="93878"/>
                      <a:pt x="19592" y="141004"/>
                    </a:cubicBezTo>
                    <a:cubicBezTo>
                      <a:pt x="19592" y="178257"/>
                      <a:pt x="36140" y="204055"/>
                      <a:pt x="64958" y="204055"/>
                    </a:cubicBezTo>
                    <a:cubicBezTo>
                      <a:pt x="84264" y="204055"/>
                      <a:pt x="97484" y="190271"/>
                      <a:pt x="106044" y="177046"/>
                    </a:cubicBezTo>
                    <a:lnTo>
                      <a:pt x="106044" y="9546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</p:grpSp>
        <p:grpSp>
          <p:nvGrpSpPr>
            <p:cNvPr id="40" name="Graphic 17">
              <a:extLst>
                <a:ext uri="{FF2B5EF4-FFF2-40B4-BE49-F238E27FC236}">
                  <a16:creationId xmlns:a16="http://schemas.microsoft.com/office/drawing/2014/main" id="{12BFC958-1CD6-23A8-3AC7-2719EE75B4E5}"/>
                </a:ext>
              </a:extLst>
            </p:cNvPr>
            <p:cNvGrpSpPr/>
            <p:nvPr/>
          </p:nvGrpSpPr>
          <p:grpSpPr>
            <a:xfrm>
              <a:off x="6465963" y="3289300"/>
              <a:ext cx="1730364" cy="282193"/>
              <a:chOff x="6465963" y="3289300"/>
              <a:chExt cx="1730364" cy="282193"/>
            </a:xfrm>
            <a:grpFill/>
          </p:grpSpPr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7DCE75C1-6CA1-41E4-B856-29C777659862}"/>
                  </a:ext>
                </a:extLst>
              </p:cNvPr>
              <p:cNvSpPr/>
              <p:nvPr/>
            </p:nvSpPr>
            <p:spPr>
              <a:xfrm>
                <a:off x="6465963" y="3355424"/>
                <a:ext cx="145512" cy="216069"/>
              </a:xfrm>
              <a:custGeom>
                <a:avLst/>
                <a:gdLst>
                  <a:gd name="connsiteX0" fmla="*/ 93204 w 145512"/>
                  <a:gd name="connsiteY0" fmla="*/ 161121 h 216069"/>
                  <a:gd name="connsiteX1" fmla="*/ 18451 w 145512"/>
                  <a:gd name="connsiteY1" fmla="*/ 216069 h 216069"/>
                  <a:gd name="connsiteX2" fmla="*/ 13220 w 145512"/>
                  <a:gd name="connsiteY2" fmla="*/ 189061 h 216069"/>
                  <a:gd name="connsiteX3" fmla="*/ 58871 w 145512"/>
                  <a:gd name="connsiteY3" fmla="*/ 159072 h 216069"/>
                  <a:gd name="connsiteX4" fmla="*/ 61914 w 145512"/>
                  <a:gd name="connsiteY4" fmla="*/ 149479 h 216069"/>
                  <a:gd name="connsiteX5" fmla="*/ 0 w 145512"/>
                  <a:gd name="connsiteY5" fmla="*/ 0 h 216069"/>
                  <a:gd name="connsiteX6" fmla="*/ 36426 w 145512"/>
                  <a:gd name="connsiteY6" fmla="*/ 0 h 216069"/>
                  <a:gd name="connsiteX7" fmla="*/ 63056 w 145512"/>
                  <a:gd name="connsiteY7" fmla="*/ 68453 h 216069"/>
                  <a:gd name="connsiteX8" fmla="*/ 78368 w 145512"/>
                  <a:gd name="connsiteY8" fmla="*/ 114368 h 216069"/>
                  <a:gd name="connsiteX9" fmla="*/ 111179 w 145512"/>
                  <a:gd name="connsiteY9" fmla="*/ 0 h 216069"/>
                  <a:gd name="connsiteX10" fmla="*/ 145513 w 145512"/>
                  <a:gd name="connsiteY10" fmla="*/ 0 h 216069"/>
                  <a:gd name="connsiteX11" fmla="*/ 93109 w 145512"/>
                  <a:gd name="connsiteY11" fmla="*/ 161214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5512" h="216069">
                    <a:moveTo>
                      <a:pt x="93204" y="161121"/>
                    </a:moveTo>
                    <a:cubicBezTo>
                      <a:pt x="80650" y="199492"/>
                      <a:pt x="52118" y="211878"/>
                      <a:pt x="18451" y="216069"/>
                    </a:cubicBezTo>
                    <a:lnTo>
                      <a:pt x="13220" y="189061"/>
                    </a:lnTo>
                    <a:cubicBezTo>
                      <a:pt x="37472" y="185428"/>
                      <a:pt x="53640" y="175277"/>
                      <a:pt x="58871" y="159072"/>
                    </a:cubicBezTo>
                    <a:lnTo>
                      <a:pt x="61914" y="149479"/>
                    </a:lnTo>
                    <a:lnTo>
                      <a:pt x="0" y="0"/>
                    </a:lnTo>
                    <a:lnTo>
                      <a:pt x="36426" y="0"/>
                    </a:lnTo>
                    <a:lnTo>
                      <a:pt x="63056" y="68453"/>
                    </a:lnTo>
                    <a:cubicBezTo>
                      <a:pt x="70379" y="87638"/>
                      <a:pt x="78368" y="114368"/>
                      <a:pt x="78368" y="114368"/>
                    </a:cubicBezTo>
                    <a:lnTo>
                      <a:pt x="111179" y="0"/>
                    </a:lnTo>
                    <a:lnTo>
                      <a:pt x="145513" y="0"/>
                    </a:lnTo>
                    <a:lnTo>
                      <a:pt x="93109" y="161214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2BB85DD6-C9DE-5159-48F7-5017E3ED79C6}"/>
                  </a:ext>
                </a:extLst>
              </p:cNvPr>
              <p:cNvSpPr/>
              <p:nvPr/>
            </p:nvSpPr>
            <p:spPr>
              <a:xfrm>
                <a:off x="6629927" y="3351140"/>
                <a:ext cx="147795" cy="158419"/>
              </a:xfrm>
              <a:custGeom>
                <a:avLst/>
                <a:gdLst>
                  <a:gd name="connsiteX0" fmla="*/ 73898 w 147795"/>
                  <a:gd name="connsiteY0" fmla="*/ 158420 h 158419"/>
                  <a:gd name="connsiteX1" fmla="*/ 0 w 147795"/>
                  <a:gd name="connsiteY1" fmla="*/ 78605 h 158419"/>
                  <a:gd name="connsiteX2" fmla="*/ 73898 w 147795"/>
                  <a:gd name="connsiteY2" fmla="*/ 0 h 158419"/>
                  <a:gd name="connsiteX3" fmla="*/ 147795 w 147795"/>
                  <a:gd name="connsiteY3" fmla="*/ 78605 h 158419"/>
                  <a:gd name="connsiteX4" fmla="*/ 73898 w 147795"/>
                  <a:gd name="connsiteY4" fmla="*/ 158420 h 158419"/>
                  <a:gd name="connsiteX5" fmla="*/ 73898 w 147795"/>
                  <a:gd name="connsiteY5" fmla="*/ 26357 h 158419"/>
                  <a:gd name="connsiteX6" fmla="*/ 34714 w 147795"/>
                  <a:gd name="connsiteY6" fmla="*/ 78605 h 158419"/>
                  <a:gd name="connsiteX7" fmla="*/ 73898 w 147795"/>
                  <a:gd name="connsiteY7" fmla="*/ 132063 h 158419"/>
                  <a:gd name="connsiteX8" fmla="*/ 113081 w 147795"/>
                  <a:gd name="connsiteY8" fmla="*/ 78605 h 158419"/>
                  <a:gd name="connsiteX9" fmla="*/ 73898 w 147795"/>
                  <a:gd name="connsiteY9" fmla="*/ 26357 h 158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7795" h="158419">
                    <a:moveTo>
                      <a:pt x="73898" y="158420"/>
                    </a:moveTo>
                    <a:cubicBezTo>
                      <a:pt x="26725" y="158420"/>
                      <a:pt x="0" y="124799"/>
                      <a:pt x="0" y="78605"/>
                    </a:cubicBezTo>
                    <a:cubicBezTo>
                      <a:pt x="0" y="32410"/>
                      <a:pt x="27581" y="0"/>
                      <a:pt x="73898" y="0"/>
                    </a:cubicBezTo>
                    <a:cubicBezTo>
                      <a:pt x="120214" y="0"/>
                      <a:pt x="147795" y="32410"/>
                      <a:pt x="147795" y="78605"/>
                    </a:cubicBezTo>
                    <a:cubicBezTo>
                      <a:pt x="147795" y="124799"/>
                      <a:pt x="120214" y="158420"/>
                      <a:pt x="73898" y="158420"/>
                    </a:cubicBezTo>
                    <a:close/>
                    <a:moveTo>
                      <a:pt x="73898" y="26357"/>
                    </a:moveTo>
                    <a:cubicBezTo>
                      <a:pt x="47838" y="26357"/>
                      <a:pt x="34714" y="47405"/>
                      <a:pt x="34714" y="78605"/>
                    </a:cubicBezTo>
                    <a:cubicBezTo>
                      <a:pt x="34714" y="109804"/>
                      <a:pt x="48504" y="132063"/>
                      <a:pt x="73898" y="132063"/>
                    </a:cubicBezTo>
                    <a:cubicBezTo>
                      <a:pt x="99291" y="132063"/>
                      <a:pt x="113081" y="109897"/>
                      <a:pt x="113081" y="78605"/>
                    </a:cubicBezTo>
                    <a:cubicBezTo>
                      <a:pt x="113081" y="47312"/>
                      <a:pt x="99005" y="26357"/>
                      <a:pt x="73898" y="26357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E00709BC-93E1-92C7-0C7B-0BAB32A152D5}"/>
                  </a:ext>
                </a:extLst>
              </p:cNvPr>
              <p:cNvSpPr/>
              <p:nvPr/>
            </p:nvSpPr>
            <p:spPr>
              <a:xfrm>
                <a:off x="6812911" y="3355331"/>
                <a:ext cx="127252" cy="153949"/>
              </a:xfrm>
              <a:custGeom>
                <a:avLst/>
                <a:gdLst>
                  <a:gd name="connsiteX0" fmla="*/ 99957 w 127252"/>
                  <a:gd name="connsiteY0" fmla="*/ 150038 h 153949"/>
                  <a:gd name="connsiteX1" fmla="*/ 97199 w 127252"/>
                  <a:gd name="connsiteY1" fmla="*/ 132622 h 153949"/>
                  <a:gd name="connsiteX2" fmla="*/ 53069 w 127252"/>
                  <a:gd name="connsiteY2" fmla="*/ 153949 h 153949"/>
                  <a:gd name="connsiteX3" fmla="*/ 0 w 127252"/>
                  <a:gd name="connsiteY3" fmla="*/ 95462 h 153949"/>
                  <a:gd name="connsiteX4" fmla="*/ 0 w 127252"/>
                  <a:gd name="connsiteY4" fmla="*/ 0 h 153949"/>
                  <a:gd name="connsiteX5" fmla="*/ 34048 w 127252"/>
                  <a:gd name="connsiteY5" fmla="*/ 0 h 153949"/>
                  <a:gd name="connsiteX6" fmla="*/ 34048 w 127252"/>
                  <a:gd name="connsiteY6" fmla="*/ 90619 h 153949"/>
                  <a:gd name="connsiteX7" fmla="*/ 60107 w 127252"/>
                  <a:gd name="connsiteY7" fmla="*/ 127220 h 153949"/>
                  <a:gd name="connsiteX8" fmla="*/ 91682 w 127252"/>
                  <a:gd name="connsiteY8" fmla="*/ 108035 h 153949"/>
                  <a:gd name="connsiteX9" fmla="*/ 91682 w 127252"/>
                  <a:gd name="connsiteY9" fmla="*/ 0 h 153949"/>
                  <a:gd name="connsiteX10" fmla="*/ 125731 w 127252"/>
                  <a:gd name="connsiteY10" fmla="*/ 0 h 153949"/>
                  <a:gd name="connsiteX11" fmla="*/ 125731 w 127252"/>
                  <a:gd name="connsiteY11" fmla="*/ 123029 h 153949"/>
                  <a:gd name="connsiteX12" fmla="*/ 127252 w 127252"/>
                  <a:gd name="connsiteY12" fmla="*/ 150038 h 153949"/>
                  <a:gd name="connsiteX13" fmla="*/ 99957 w 127252"/>
                  <a:gd name="connsiteY13" fmla="*/ 150038 h 153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7252" h="153949">
                    <a:moveTo>
                      <a:pt x="99957" y="150038"/>
                    </a:moveTo>
                    <a:lnTo>
                      <a:pt x="97199" y="132622"/>
                    </a:lnTo>
                    <a:cubicBezTo>
                      <a:pt x="86452" y="146126"/>
                      <a:pt x="71425" y="153949"/>
                      <a:pt x="53069" y="153949"/>
                    </a:cubicBezTo>
                    <a:cubicBezTo>
                      <a:pt x="15027" y="153949"/>
                      <a:pt x="0" y="131784"/>
                      <a:pt x="0" y="95462"/>
                    </a:cubicBezTo>
                    <a:lnTo>
                      <a:pt x="0" y="0"/>
                    </a:lnTo>
                    <a:lnTo>
                      <a:pt x="34048" y="0"/>
                    </a:lnTo>
                    <a:lnTo>
                      <a:pt x="34048" y="90619"/>
                    </a:lnTo>
                    <a:cubicBezTo>
                      <a:pt x="34048" y="117069"/>
                      <a:pt x="39850" y="127220"/>
                      <a:pt x="60107" y="127220"/>
                    </a:cubicBezTo>
                    <a:cubicBezTo>
                      <a:pt x="76085" y="127220"/>
                      <a:pt x="86452" y="115485"/>
                      <a:pt x="91682" y="108035"/>
                    </a:cubicBezTo>
                    <a:lnTo>
                      <a:pt x="91682" y="0"/>
                    </a:lnTo>
                    <a:lnTo>
                      <a:pt x="125731" y="0"/>
                    </a:lnTo>
                    <a:lnTo>
                      <a:pt x="125731" y="123029"/>
                    </a:lnTo>
                    <a:cubicBezTo>
                      <a:pt x="125731" y="128151"/>
                      <a:pt x="126967" y="144915"/>
                      <a:pt x="127252" y="150038"/>
                    </a:cubicBezTo>
                    <a:lnTo>
                      <a:pt x="99957" y="150038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E50F2D5C-F9ED-F9BB-981F-7563B6AB9997}"/>
                  </a:ext>
                </a:extLst>
              </p:cNvPr>
              <p:cNvSpPr/>
              <p:nvPr/>
            </p:nvSpPr>
            <p:spPr>
              <a:xfrm>
                <a:off x="6980013" y="3351140"/>
                <a:ext cx="93204" cy="154228"/>
              </a:xfrm>
              <a:custGeom>
                <a:avLst/>
                <a:gdLst>
                  <a:gd name="connsiteX0" fmla="*/ 83123 w 93204"/>
                  <a:gd name="connsiteY0" fmla="*/ 37160 h 154228"/>
                  <a:gd name="connsiteX1" fmla="*/ 68381 w 93204"/>
                  <a:gd name="connsiteY1" fmla="*/ 32690 h 154228"/>
                  <a:gd name="connsiteX2" fmla="*/ 35570 w 93204"/>
                  <a:gd name="connsiteY2" fmla="*/ 56066 h 154228"/>
                  <a:gd name="connsiteX3" fmla="*/ 35570 w 93204"/>
                  <a:gd name="connsiteY3" fmla="*/ 154229 h 154228"/>
                  <a:gd name="connsiteX4" fmla="*/ 1521 w 93204"/>
                  <a:gd name="connsiteY4" fmla="*/ 154229 h 154228"/>
                  <a:gd name="connsiteX5" fmla="*/ 1521 w 93204"/>
                  <a:gd name="connsiteY5" fmla="*/ 32410 h 154228"/>
                  <a:gd name="connsiteX6" fmla="*/ 0 w 93204"/>
                  <a:gd name="connsiteY6" fmla="*/ 4191 h 154228"/>
                  <a:gd name="connsiteX7" fmla="*/ 26059 w 93204"/>
                  <a:gd name="connsiteY7" fmla="*/ 4191 h 154228"/>
                  <a:gd name="connsiteX8" fmla="*/ 28817 w 93204"/>
                  <a:gd name="connsiteY8" fmla="*/ 29710 h 154228"/>
                  <a:gd name="connsiteX9" fmla="*/ 77892 w 93204"/>
                  <a:gd name="connsiteY9" fmla="*/ 0 h 154228"/>
                  <a:gd name="connsiteX10" fmla="*/ 93204 w 93204"/>
                  <a:gd name="connsiteY10" fmla="*/ 2421 h 154228"/>
                  <a:gd name="connsiteX11" fmla="*/ 83123 w 93204"/>
                  <a:gd name="connsiteY11" fmla="*/ 37253 h 1542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93204" h="154228">
                    <a:moveTo>
                      <a:pt x="83123" y="37160"/>
                    </a:moveTo>
                    <a:cubicBezTo>
                      <a:pt x="78177" y="34180"/>
                      <a:pt x="73898" y="32690"/>
                      <a:pt x="68381" y="32690"/>
                    </a:cubicBezTo>
                    <a:cubicBezTo>
                      <a:pt x="53640" y="32690"/>
                      <a:pt x="44129" y="42934"/>
                      <a:pt x="35570" y="56066"/>
                    </a:cubicBezTo>
                    <a:lnTo>
                      <a:pt x="35570" y="154229"/>
                    </a:lnTo>
                    <a:lnTo>
                      <a:pt x="1521" y="154229"/>
                    </a:lnTo>
                    <a:lnTo>
                      <a:pt x="1521" y="32410"/>
                    </a:lnTo>
                    <a:cubicBezTo>
                      <a:pt x="1521" y="27288"/>
                      <a:pt x="285" y="9313"/>
                      <a:pt x="0" y="4191"/>
                    </a:cubicBezTo>
                    <a:lnTo>
                      <a:pt x="26059" y="4191"/>
                    </a:lnTo>
                    <a:lnTo>
                      <a:pt x="28817" y="29710"/>
                    </a:lnTo>
                    <a:cubicBezTo>
                      <a:pt x="37091" y="14063"/>
                      <a:pt x="51452" y="0"/>
                      <a:pt x="77892" y="0"/>
                    </a:cubicBezTo>
                    <a:cubicBezTo>
                      <a:pt x="83123" y="0"/>
                      <a:pt x="88924" y="931"/>
                      <a:pt x="93204" y="2421"/>
                    </a:cubicBezTo>
                    <a:lnTo>
                      <a:pt x="83123" y="37253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DA7D13EA-F270-54AD-8D6D-125D7A25AFB6}"/>
                  </a:ext>
                </a:extLst>
              </p:cNvPr>
              <p:cNvSpPr/>
              <p:nvPr/>
            </p:nvSpPr>
            <p:spPr>
              <a:xfrm>
                <a:off x="7192956" y="3351140"/>
                <a:ext cx="218744" cy="154321"/>
              </a:xfrm>
              <a:custGeom>
                <a:avLst/>
                <a:gdLst>
                  <a:gd name="connsiteX0" fmla="*/ 184982 w 218744"/>
                  <a:gd name="connsiteY0" fmla="*/ 154229 h 154321"/>
                  <a:gd name="connsiteX1" fmla="*/ 184982 w 218744"/>
                  <a:gd name="connsiteY1" fmla="*/ 67242 h 154321"/>
                  <a:gd name="connsiteX2" fmla="*/ 157972 w 218744"/>
                  <a:gd name="connsiteY2" fmla="*/ 27288 h 154321"/>
                  <a:gd name="connsiteX3" fmla="*/ 126682 w 218744"/>
                  <a:gd name="connsiteY3" fmla="*/ 47405 h 154321"/>
                  <a:gd name="connsiteX4" fmla="*/ 127252 w 218744"/>
                  <a:gd name="connsiteY4" fmla="*/ 57277 h 154321"/>
                  <a:gd name="connsiteX5" fmla="*/ 127252 w 218744"/>
                  <a:gd name="connsiteY5" fmla="*/ 154229 h 154321"/>
                  <a:gd name="connsiteX6" fmla="*/ 93204 w 218744"/>
                  <a:gd name="connsiteY6" fmla="*/ 154229 h 154321"/>
                  <a:gd name="connsiteX7" fmla="*/ 93204 w 218744"/>
                  <a:gd name="connsiteY7" fmla="*/ 67522 h 154321"/>
                  <a:gd name="connsiteX8" fmla="*/ 66194 w 218744"/>
                  <a:gd name="connsiteY8" fmla="*/ 27288 h 154321"/>
                  <a:gd name="connsiteX9" fmla="*/ 35570 w 218744"/>
                  <a:gd name="connsiteY9" fmla="*/ 47405 h 154321"/>
                  <a:gd name="connsiteX10" fmla="*/ 35570 w 218744"/>
                  <a:gd name="connsiteY10" fmla="*/ 154229 h 154321"/>
                  <a:gd name="connsiteX11" fmla="*/ 1522 w 218744"/>
                  <a:gd name="connsiteY11" fmla="*/ 154229 h 154321"/>
                  <a:gd name="connsiteX12" fmla="*/ 1522 w 218744"/>
                  <a:gd name="connsiteY12" fmla="*/ 31200 h 154321"/>
                  <a:gd name="connsiteX13" fmla="*/ 0 w 218744"/>
                  <a:gd name="connsiteY13" fmla="*/ 4191 h 154321"/>
                  <a:gd name="connsiteX14" fmla="*/ 26630 w 218744"/>
                  <a:gd name="connsiteY14" fmla="*/ 4191 h 154321"/>
                  <a:gd name="connsiteX15" fmla="*/ 29958 w 218744"/>
                  <a:gd name="connsiteY15" fmla="*/ 22818 h 154321"/>
                  <a:gd name="connsiteX16" fmla="*/ 72281 w 218744"/>
                  <a:gd name="connsiteY16" fmla="*/ 0 h 154321"/>
                  <a:gd name="connsiteX17" fmla="*/ 118217 w 218744"/>
                  <a:gd name="connsiteY17" fmla="*/ 24028 h 154321"/>
                  <a:gd name="connsiteX18" fmla="*/ 164154 w 218744"/>
                  <a:gd name="connsiteY18" fmla="*/ 0 h 154321"/>
                  <a:gd name="connsiteX19" fmla="*/ 218745 w 218744"/>
                  <a:gd name="connsiteY19" fmla="*/ 68453 h 154321"/>
                  <a:gd name="connsiteX20" fmla="*/ 218745 w 218744"/>
                  <a:gd name="connsiteY20" fmla="*/ 154322 h 154321"/>
                  <a:gd name="connsiteX21" fmla="*/ 184697 w 218744"/>
                  <a:gd name="connsiteY21" fmla="*/ 154322 h 1543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18744" h="154321">
                    <a:moveTo>
                      <a:pt x="184982" y="154229"/>
                    </a:moveTo>
                    <a:lnTo>
                      <a:pt x="184982" y="67242"/>
                    </a:lnTo>
                    <a:cubicBezTo>
                      <a:pt x="184982" y="42655"/>
                      <a:pt x="179180" y="27288"/>
                      <a:pt x="157972" y="27288"/>
                    </a:cubicBezTo>
                    <a:cubicBezTo>
                      <a:pt x="144181" y="27288"/>
                      <a:pt x="133719" y="37160"/>
                      <a:pt x="126682" y="47405"/>
                    </a:cubicBezTo>
                    <a:cubicBezTo>
                      <a:pt x="126967" y="50106"/>
                      <a:pt x="127252" y="54297"/>
                      <a:pt x="127252" y="57277"/>
                    </a:cubicBezTo>
                    <a:lnTo>
                      <a:pt x="127252" y="154229"/>
                    </a:lnTo>
                    <a:lnTo>
                      <a:pt x="93204" y="154229"/>
                    </a:lnTo>
                    <a:lnTo>
                      <a:pt x="93204" y="67522"/>
                    </a:lnTo>
                    <a:cubicBezTo>
                      <a:pt x="93204" y="41724"/>
                      <a:pt x="88639" y="27288"/>
                      <a:pt x="66194" y="27288"/>
                    </a:cubicBezTo>
                    <a:cubicBezTo>
                      <a:pt x="53355" y="27288"/>
                      <a:pt x="42322" y="38092"/>
                      <a:pt x="35570" y="47405"/>
                    </a:cubicBezTo>
                    <a:lnTo>
                      <a:pt x="35570" y="154229"/>
                    </a:lnTo>
                    <a:lnTo>
                      <a:pt x="1522" y="154229"/>
                    </a:lnTo>
                    <a:lnTo>
                      <a:pt x="1522" y="31200"/>
                    </a:lnTo>
                    <a:cubicBezTo>
                      <a:pt x="1522" y="26077"/>
                      <a:pt x="285" y="9313"/>
                      <a:pt x="0" y="4191"/>
                    </a:cubicBezTo>
                    <a:lnTo>
                      <a:pt x="26630" y="4191"/>
                    </a:lnTo>
                    <a:lnTo>
                      <a:pt x="29958" y="22818"/>
                    </a:lnTo>
                    <a:cubicBezTo>
                      <a:pt x="40991" y="9872"/>
                      <a:pt x="55067" y="0"/>
                      <a:pt x="72281" y="0"/>
                    </a:cubicBezTo>
                    <a:cubicBezTo>
                      <a:pt x="96153" y="0"/>
                      <a:pt x="109087" y="9034"/>
                      <a:pt x="118217" y="24028"/>
                    </a:cubicBezTo>
                    <a:cubicBezTo>
                      <a:pt x="128013" y="11083"/>
                      <a:pt x="142755" y="0"/>
                      <a:pt x="164154" y="0"/>
                    </a:cubicBezTo>
                    <a:cubicBezTo>
                      <a:pt x="202481" y="0"/>
                      <a:pt x="218745" y="20676"/>
                      <a:pt x="218745" y="68453"/>
                    </a:cubicBezTo>
                    <a:lnTo>
                      <a:pt x="218745" y="154322"/>
                    </a:lnTo>
                    <a:lnTo>
                      <a:pt x="184697" y="15432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310333C5-3AA2-F5F2-F3FB-29C88DDB2EFB}"/>
                  </a:ext>
                </a:extLst>
              </p:cNvPr>
              <p:cNvSpPr/>
              <p:nvPr/>
            </p:nvSpPr>
            <p:spPr>
              <a:xfrm>
                <a:off x="7454879" y="3289300"/>
                <a:ext cx="36425" cy="216069"/>
              </a:xfrm>
              <a:custGeom>
                <a:avLst/>
                <a:gdLst>
                  <a:gd name="connsiteX0" fmla="*/ 0 w 36425"/>
                  <a:gd name="connsiteY0" fmla="*/ 32969 h 216069"/>
                  <a:gd name="connsiteX1" fmla="*/ 0 w 36425"/>
                  <a:gd name="connsiteY1" fmla="*/ 0 h 216069"/>
                  <a:gd name="connsiteX2" fmla="*/ 36426 w 36425"/>
                  <a:gd name="connsiteY2" fmla="*/ 0 h 216069"/>
                  <a:gd name="connsiteX3" fmla="*/ 36426 w 36425"/>
                  <a:gd name="connsiteY3" fmla="*/ 32969 h 216069"/>
                  <a:gd name="connsiteX4" fmla="*/ 0 w 36425"/>
                  <a:gd name="connsiteY4" fmla="*/ 32969 h 216069"/>
                  <a:gd name="connsiteX5" fmla="*/ 1236 w 36425"/>
                  <a:gd name="connsiteY5" fmla="*/ 216069 h 216069"/>
                  <a:gd name="connsiteX6" fmla="*/ 1236 w 36425"/>
                  <a:gd name="connsiteY6" fmla="*/ 66032 h 216069"/>
                  <a:gd name="connsiteX7" fmla="*/ 35284 w 36425"/>
                  <a:gd name="connsiteY7" fmla="*/ 66032 h 216069"/>
                  <a:gd name="connsiteX8" fmla="*/ 35284 w 36425"/>
                  <a:gd name="connsiteY8" fmla="*/ 216069 h 216069"/>
                  <a:gd name="connsiteX9" fmla="*/ 1236 w 36425"/>
                  <a:gd name="connsiteY9" fmla="*/ 216069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6425" h="216069">
                    <a:moveTo>
                      <a:pt x="0" y="32969"/>
                    </a:moveTo>
                    <a:lnTo>
                      <a:pt x="0" y="0"/>
                    </a:lnTo>
                    <a:lnTo>
                      <a:pt x="36426" y="0"/>
                    </a:lnTo>
                    <a:lnTo>
                      <a:pt x="36426" y="32969"/>
                    </a:lnTo>
                    <a:lnTo>
                      <a:pt x="0" y="32969"/>
                    </a:lnTo>
                    <a:close/>
                    <a:moveTo>
                      <a:pt x="1236" y="216069"/>
                    </a:moveTo>
                    <a:lnTo>
                      <a:pt x="1236" y="66032"/>
                    </a:lnTo>
                    <a:lnTo>
                      <a:pt x="35284" y="66032"/>
                    </a:lnTo>
                    <a:lnTo>
                      <a:pt x="35284" y="216069"/>
                    </a:lnTo>
                    <a:lnTo>
                      <a:pt x="1236" y="21606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5716727B-17A3-8563-6A18-34A14171F873}"/>
                  </a:ext>
                </a:extLst>
              </p:cNvPr>
              <p:cNvSpPr/>
              <p:nvPr/>
            </p:nvSpPr>
            <p:spPr>
              <a:xfrm>
                <a:off x="7520502" y="3351326"/>
                <a:ext cx="120689" cy="157954"/>
              </a:xfrm>
              <a:custGeom>
                <a:avLst/>
                <a:gdLst>
                  <a:gd name="connsiteX0" fmla="*/ 61914 w 120689"/>
                  <a:gd name="connsiteY0" fmla="*/ 157954 h 157954"/>
                  <a:gd name="connsiteX1" fmla="*/ 0 w 120689"/>
                  <a:gd name="connsiteY1" fmla="*/ 139048 h 157954"/>
                  <a:gd name="connsiteX2" fmla="*/ 15598 w 120689"/>
                  <a:gd name="connsiteY2" fmla="*/ 115299 h 157954"/>
                  <a:gd name="connsiteX3" fmla="*/ 60678 w 120689"/>
                  <a:gd name="connsiteY3" fmla="*/ 131784 h 157954"/>
                  <a:gd name="connsiteX4" fmla="*/ 85786 w 120689"/>
                  <a:gd name="connsiteY4" fmla="*/ 115020 h 157954"/>
                  <a:gd name="connsiteX5" fmla="*/ 55732 w 120689"/>
                  <a:gd name="connsiteY5" fmla="*/ 91271 h 157954"/>
                  <a:gd name="connsiteX6" fmla="*/ 6372 w 120689"/>
                  <a:gd name="connsiteY6" fmla="*/ 44145 h 157954"/>
                  <a:gd name="connsiteX7" fmla="*/ 64577 w 120689"/>
                  <a:gd name="connsiteY7" fmla="*/ 0 h 157954"/>
                  <a:gd name="connsiteX8" fmla="*/ 118788 w 120689"/>
                  <a:gd name="connsiteY8" fmla="*/ 16205 h 157954"/>
                  <a:gd name="connsiteX9" fmla="*/ 104427 w 120689"/>
                  <a:gd name="connsiteY9" fmla="*/ 39302 h 157954"/>
                  <a:gd name="connsiteX10" fmla="*/ 65528 w 120689"/>
                  <a:gd name="connsiteY10" fmla="*/ 26077 h 157954"/>
                  <a:gd name="connsiteX11" fmla="*/ 41276 w 120689"/>
                  <a:gd name="connsiteY11" fmla="*/ 41724 h 157954"/>
                  <a:gd name="connsiteX12" fmla="*/ 75895 w 120689"/>
                  <a:gd name="connsiteY12" fmla="*/ 64821 h 157954"/>
                  <a:gd name="connsiteX13" fmla="*/ 120690 w 120689"/>
                  <a:gd name="connsiteY13" fmla="*/ 113716 h 157954"/>
                  <a:gd name="connsiteX14" fmla="*/ 61819 w 120689"/>
                  <a:gd name="connsiteY14" fmla="*/ 157861 h 157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0689" h="157954">
                    <a:moveTo>
                      <a:pt x="61914" y="157954"/>
                    </a:moveTo>
                    <a:cubicBezTo>
                      <a:pt x="33097" y="157954"/>
                      <a:pt x="16263" y="149572"/>
                      <a:pt x="0" y="139048"/>
                    </a:cubicBezTo>
                    <a:lnTo>
                      <a:pt x="15598" y="115299"/>
                    </a:lnTo>
                    <a:cubicBezTo>
                      <a:pt x="28817" y="124612"/>
                      <a:pt x="44129" y="131784"/>
                      <a:pt x="60678" y="131784"/>
                    </a:cubicBezTo>
                    <a:cubicBezTo>
                      <a:pt x="77226" y="131784"/>
                      <a:pt x="85786" y="124612"/>
                      <a:pt x="85786" y="115020"/>
                    </a:cubicBezTo>
                    <a:cubicBezTo>
                      <a:pt x="85786" y="101795"/>
                      <a:pt x="76941" y="96672"/>
                      <a:pt x="55732" y="91271"/>
                    </a:cubicBezTo>
                    <a:cubicBezTo>
                      <a:pt x="32146" y="85310"/>
                      <a:pt x="6372" y="73855"/>
                      <a:pt x="6372" y="44145"/>
                    </a:cubicBezTo>
                    <a:cubicBezTo>
                      <a:pt x="6372" y="16578"/>
                      <a:pt x="30244" y="0"/>
                      <a:pt x="64577" y="0"/>
                    </a:cubicBezTo>
                    <a:cubicBezTo>
                      <a:pt x="86356" y="0"/>
                      <a:pt x="101669" y="4191"/>
                      <a:pt x="118788" y="16205"/>
                    </a:cubicBezTo>
                    <a:lnTo>
                      <a:pt x="104427" y="39302"/>
                    </a:lnTo>
                    <a:cubicBezTo>
                      <a:pt x="91207" y="29430"/>
                      <a:pt x="74659" y="26077"/>
                      <a:pt x="65528" y="26077"/>
                    </a:cubicBezTo>
                    <a:cubicBezTo>
                      <a:pt x="48029" y="26077"/>
                      <a:pt x="41276" y="32410"/>
                      <a:pt x="41276" y="41724"/>
                    </a:cubicBezTo>
                    <a:cubicBezTo>
                      <a:pt x="41276" y="54669"/>
                      <a:pt x="52594" y="58488"/>
                      <a:pt x="75895" y="64821"/>
                    </a:cubicBezTo>
                    <a:cubicBezTo>
                      <a:pt x="95487" y="69943"/>
                      <a:pt x="120690" y="80095"/>
                      <a:pt x="120690" y="113716"/>
                    </a:cubicBezTo>
                    <a:cubicBezTo>
                      <a:pt x="120690" y="144915"/>
                      <a:pt x="90922" y="157861"/>
                      <a:pt x="61819" y="157861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2CA8D925-3391-7908-2985-4862B809CE46}"/>
                  </a:ext>
                </a:extLst>
              </p:cNvPr>
              <p:cNvSpPr/>
              <p:nvPr/>
            </p:nvSpPr>
            <p:spPr>
              <a:xfrm>
                <a:off x="7658502" y="3351326"/>
                <a:ext cx="120689" cy="157954"/>
              </a:xfrm>
              <a:custGeom>
                <a:avLst/>
                <a:gdLst>
                  <a:gd name="connsiteX0" fmla="*/ 61914 w 120689"/>
                  <a:gd name="connsiteY0" fmla="*/ 157954 h 157954"/>
                  <a:gd name="connsiteX1" fmla="*/ 0 w 120689"/>
                  <a:gd name="connsiteY1" fmla="*/ 139048 h 157954"/>
                  <a:gd name="connsiteX2" fmla="*/ 15597 w 120689"/>
                  <a:gd name="connsiteY2" fmla="*/ 115299 h 157954"/>
                  <a:gd name="connsiteX3" fmla="*/ 60678 w 120689"/>
                  <a:gd name="connsiteY3" fmla="*/ 131784 h 157954"/>
                  <a:gd name="connsiteX4" fmla="*/ 85786 w 120689"/>
                  <a:gd name="connsiteY4" fmla="*/ 115020 h 157954"/>
                  <a:gd name="connsiteX5" fmla="*/ 55732 w 120689"/>
                  <a:gd name="connsiteY5" fmla="*/ 91271 h 157954"/>
                  <a:gd name="connsiteX6" fmla="*/ 6372 w 120689"/>
                  <a:gd name="connsiteY6" fmla="*/ 44145 h 157954"/>
                  <a:gd name="connsiteX7" fmla="*/ 64577 w 120689"/>
                  <a:gd name="connsiteY7" fmla="*/ 0 h 157954"/>
                  <a:gd name="connsiteX8" fmla="*/ 118788 w 120689"/>
                  <a:gd name="connsiteY8" fmla="*/ 16205 h 157954"/>
                  <a:gd name="connsiteX9" fmla="*/ 104427 w 120689"/>
                  <a:gd name="connsiteY9" fmla="*/ 39302 h 157954"/>
                  <a:gd name="connsiteX10" fmla="*/ 65528 w 120689"/>
                  <a:gd name="connsiteY10" fmla="*/ 26077 h 157954"/>
                  <a:gd name="connsiteX11" fmla="*/ 41276 w 120689"/>
                  <a:gd name="connsiteY11" fmla="*/ 41724 h 157954"/>
                  <a:gd name="connsiteX12" fmla="*/ 75895 w 120689"/>
                  <a:gd name="connsiteY12" fmla="*/ 64821 h 157954"/>
                  <a:gd name="connsiteX13" fmla="*/ 120690 w 120689"/>
                  <a:gd name="connsiteY13" fmla="*/ 113716 h 157954"/>
                  <a:gd name="connsiteX14" fmla="*/ 61819 w 120689"/>
                  <a:gd name="connsiteY14" fmla="*/ 157861 h 157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0689" h="157954">
                    <a:moveTo>
                      <a:pt x="61914" y="157954"/>
                    </a:moveTo>
                    <a:cubicBezTo>
                      <a:pt x="33097" y="157954"/>
                      <a:pt x="16263" y="149572"/>
                      <a:pt x="0" y="139048"/>
                    </a:cubicBezTo>
                    <a:lnTo>
                      <a:pt x="15597" y="115299"/>
                    </a:lnTo>
                    <a:cubicBezTo>
                      <a:pt x="28817" y="124612"/>
                      <a:pt x="44129" y="131784"/>
                      <a:pt x="60678" y="131784"/>
                    </a:cubicBezTo>
                    <a:cubicBezTo>
                      <a:pt x="77226" y="131784"/>
                      <a:pt x="85786" y="124612"/>
                      <a:pt x="85786" y="115020"/>
                    </a:cubicBezTo>
                    <a:cubicBezTo>
                      <a:pt x="85786" y="101795"/>
                      <a:pt x="76941" y="96672"/>
                      <a:pt x="55732" y="91271"/>
                    </a:cubicBezTo>
                    <a:cubicBezTo>
                      <a:pt x="32146" y="85310"/>
                      <a:pt x="6372" y="73855"/>
                      <a:pt x="6372" y="44145"/>
                    </a:cubicBezTo>
                    <a:cubicBezTo>
                      <a:pt x="6372" y="16578"/>
                      <a:pt x="30244" y="0"/>
                      <a:pt x="64577" y="0"/>
                    </a:cubicBezTo>
                    <a:cubicBezTo>
                      <a:pt x="86356" y="0"/>
                      <a:pt x="101669" y="4191"/>
                      <a:pt x="118788" y="16205"/>
                    </a:cubicBezTo>
                    <a:lnTo>
                      <a:pt x="104427" y="39302"/>
                    </a:lnTo>
                    <a:cubicBezTo>
                      <a:pt x="91207" y="29430"/>
                      <a:pt x="74659" y="26077"/>
                      <a:pt x="65528" y="26077"/>
                    </a:cubicBezTo>
                    <a:cubicBezTo>
                      <a:pt x="48029" y="26077"/>
                      <a:pt x="41276" y="32410"/>
                      <a:pt x="41276" y="41724"/>
                    </a:cubicBezTo>
                    <a:cubicBezTo>
                      <a:pt x="41276" y="54669"/>
                      <a:pt x="52594" y="58488"/>
                      <a:pt x="75895" y="64821"/>
                    </a:cubicBezTo>
                    <a:cubicBezTo>
                      <a:pt x="95487" y="69943"/>
                      <a:pt x="120690" y="80095"/>
                      <a:pt x="120690" y="113716"/>
                    </a:cubicBezTo>
                    <a:cubicBezTo>
                      <a:pt x="120690" y="144915"/>
                      <a:pt x="90922" y="157861"/>
                      <a:pt x="61819" y="157861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22F620BF-CAAB-CA3F-742F-00890527317C}"/>
                  </a:ext>
                </a:extLst>
              </p:cNvPr>
              <p:cNvSpPr/>
              <p:nvPr/>
            </p:nvSpPr>
            <p:spPr>
              <a:xfrm>
                <a:off x="7812954" y="3289300"/>
                <a:ext cx="36425" cy="216069"/>
              </a:xfrm>
              <a:custGeom>
                <a:avLst/>
                <a:gdLst>
                  <a:gd name="connsiteX0" fmla="*/ 0 w 36425"/>
                  <a:gd name="connsiteY0" fmla="*/ 32969 h 216069"/>
                  <a:gd name="connsiteX1" fmla="*/ 0 w 36425"/>
                  <a:gd name="connsiteY1" fmla="*/ 0 h 216069"/>
                  <a:gd name="connsiteX2" fmla="*/ 36426 w 36425"/>
                  <a:gd name="connsiteY2" fmla="*/ 0 h 216069"/>
                  <a:gd name="connsiteX3" fmla="*/ 36426 w 36425"/>
                  <a:gd name="connsiteY3" fmla="*/ 32969 h 216069"/>
                  <a:gd name="connsiteX4" fmla="*/ 0 w 36425"/>
                  <a:gd name="connsiteY4" fmla="*/ 32969 h 216069"/>
                  <a:gd name="connsiteX5" fmla="*/ 1236 w 36425"/>
                  <a:gd name="connsiteY5" fmla="*/ 216069 h 216069"/>
                  <a:gd name="connsiteX6" fmla="*/ 1236 w 36425"/>
                  <a:gd name="connsiteY6" fmla="*/ 66032 h 216069"/>
                  <a:gd name="connsiteX7" fmla="*/ 35284 w 36425"/>
                  <a:gd name="connsiteY7" fmla="*/ 66032 h 216069"/>
                  <a:gd name="connsiteX8" fmla="*/ 35284 w 36425"/>
                  <a:gd name="connsiteY8" fmla="*/ 216069 h 216069"/>
                  <a:gd name="connsiteX9" fmla="*/ 1236 w 36425"/>
                  <a:gd name="connsiteY9" fmla="*/ 216069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6425" h="216069">
                    <a:moveTo>
                      <a:pt x="0" y="32969"/>
                    </a:moveTo>
                    <a:lnTo>
                      <a:pt x="0" y="0"/>
                    </a:lnTo>
                    <a:lnTo>
                      <a:pt x="36426" y="0"/>
                    </a:lnTo>
                    <a:lnTo>
                      <a:pt x="36426" y="32969"/>
                    </a:lnTo>
                    <a:lnTo>
                      <a:pt x="0" y="32969"/>
                    </a:lnTo>
                    <a:close/>
                    <a:moveTo>
                      <a:pt x="1236" y="216069"/>
                    </a:moveTo>
                    <a:lnTo>
                      <a:pt x="1236" y="66032"/>
                    </a:lnTo>
                    <a:lnTo>
                      <a:pt x="35284" y="66032"/>
                    </a:lnTo>
                    <a:lnTo>
                      <a:pt x="35284" y="216069"/>
                    </a:lnTo>
                    <a:lnTo>
                      <a:pt x="1236" y="21606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B02D4472-A666-146F-58D8-7DEBC4D38442}"/>
                  </a:ext>
                </a:extLst>
              </p:cNvPr>
              <p:cNvSpPr/>
              <p:nvPr/>
            </p:nvSpPr>
            <p:spPr>
              <a:xfrm>
                <a:off x="7884664" y="3351140"/>
                <a:ext cx="147795" cy="158419"/>
              </a:xfrm>
              <a:custGeom>
                <a:avLst/>
                <a:gdLst>
                  <a:gd name="connsiteX0" fmla="*/ 73898 w 147795"/>
                  <a:gd name="connsiteY0" fmla="*/ 158420 h 158419"/>
                  <a:gd name="connsiteX1" fmla="*/ 0 w 147795"/>
                  <a:gd name="connsiteY1" fmla="*/ 78605 h 158419"/>
                  <a:gd name="connsiteX2" fmla="*/ 73898 w 147795"/>
                  <a:gd name="connsiteY2" fmla="*/ 0 h 158419"/>
                  <a:gd name="connsiteX3" fmla="*/ 147795 w 147795"/>
                  <a:gd name="connsiteY3" fmla="*/ 78605 h 158419"/>
                  <a:gd name="connsiteX4" fmla="*/ 73898 w 147795"/>
                  <a:gd name="connsiteY4" fmla="*/ 158420 h 158419"/>
                  <a:gd name="connsiteX5" fmla="*/ 73898 w 147795"/>
                  <a:gd name="connsiteY5" fmla="*/ 26357 h 158419"/>
                  <a:gd name="connsiteX6" fmla="*/ 34714 w 147795"/>
                  <a:gd name="connsiteY6" fmla="*/ 78605 h 158419"/>
                  <a:gd name="connsiteX7" fmla="*/ 73898 w 147795"/>
                  <a:gd name="connsiteY7" fmla="*/ 132063 h 158419"/>
                  <a:gd name="connsiteX8" fmla="*/ 113081 w 147795"/>
                  <a:gd name="connsiteY8" fmla="*/ 78605 h 158419"/>
                  <a:gd name="connsiteX9" fmla="*/ 73898 w 147795"/>
                  <a:gd name="connsiteY9" fmla="*/ 26357 h 158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7795" h="158419">
                    <a:moveTo>
                      <a:pt x="73898" y="158420"/>
                    </a:moveTo>
                    <a:cubicBezTo>
                      <a:pt x="26725" y="158420"/>
                      <a:pt x="0" y="124799"/>
                      <a:pt x="0" y="78605"/>
                    </a:cubicBezTo>
                    <a:cubicBezTo>
                      <a:pt x="0" y="32410"/>
                      <a:pt x="27581" y="0"/>
                      <a:pt x="73898" y="0"/>
                    </a:cubicBezTo>
                    <a:cubicBezTo>
                      <a:pt x="120214" y="0"/>
                      <a:pt x="147795" y="32410"/>
                      <a:pt x="147795" y="78605"/>
                    </a:cubicBezTo>
                    <a:cubicBezTo>
                      <a:pt x="147795" y="124799"/>
                      <a:pt x="120214" y="158420"/>
                      <a:pt x="73898" y="158420"/>
                    </a:cubicBezTo>
                    <a:close/>
                    <a:moveTo>
                      <a:pt x="73898" y="26357"/>
                    </a:moveTo>
                    <a:cubicBezTo>
                      <a:pt x="47838" y="26357"/>
                      <a:pt x="34714" y="47405"/>
                      <a:pt x="34714" y="78605"/>
                    </a:cubicBezTo>
                    <a:cubicBezTo>
                      <a:pt x="34714" y="109804"/>
                      <a:pt x="48504" y="132063"/>
                      <a:pt x="73898" y="132063"/>
                    </a:cubicBezTo>
                    <a:cubicBezTo>
                      <a:pt x="99291" y="132063"/>
                      <a:pt x="113081" y="109897"/>
                      <a:pt x="113081" y="78605"/>
                    </a:cubicBezTo>
                    <a:cubicBezTo>
                      <a:pt x="113081" y="47312"/>
                      <a:pt x="99006" y="26357"/>
                      <a:pt x="73898" y="26357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9890BF75-2196-3786-420D-6A7007277543}"/>
                  </a:ext>
                </a:extLst>
              </p:cNvPr>
              <p:cNvSpPr/>
              <p:nvPr/>
            </p:nvSpPr>
            <p:spPr>
              <a:xfrm>
                <a:off x="8066222" y="3351140"/>
                <a:ext cx="130105" cy="154228"/>
              </a:xfrm>
              <a:custGeom>
                <a:avLst/>
                <a:gdLst>
                  <a:gd name="connsiteX0" fmla="*/ 96248 w 130105"/>
                  <a:gd name="connsiteY0" fmla="*/ 154229 h 154228"/>
                  <a:gd name="connsiteX1" fmla="*/ 96248 w 130105"/>
                  <a:gd name="connsiteY1" fmla="*/ 67242 h 154228"/>
                  <a:gd name="connsiteX2" fmla="*/ 67716 w 130105"/>
                  <a:gd name="connsiteY2" fmla="*/ 27288 h 154228"/>
                  <a:gd name="connsiteX3" fmla="*/ 35570 w 130105"/>
                  <a:gd name="connsiteY3" fmla="*/ 47684 h 154228"/>
                  <a:gd name="connsiteX4" fmla="*/ 35570 w 130105"/>
                  <a:gd name="connsiteY4" fmla="*/ 154229 h 154228"/>
                  <a:gd name="connsiteX5" fmla="*/ 1522 w 130105"/>
                  <a:gd name="connsiteY5" fmla="*/ 154229 h 154228"/>
                  <a:gd name="connsiteX6" fmla="*/ 1522 w 130105"/>
                  <a:gd name="connsiteY6" fmla="*/ 31200 h 154228"/>
                  <a:gd name="connsiteX7" fmla="*/ 0 w 130105"/>
                  <a:gd name="connsiteY7" fmla="*/ 4191 h 154228"/>
                  <a:gd name="connsiteX8" fmla="*/ 26630 w 130105"/>
                  <a:gd name="connsiteY8" fmla="*/ 4191 h 154228"/>
                  <a:gd name="connsiteX9" fmla="*/ 29958 w 130105"/>
                  <a:gd name="connsiteY9" fmla="*/ 23376 h 154228"/>
                  <a:gd name="connsiteX10" fmla="*/ 75895 w 130105"/>
                  <a:gd name="connsiteY10" fmla="*/ 0 h 154228"/>
                  <a:gd name="connsiteX11" fmla="*/ 130105 w 130105"/>
                  <a:gd name="connsiteY11" fmla="*/ 69291 h 154228"/>
                  <a:gd name="connsiteX12" fmla="*/ 130105 w 130105"/>
                  <a:gd name="connsiteY12" fmla="*/ 154229 h 154228"/>
                  <a:gd name="connsiteX13" fmla="*/ 96057 w 130105"/>
                  <a:gd name="connsiteY13" fmla="*/ 154229 h 1542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30105" h="154228">
                    <a:moveTo>
                      <a:pt x="96248" y="154229"/>
                    </a:moveTo>
                    <a:lnTo>
                      <a:pt x="96248" y="67242"/>
                    </a:lnTo>
                    <a:cubicBezTo>
                      <a:pt x="96248" y="42934"/>
                      <a:pt x="91017" y="27288"/>
                      <a:pt x="67716" y="27288"/>
                    </a:cubicBezTo>
                    <a:cubicBezTo>
                      <a:pt x="53925" y="27288"/>
                      <a:pt x="43178" y="37533"/>
                      <a:pt x="35570" y="47684"/>
                    </a:cubicBezTo>
                    <a:lnTo>
                      <a:pt x="35570" y="154229"/>
                    </a:lnTo>
                    <a:lnTo>
                      <a:pt x="1522" y="154229"/>
                    </a:lnTo>
                    <a:lnTo>
                      <a:pt x="1522" y="31200"/>
                    </a:lnTo>
                    <a:cubicBezTo>
                      <a:pt x="1522" y="26077"/>
                      <a:pt x="285" y="9313"/>
                      <a:pt x="0" y="4191"/>
                    </a:cubicBezTo>
                    <a:lnTo>
                      <a:pt x="26630" y="4191"/>
                    </a:lnTo>
                    <a:lnTo>
                      <a:pt x="29958" y="23376"/>
                    </a:lnTo>
                    <a:cubicBezTo>
                      <a:pt x="39184" y="10803"/>
                      <a:pt x="54781" y="0"/>
                      <a:pt x="75895" y="0"/>
                    </a:cubicBezTo>
                    <a:cubicBezTo>
                      <a:pt x="115459" y="0"/>
                      <a:pt x="130105" y="21048"/>
                      <a:pt x="130105" y="69291"/>
                    </a:cubicBezTo>
                    <a:lnTo>
                      <a:pt x="130105" y="154229"/>
                    </a:lnTo>
                    <a:lnTo>
                      <a:pt x="96057" y="15422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</p:grp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91CA284C-7B4A-D53D-DD62-F2EB25C7B36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63379" y="247853"/>
            <a:ext cx="1513752" cy="662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9132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35">
          <p15:clr>
            <a:srgbClr val="A4A3A4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C174D87-39DB-2B73-6759-F472235731B9}"/>
              </a:ext>
            </a:extLst>
          </p:cNvPr>
          <p:cNvSpPr/>
          <p:nvPr userDrawn="1"/>
        </p:nvSpPr>
        <p:spPr>
          <a:xfrm>
            <a:off x="1" y="1219200"/>
            <a:ext cx="12187994" cy="5638800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tx2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K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CF85D42-E92D-5BA4-5105-7714CE706F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2913" y="3429000"/>
            <a:ext cx="11306175" cy="1152525"/>
          </a:xfrm>
        </p:spPr>
        <p:txBody>
          <a:bodyPr anchor="b" anchorCtr="0">
            <a:noAutofit/>
          </a:bodyPr>
          <a:lstStyle>
            <a:lvl1pPr algn="l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E72C1F2D-BA53-23BE-B1AF-06B8F257F8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2914" y="4972430"/>
            <a:ext cx="7632700" cy="307777"/>
          </a:xfrm>
        </p:spPr>
        <p:txBody>
          <a:bodyPr anchor="t" anchorCtr="0">
            <a:sp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DK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370E09-FD71-697C-DFDB-209CC845942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98761"/>
            <a:ext cx="12192000" cy="307777"/>
          </a:xfrm>
          <a:prstGeom prst="rect">
            <a:avLst/>
          </a:prstGeom>
        </p:spPr>
      </p:pic>
      <p:grpSp>
        <p:nvGrpSpPr>
          <p:cNvPr id="2" name="Graphic 17">
            <a:extLst>
              <a:ext uri="{FF2B5EF4-FFF2-40B4-BE49-F238E27FC236}">
                <a16:creationId xmlns:a16="http://schemas.microsoft.com/office/drawing/2014/main" id="{203A648B-D86D-889D-0659-F8336B3DE28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9103088" y="6458998"/>
            <a:ext cx="2646000" cy="177687"/>
            <a:chOff x="3994150" y="3289300"/>
            <a:chExt cx="4202178" cy="282193"/>
          </a:xfrm>
          <a:solidFill>
            <a:schemeClr val="bg1"/>
          </a:solidFill>
        </p:grpSpPr>
        <p:grpSp>
          <p:nvGrpSpPr>
            <p:cNvPr id="9" name="Graphic 17">
              <a:extLst>
                <a:ext uri="{FF2B5EF4-FFF2-40B4-BE49-F238E27FC236}">
                  <a16:creationId xmlns:a16="http://schemas.microsoft.com/office/drawing/2014/main" id="{90A93326-3153-94A2-69F9-ED714E4B8886}"/>
                </a:ext>
              </a:extLst>
            </p:cNvPr>
            <p:cNvGrpSpPr/>
            <p:nvPr/>
          </p:nvGrpSpPr>
          <p:grpSpPr>
            <a:xfrm>
              <a:off x="3994150" y="3289300"/>
              <a:ext cx="2355593" cy="276140"/>
              <a:chOff x="3994150" y="3289300"/>
              <a:chExt cx="2355593" cy="276140"/>
            </a:xfrm>
            <a:grpFill/>
          </p:grpSpPr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5A17B684-55E9-ED0E-A3BD-03B47FB2DC9C}"/>
                  </a:ext>
                </a:extLst>
              </p:cNvPr>
              <p:cNvSpPr/>
              <p:nvPr/>
            </p:nvSpPr>
            <p:spPr>
              <a:xfrm>
                <a:off x="3994150" y="3293770"/>
                <a:ext cx="153596" cy="211598"/>
              </a:xfrm>
              <a:custGeom>
                <a:avLst/>
                <a:gdLst>
                  <a:gd name="connsiteX0" fmla="*/ 86452 w 153596"/>
                  <a:gd name="connsiteY0" fmla="*/ 16857 h 211598"/>
                  <a:gd name="connsiteX1" fmla="*/ 86452 w 153596"/>
                  <a:gd name="connsiteY1" fmla="*/ 211599 h 211598"/>
                  <a:gd name="connsiteX2" fmla="*/ 67145 w 153596"/>
                  <a:gd name="connsiteY2" fmla="*/ 211599 h 211598"/>
                  <a:gd name="connsiteX3" fmla="*/ 67145 w 153596"/>
                  <a:gd name="connsiteY3" fmla="*/ 16857 h 211598"/>
                  <a:gd name="connsiteX4" fmla="*/ 0 w 153596"/>
                  <a:gd name="connsiteY4" fmla="*/ 16857 h 211598"/>
                  <a:gd name="connsiteX5" fmla="*/ 0 w 153596"/>
                  <a:gd name="connsiteY5" fmla="*/ 0 h 211598"/>
                  <a:gd name="connsiteX6" fmla="*/ 153597 w 153596"/>
                  <a:gd name="connsiteY6" fmla="*/ 0 h 211598"/>
                  <a:gd name="connsiteX7" fmla="*/ 153597 w 153596"/>
                  <a:gd name="connsiteY7" fmla="*/ 16764 h 211598"/>
                  <a:gd name="connsiteX8" fmla="*/ 86452 w 153596"/>
                  <a:gd name="connsiteY8" fmla="*/ 16764 h 2115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3596" h="211598">
                    <a:moveTo>
                      <a:pt x="86452" y="16857"/>
                    </a:moveTo>
                    <a:lnTo>
                      <a:pt x="86452" y="211599"/>
                    </a:lnTo>
                    <a:lnTo>
                      <a:pt x="67145" y="211599"/>
                    </a:lnTo>
                    <a:lnTo>
                      <a:pt x="67145" y="16857"/>
                    </a:lnTo>
                    <a:lnTo>
                      <a:pt x="0" y="16857"/>
                    </a:lnTo>
                    <a:lnTo>
                      <a:pt x="0" y="0"/>
                    </a:lnTo>
                    <a:lnTo>
                      <a:pt x="153597" y="0"/>
                    </a:lnTo>
                    <a:lnTo>
                      <a:pt x="153597" y="16764"/>
                    </a:lnTo>
                    <a:lnTo>
                      <a:pt x="86452" y="16764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50E18322-7D00-D883-977F-F877B7A55A33}"/>
                  </a:ext>
                </a:extLst>
              </p:cNvPr>
              <p:cNvSpPr/>
              <p:nvPr/>
            </p:nvSpPr>
            <p:spPr>
              <a:xfrm>
                <a:off x="4182936" y="3289300"/>
                <a:ext cx="113461" cy="216162"/>
              </a:xfrm>
              <a:custGeom>
                <a:avLst/>
                <a:gdLst>
                  <a:gd name="connsiteX0" fmla="*/ 94726 w 113461"/>
                  <a:gd name="connsiteY0" fmla="*/ 216069 h 216162"/>
                  <a:gd name="connsiteX1" fmla="*/ 94726 w 113461"/>
                  <a:gd name="connsiteY1" fmla="*/ 120701 h 216162"/>
                  <a:gd name="connsiteX2" fmla="*/ 58586 w 113461"/>
                  <a:gd name="connsiteY2" fmla="*/ 78418 h 216162"/>
                  <a:gd name="connsiteX3" fmla="*/ 18736 w 113461"/>
                  <a:gd name="connsiteY3" fmla="*/ 102726 h 216162"/>
                  <a:gd name="connsiteX4" fmla="*/ 18736 w 113461"/>
                  <a:gd name="connsiteY4" fmla="*/ 216162 h 216162"/>
                  <a:gd name="connsiteX5" fmla="*/ 0 w 113461"/>
                  <a:gd name="connsiteY5" fmla="*/ 216162 h 216162"/>
                  <a:gd name="connsiteX6" fmla="*/ 0 w 113461"/>
                  <a:gd name="connsiteY6" fmla="*/ 0 h 216162"/>
                  <a:gd name="connsiteX7" fmla="*/ 18736 w 113461"/>
                  <a:gd name="connsiteY7" fmla="*/ 0 h 216162"/>
                  <a:gd name="connsiteX8" fmla="*/ 18736 w 113461"/>
                  <a:gd name="connsiteY8" fmla="*/ 84658 h 216162"/>
                  <a:gd name="connsiteX9" fmla="*/ 62580 w 113461"/>
                  <a:gd name="connsiteY9" fmla="*/ 62772 h 216162"/>
                  <a:gd name="connsiteX10" fmla="*/ 113462 w 113461"/>
                  <a:gd name="connsiteY10" fmla="*/ 122191 h 216162"/>
                  <a:gd name="connsiteX11" fmla="*/ 113462 w 113461"/>
                  <a:gd name="connsiteY11" fmla="*/ 216162 h 216162"/>
                  <a:gd name="connsiteX12" fmla="*/ 94726 w 113461"/>
                  <a:gd name="connsiteY12" fmla="*/ 216162 h 216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3461" h="216162">
                    <a:moveTo>
                      <a:pt x="94726" y="216069"/>
                    </a:moveTo>
                    <a:lnTo>
                      <a:pt x="94726" y="120701"/>
                    </a:lnTo>
                    <a:cubicBezTo>
                      <a:pt x="94726" y="93133"/>
                      <a:pt x="83694" y="78418"/>
                      <a:pt x="58586" y="78418"/>
                    </a:cubicBezTo>
                    <a:cubicBezTo>
                      <a:pt x="39850" y="78418"/>
                      <a:pt x="26725" y="90991"/>
                      <a:pt x="18736" y="102726"/>
                    </a:cubicBezTo>
                    <a:lnTo>
                      <a:pt x="18736" y="216162"/>
                    </a:lnTo>
                    <a:lnTo>
                      <a:pt x="0" y="216162"/>
                    </a:lnTo>
                    <a:lnTo>
                      <a:pt x="0" y="0"/>
                    </a:lnTo>
                    <a:lnTo>
                      <a:pt x="18736" y="0"/>
                    </a:lnTo>
                    <a:lnTo>
                      <a:pt x="18736" y="84658"/>
                    </a:lnTo>
                    <a:cubicBezTo>
                      <a:pt x="28532" y="71713"/>
                      <a:pt x="43844" y="62772"/>
                      <a:pt x="62580" y="62772"/>
                    </a:cubicBezTo>
                    <a:cubicBezTo>
                      <a:pt x="101193" y="62772"/>
                      <a:pt x="113462" y="86800"/>
                      <a:pt x="113462" y="122191"/>
                    </a:cubicBezTo>
                    <a:lnTo>
                      <a:pt x="113462" y="216162"/>
                    </a:lnTo>
                    <a:lnTo>
                      <a:pt x="94726" y="21616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92073611-9379-F0B8-C946-4FCA03431637}"/>
                  </a:ext>
                </a:extLst>
              </p:cNvPr>
              <p:cNvSpPr/>
              <p:nvPr/>
            </p:nvSpPr>
            <p:spPr>
              <a:xfrm>
                <a:off x="4338434" y="3352071"/>
                <a:ext cx="128108" cy="156650"/>
              </a:xfrm>
              <a:custGeom>
                <a:avLst/>
                <a:gdLst>
                  <a:gd name="connsiteX0" fmla="*/ 19877 w 128108"/>
                  <a:gd name="connsiteY0" fmla="*/ 84006 h 156650"/>
                  <a:gd name="connsiteX1" fmla="*/ 70759 w 128108"/>
                  <a:gd name="connsiteY1" fmla="*/ 141004 h 156650"/>
                  <a:gd name="connsiteX2" fmla="*/ 113937 w 128108"/>
                  <a:gd name="connsiteY2" fmla="*/ 125730 h 156650"/>
                  <a:gd name="connsiteX3" fmla="*/ 123163 w 128108"/>
                  <a:gd name="connsiteY3" fmla="*/ 138303 h 156650"/>
                  <a:gd name="connsiteX4" fmla="*/ 70759 w 128108"/>
                  <a:gd name="connsiteY4" fmla="*/ 156650 h 156650"/>
                  <a:gd name="connsiteX5" fmla="*/ 0 w 128108"/>
                  <a:gd name="connsiteY5" fmla="*/ 79815 h 156650"/>
                  <a:gd name="connsiteX6" fmla="*/ 65623 w 128108"/>
                  <a:gd name="connsiteY6" fmla="*/ 0 h 156650"/>
                  <a:gd name="connsiteX7" fmla="*/ 128108 w 128108"/>
                  <a:gd name="connsiteY7" fmla="*/ 84006 h 156650"/>
                  <a:gd name="connsiteX8" fmla="*/ 19877 w 128108"/>
                  <a:gd name="connsiteY8" fmla="*/ 84006 h 156650"/>
                  <a:gd name="connsiteX9" fmla="*/ 65528 w 128108"/>
                  <a:gd name="connsiteY9" fmla="*/ 14994 h 156650"/>
                  <a:gd name="connsiteX10" fmla="*/ 19877 w 128108"/>
                  <a:gd name="connsiteY10" fmla="*/ 69012 h 156650"/>
                  <a:gd name="connsiteX11" fmla="*/ 108802 w 128108"/>
                  <a:gd name="connsiteY11" fmla="*/ 69012 h 156650"/>
                  <a:gd name="connsiteX12" fmla="*/ 65623 w 128108"/>
                  <a:gd name="connsiteY12" fmla="*/ 14994 h 156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8108" h="156650">
                    <a:moveTo>
                      <a:pt x="19877" y="84006"/>
                    </a:moveTo>
                    <a:cubicBezTo>
                      <a:pt x="21399" y="122377"/>
                      <a:pt x="44700" y="141004"/>
                      <a:pt x="70759" y="141004"/>
                    </a:cubicBezTo>
                    <a:cubicBezTo>
                      <a:pt x="88829" y="141004"/>
                      <a:pt x="103285" y="133833"/>
                      <a:pt x="113937" y="125730"/>
                    </a:cubicBezTo>
                    <a:lnTo>
                      <a:pt x="123163" y="138303"/>
                    </a:lnTo>
                    <a:cubicBezTo>
                      <a:pt x="109087" y="149106"/>
                      <a:pt x="92824" y="156650"/>
                      <a:pt x="70759" y="156650"/>
                    </a:cubicBezTo>
                    <a:cubicBezTo>
                      <a:pt x="30910" y="156650"/>
                      <a:pt x="0" y="129642"/>
                      <a:pt x="0" y="79815"/>
                    </a:cubicBezTo>
                    <a:cubicBezTo>
                      <a:pt x="0" y="26077"/>
                      <a:pt x="31575" y="0"/>
                      <a:pt x="65623" y="0"/>
                    </a:cubicBezTo>
                    <a:cubicBezTo>
                      <a:pt x="113747" y="0"/>
                      <a:pt x="128108" y="36881"/>
                      <a:pt x="128108" y="84006"/>
                    </a:cubicBezTo>
                    <a:lnTo>
                      <a:pt x="19877" y="84006"/>
                    </a:lnTo>
                    <a:close/>
                    <a:moveTo>
                      <a:pt x="65528" y="14994"/>
                    </a:moveTo>
                    <a:cubicBezTo>
                      <a:pt x="40991" y="14994"/>
                      <a:pt x="22350" y="32969"/>
                      <a:pt x="19877" y="69012"/>
                    </a:cubicBezTo>
                    <a:lnTo>
                      <a:pt x="108802" y="69012"/>
                    </a:lnTo>
                    <a:cubicBezTo>
                      <a:pt x="108231" y="32690"/>
                      <a:pt x="92824" y="14994"/>
                      <a:pt x="65623" y="14994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20B4F7B7-0F99-5CCB-ACE0-8039DD9BF07C}"/>
                  </a:ext>
                </a:extLst>
              </p:cNvPr>
              <p:cNvSpPr/>
              <p:nvPr/>
            </p:nvSpPr>
            <p:spPr>
              <a:xfrm>
                <a:off x="4595317" y="3352071"/>
                <a:ext cx="123828" cy="213368"/>
              </a:xfrm>
              <a:custGeom>
                <a:avLst/>
                <a:gdLst>
                  <a:gd name="connsiteX0" fmla="*/ 62865 w 123828"/>
                  <a:gd name="connsiteY0" fmla="*/ 156650 h 213368"/>
                  <a:gd name="connsiteX1" fmla="*/ 19687 w 123828"/>
                  <a:gd name="connsiteY1" fmla="*/ 138676 h 213368"/>
                  <a:gd name="connsiteX2" fmla="*/ 19687 w 123828"/>
                  <a:gd name="connsiteY2" fmla="*/ 213368 h 213368"/>
                  <a:gd name="connsiteX3" fmla="*/ 951 w 123828"/>
                  <a:gd name="connsiteY3" fmla="*/ 213368 h 213368"/>
                  <a:gd name="connsiteX4" fmla="*/ 951 w 123828"/>
                  <a:gd name="connsiteY4" fmla="*/ 31479 h 213368"/>
                  <a:gd name="connsiteX5" fmla="*/ 0 w 123828"/>
                  <a:gd name="connsiteY5" fmla="*/ 3260 h 213368"/>
                  <a:gd name="connsiteX6" fmla="*/ 15597 w 123828"/>
                  <a:gd name="connsiteY6" fmla="*/ 3260 h 213368"/>
                  <a:gd name="connsiteX7" fmla="*/ 17119 w 123828"/>
                  <a:gd name="connsiteY7" fmla="*/ 26077 h 213368"/>
                  <a:gd name="connsiteX8" fmla="*/ 65243 w 123828"/>
                  <a:gd name="connsiteY8" fmla="*/ 0 h 213368"/>
                  <a:gd name="connsiteX9" fmla="*/ 123828 w 123828"/>
                  <a:gd name="connsiteY9" fmla="*/ 76835 h 213368"/>
                  <a:gd name="connsiteX10" fmla="*/ 62865 w 123828"/>
                  <a:gd name="connsiteY10" fmla="*/ 156650 h 213368"/>
                  <a:gd name="connsiteX11" fmla="*/ 61058 w 123828"/>
                  <a:gd name="connsiteY11" fmla="*/ 15274 h 213368"/>
                  <a:gd name="connsiteX12" fmla="*/ 19687 w 123828"/>
                  <a:gd name="connsiteY12" fmla="*/ 42003 h 213368"/>
                  <a:gd name="connsiteX13" fmla="*/ 19687 w 123828"/>
                  <a:gd name="connsiteY13" fmla="*/ 123309 h 213368"/>
                  <a:gd name="connsiteX14" fmla="*/ 58300 w 123828"/>
                  <a:gd name="connsiteY14" fmla="*/ 141283 h 213368"/>
                  <a:gd name="connsiteX15" fmla="*/ 104237 w 123828"/>
                  <a:gd name="connsiteY15" fmla="*/ 78232 h 213368"/>
                  <a:gd name="connsiteX16" fmla="*/ 61058 w 123828"/>
                  <a:gd name="connsiteY16" fmla="*/ 15181 h 213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3828" h="213368">
                    <a:moveTo>
                      <a:pt x="62865" y="156650"/>
                    </a:moveTo>
                    <a:cubicBezTo>
                      <a:pt x="44129" y="156650"/>
                      <a:pt x="28817" y="149758"/>
                      <a:pt x="19687" y="138676"/>
                    </a:cubicBezTo>
                    <a:lnTo>
                      <a:pt x="19687" y="213368"/>
                    </a:lnTo>
                    <a:lnTo>
                      <a:pt x="951" y="213368"/>
                    </a:lnTo>
                    <a:lnTo>
                      <a:pt x="951" y="31479"/>
                    </a:lnTo>
                    <a:cubicBezTo>
                      <a:pt x="951" y="24308"/>
                      <a:pt x="380" y="9872"/>
                      <a:pt x="0" y="3260"/>
                    </a:cubicBezTo>
                    <a:lnTo>
                      <a:pt x="15597" y="3260"/>
                    </a:lnTo>
                    <a:lnTo>
                      <a:pt x="17119" y="26077"/>
                    </a:lnTo>
                    <a:cubicBezTo>
                      <a:pt x="27200" y="13132"/>
                      <a:pt x="40420" y="0"/>
                      <a:pt x="65243" y="0"/>
                    </a:cubicBezTo>
                    <a:cubicBezTo>
                      <a:pt x="102334" y="0"/>
                      <a:pt x="123828" y="32131"/>
                      <a:pt x="123828" y="76835"/>
                    </a:cubicBezTo>
                    <a:cubicBezTo>
                      <a:pt x="123828" y="121539"/>
                      <a:pt x="102049" y="156650"/>
                      <a:pt x="62865" y="156650"/>
                    </a:cubicBezTo>
                    <a:close/>
                    <a:moveTo>
                      <a:pt x="61058" y="15274"/>
                    </a:moveTo>
                    <a:cubicBezTo>
                      <a:pt x="40515" y="15274"/>
                      <a:pt x="26440" y="32410"/>
                      <a:pt x="19687" y="42003"/>
                    </a:cubicBezTo>
                    <a:lnTo>
                      <a:pt x="19687" y="123309"/>
                    </a:lnTo>
                    <a:cubicBezTo>
                      <a:pt x="28247" y="132622"/>
                      <a:pt x="39564" y="141283"/>
                      <a:pt x="58300" y="141283"/>
                    </a:cubicBezTo>
                    <a:cubicBezTo>
                      <a:pt x="83123" y="141283"/>
                      <a:pt x="104237" y="121446"/>
                      <a:pt x="104237" y="78232"/>
                    </a:cubicBezTo>
                    <a:cubicBezTo>
                      <a:pt x="104237" y="35018"/>
                      <a:pt x="86166" y="15181"/>
                      <a:pt x="61058" y="15181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9BE0459D-7190-49C8-B1E9-12D1C7EB028C}"/>
                  </a:ext>
                </a:extLst>
              </p:cNvPr>
              <p:cNvSpPr/>
              <p:nvPr/>
            </p:nvSpPr>
            <p:spPr>
              <a:xfrm>
                <a:off x="4752813" y="3351978"/>
                <a:ext cx="136762" cy="156743"/>
              </a:xfrm>
              <a:custGeom>
                <a:avLst/>
                <a:gdLst>
                  <a:gd name="connsiteX0" fmla="*/ 68381 w 136762"/>
                  <a:gd name="connsiteY0" fmla="*/ 156743 h 156743"/>
                  <a:gd name="connsiteX1" fmla="*/ 0 w 136762"/>
                  <a:gd name="connsiteY1" fmla="*/ 77766 h 156743"/>
                  <a:gd name="connsiteX2" fmla="*/ 68381 w 136762"/>
                  <a:gd name="connsiteY2" fmla="*/ 0 h 156743"/>
                  <a:gd name="connsiteX3" fmla="*/ 136763 w 136762"/>
                  <a:gd name="connsiteY3" fmla="*/ 77766 h 156743"/>
                  <a:gd name="connsiteX4" fmla="*/ 68381 w 136762"/>
                  <a:gd name="connsiteY4" fmla="*/ 156743 h 156743"/>
                  <a:gd name="connsiteX5" fmla="*/ 68381 w 136762"/>
                  <a:gd name="connsiteY5" fmla="*/ 15367 h 156743"/>
                  <a:gd name="connsiteX6" fmla="*/ 19687 w 136762"/>
                  <a:gd name="connsiteY6" fmla="*/ 77766 h 156743"/>
                  <a:gd name="connsiteX7" fmla="*/ 68381 w 136762"/>
                  <a:gd name="connsiteY7" fmla="*/ 141376 h 156743"/>
                  <a:gd name="connsiteX8" fmla="*/ 117076 w 136762"/>
                  <a:gd name="connsiteY8" fmla="*/ 77766 h 156743"/>
                  <a:gd name="connsiteX9" fmla="*/ 68381 w 136762"/>
                  <a:gd name="connsiteY9" fmla="*/ 15367 h 156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6762" h="156743">
                    <a:moveTo>
                      <a:pt x="68381" y="156743"/>
                    </a:moveTo>
                    <a:cubicBezTo>
                      <a:pt x="21494" y="156743"/>
                      <a:pt x="0" y="120701"/>
                      <a:pt x="0" y="77766"/>
                    </a:cubicBezTo>
                    <a:cubicBezTo>
                      <a:pt x="0" y="34832"/>
                      <a:pt x="22635" y="0"/>
                      <a:pt x="68381" y="0"/>
                    </a:cubicBezTo>
                    <a:cubicBezTo>
                      <a:pt x="114128" y="0"/>
                      <a:pt x="136763" y="36043"/>
                      <a:pt x="136763" y="77766"/>
                    </a:cubicBezTo>
                    <a:cubicBezTo>
                      <a:pt x="136763" y="119490"/>
                      <a:pt x="116220" y="156743"/>
                      <a:pt x="68381" y="156743"/>
                    </a:cubicBezTo>
                    <a:close/>
                    <a:moveTo>
                      <a:pt x="68381" y="15367"/>
                    </a:moveTo>
                    <a:cubicBezTo>
                      <a:pt x="36806" y="15367"/>
                      <a:pt x="19687" y="41817"/>
                      <a:pt x="19687" y="77766"/>
                    </a:cubicBezTo>
                    <a:cubicBezTo>
                      <a:pt x="19687" y="113716"/>
                      <a:pt x="35665" y="141376"/>
                      <a:pt x="68381" y="141376"/>
                    </a:cubicBezTo>
                    <a:cubicBezTo>
                      <a:pt x="101098" y="141376"/>
                      <a:pt x="117076" y="114088"/>
                      <a:pt x="117076" y="77766"/>
                    </a:cubicBezTo>
                    <a:cubicBezTo>
                      <a:pt x="117076" y="41444"/>
                      <a:pt x="100813" y="15367"/>
                      <a:pt x="68381" y="15367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21EAA1E7-DDD2-268E-5666-812D52852611}"/>
                  </a:ext>
                </a:extLst>
              </p:cNvPr>
              <p:cNvSpPr/>
              <p:nvPr/>
            </p:nvSpPr>
            <p:spPr>
              <a:xfrm>
                <a:off x="4912686" y="3355331"/>
                <a:ext cx="210089" cy="150037"/>
              </a:xfrm>
              <a:custGeom>
                <a:avLst/>
                <a:gdLst>
                  <a:gd name="connsiteX0" fmla="*/ 165390 w 210089"/>
                  <a:gd name="connsiteY0" fmla="*/ 150038 h 150037"/>
                  <a:gd name="connsiteX1" fmla="*/ 141518 w 210089"/>
                  <a:gd name="connsiteY1" fmla="*/ 150038 h 150037"/>
                  <a:gd name="connsiteX2" fmla="*/ 115174 w 210089"/>
                  <a:gd name="connsiteY2" fmla="*/ 60909 h 150037"/>
                  <a:gd name="connsiteX3" fmla="*/ 105092 w 210089"/>
                  <a:gd name="connsiteY3" fmla="*/ 23376 h 150037"/>
                  <a:gd name="connsiteX4" fmla="*/ 95011 w 210089"/>
                  <a:gd name="connsiteY4" fmla="*/ 60909 h 150037"/>
                  <a:gd name="connsiteX5" fmla="*/ 67716 w 210089"/>
                  <a:gd name="connsiteY5" fmla="*/ 150038 h 150037"/>
                  <a:gd name="connsiteX6" fmla="*/ 44129 w 210089"/>
                  <a:gd name="connsiteY6" fmla="*/ 150038 h 150037"/>
                  <a:gd name="connsiteX7" fmla="*/ 0 w 210089"/>
                  <a:gd name="connsiteY7" fmla="*/ 0 h 150037"/>
                  <a:gd name="connsiteX8" fmla="*/ 19877 w 210089"/>
                  <a:gd name="connsiteY8" fmla="*/ 0 h 150037"/>
                  <a:gd name="connsiteX9" fmla="*/ 48029 w 210089"/>
                  <a:gd name="connsiteY9" fmla="*/ 95741 h 150037"/>
                  <a:gd name="connsiteX10" fmla="*/ 56588 w 210089"/>
                  <a:gd name="connsiteY10" fmla="*/ 129921 h 150037"/>
                  <a:gd name="connsiteX11" fmla="*/ 65814 w 210089"/>
                  <a:gd name="connsiteY11" fmla="*/ 95741 h 150037"/>
                  <a:gd name="connsiteX12" fmla="*/ 94631 w 210089"/>
                  <a:gd name="connsiteY12" fmla="*/ 0 h 150037"/>
                  <a:gd name="connsiteX13" fmla="*/ 116410 w 210089"/>
                  <a:gd name="connsiteY13" fmla="*/ 0 h 150037"/>
                  <a:gd name="connsiteX14" fmla="*/ 145227 w 210089"/>
                  <a:gd name="connsiteY14" fmla="*/ 95741 h 150037"/>
                  <a:gd name="connsiteX15" fmla="*/ 154072 w 210089"/>
                  <a:gd name="connsiteY15" fmla="*/ 129921 h 150037"/>
                  <a:gd name="connsiteX16" fmla="*/ 162917 w 210089"/>
                  <a:gd name="connsiteY16" fmla="*/ 95741 h 150037"/>
                  <a:gd name="connsiteX17" fmla="*/ 191734 w 210089"/>
                  <a:gd name="connsiteY17" fmla="*/ 0 h 150037"/>
                  <a:gd name="connsiteX18" fmla="*/ 210090 w 210089"/>
                  <a:gd name="connsiteY18" fmla="*/ 0 h 150037"/>
                  <a:gd name="connsiteX19" fmla="*/ 165295 w 210089"/>
                  <a:gd name="connsiteY19" fmla="*/ 150038 h 150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10089" h="150037">
                    <a:moveTo>
                      <a:pt x="165390" y="150038"/>
                    </a:moveTo>
                    <a:lnTo>
                      <a:pt x="141518" y="150038"/>
                    </a:lnTo>
                    <a:lnTo>
                      <a:pt x="115174" y="60909"/>
                    </a:lnTo>
                    <a:cubicBezTo>
                      <a:pt x="111179" y="47125"/>
                      <a:pt x="105092" y="23376"/>
                      <a:pt x="105092" y="23376"/>
                    </a:cubicBezTo>
                    <a:cubicBezTo>
                      <a:pt x="105092" y="23376"/>
                      <a:pt x="99291" y="46474"/>
                      <a:pt x="95011" y="60909"/>
                    </a:cubicBezTo>
                    <a:lnTo>
                      <a:pt x="67716" y="150038"/>
                    </a:lnTo>
                    <a:lnTo>
                      <a:pt x="44129" y="150038"/>
                    </a:lnTo>
                    <a:lnTo>
                      <a:pt x="0" y="0"/>
                    </a:lnTo>
                    <a:lnTo>
                      <a:pt x="19877" y="0"/>
                    </a:lnTo>
                    <a:lnTo>
                      <a:pt x="48029" y="95741"/>
                    </a:lnTo>
                    <a:cubicBezTo>
                      <a:pt x="51738" y="108314"/>
                      <a:pt x="56588" y="129921"/>
                      <a:pt x="56588" y="129921"/>
                    </a:cubicBezTo>
                    <a:cubicBezTo>
                      <a:pt x="56588" y="129921"/>
                      <a:pt x="62104" y="108314"/>
                      <a:pt x="65814" y="95741"/>
                    </a:cubicBezTo>
                    <a:lnTo>
                      <a:pt x="94631" y="0"/>
                    </a:lnTo>
                    <a:lnTo>
                      <a:pt x="116410" y="0"/>
                    </a:lnTo>
                    <a:lnTo>
                      <a:pt x="145227" y="95741"/>
                    </a:lnTo>
                    <a:cubicBezTo>
                      <a:pt x="149222" y="109245"/>
                      <a:pt x="154072" y="129921"/>
                      <a:pt x="154072" y="129921"/>
                    </a:cubicBezTo>
                    <a:cubicBezTo>
                      <a:pt x="154072" y="129921"/>
                      <a:pt x="159018" y="108873"/>
                      <a:pt x="162917" y="95741"/>
                    </a:cubicBezTo>
                    <a:lnTo>
                      <a:pt x="191734" y="0"/>
                    </a:lnTo>
                    <a:lnTo>
                      <a:pt x="210090" y="0"/>
                    </a:lnTo>
                    <a:lnTo>
                      <a:pt x="165295" y="150038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1E1EA3CD-35C1-CDC1-9CD3-C41E056F404A}"/>
                  </a:ext>
                </a:extLst>
              </p:cNvPr>
              <p:cNvSpPr/>
              <p:nvPr/>
            </p:nvSpPr>
            <p:spPr>
              <a:xfrm>
                <a:off x="5146838" y="3352071"/>
                <a:ext cx="128108" cy="156650"/>
              </a:xfrm>
              <a:custGeom>
                <a:avLst/>
                <a:gdLst>
                  <a:gd name="connsiteX0" fmla="*/ 19877 w 128108"/>
                  <a:gd name="connsiteY0" fmla="*/ 84006 h 156650"/>
                  <a:gd name="connsiteX1" fmla="*/ 70759 w 128108"/>
                  <a:gd name="connsiteY1" fmla="*/ 141004 h 156650"/>
                  <a:gd name="connsiteX2" fmla="*/ 113937 w 128108"/>
                  <a:gd name="connsiteY2" fmla="*/ 125730 h 156650"/>
                  <a:gd name="connsiteX3" fmla="*/ 123163 w 128108"/>
                  <a:gd name="connsiteY3" fmla="*/ 138303 h 156650"/>
                  <a:gd name="connsiteX4" fmla="*/ 70759 w 128108"/>
                  <a:gd name="connsiteY4" fmla="*/ 156650 h 156650"/>
                  <a:gd name="connsiteX5" fmla="*/ 0 w 128108"/>
                  <a:gd name="connsiteY5" fmla="*/ 79815 h 156650"/>
                  <a:gd name="connsiteX6" fmla="*/ 65623 w 128108"/>
                  <a:gd name="connsiteY6" fmla="*/ 0 h 156650"/>
                  <a:gd name="connsiteX7" fmla="*/ 128108 w 128108"/>
                  <a:gd name="connsiteY7" fmla="*/ 84006 h 156650"/>
                  <a:gd name="connsiteX8" fmla="*/ 19877 w 128108"/>
                  <a:gd name="connsiteY8" fmla="*/ 84006 h 156650"/>
                  <a:gd name="connsiteX9" fmla="*/ 65528 w 128108"/>
                  <a:gd name="connsiteY9" fmla="*/ 14994 h 156650"/>
                  <a:gd name="connsiteX10" fmla="*/ 19877 w 128108"/>
                  <a:gd name="connsiteY10" fmla="*/ 69012 h 156650"/>
                  <a:gd name="connsiteX11" fmla="*/ 108802 w 128108"/>
                  <a:gd name="connsiteY11" fmla="*/ 69012 h 156650"/>
                  <a:gd name="connsiteX12" fmla="*/ 65623 w 128108"/>
                  <a:gd name="connsiteY12" fmla="*/ 14994 h 156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8108" h="156650">
                    <a:moveTo>
                      <a:pt x="19877" y="84006"/>
                    </a:moveTo>
                    <a:cubicBezTo>
                      <a:pt x="21399" y="122377"/>
                      <a:pt x="44700" y="141004"/>
                      <a:pt x="70759" y="141004"/>
                    </a:cubicBezTo>
                    <a:cubicBezTo>
                      <a:pt x="88829" y="141004"/>
                      <a:pt x="103285" y="133833"/>
                      <a:pt x="113937" y="125730"/>
                    </a:cubicBezTo>
                    <a:lnTo>
                      <a:pt x="123163" y="138303"/>
                    </a:lnTo>
                    <a:cubicBezTo>
                      <a:pt x="109087" y="149106"/>
                      <a:pt x="92824" y="156650"/>
                      <a:pt x="70759" y="156650"/>
                    </a:cubicBezTo>
                    <a:cubicBezTo>
                      <a:pt x="30910" y="156650"/>
                      <a:pt x="0" y="129642"/>
                      <a:pt x="0" y="79815"/>
                    </a:cubicBezTo>
                    <a:cubicBezTo>
                      <a:pt x="0" y="26077"/>
                      <a:pt x="31575" y="0"/>
                      <a:pt x="65623" y="0"/>
                    </a:cubicBezTo>
                    <a:cubicBezTo>
                      <a:pt x="113747" y="0"/>
                      <a:pt x="128108" y="36881"/>
                      <a:pt x="128108" y="84006"/>
                    </a:cubicBezTo>
                    <a:lnTo>
                      <a:pt x="19877" y="84006"/>
                    </a:lnTo>
                    <a:close/>
                    <a:moveTo>
                      <a:pt x="65528" y="14994"/>
                    </a:moveTo>
                    <a:cubicBezTo>
                      <a:pt x="40991" y="14994"/>
                      <a:pt x="22350" y="32969"/>
                      <a:pt x="19877" y="69012"/>
                    </a:cubicBezTo>
                    <a:lnTo>
                      <a:pt x="108802" y="69012"/>
                    </a:lnTo>
                    <a:cubicBezTo>
                      <a:pt x="108231" y="32690"/>
                      <a:pt x="92824" y="14994"/>
                      <a:pt x="65623" y="14994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937DD570-67D0-98DB-91D7-1D6A1F162814}"/>
                  </a:ext>
                </a:extLst>
              </p:cNvPr>
              <p:cNvSpPr/>
              <p:nvPr/>
            </p:nvSpPr>
            <p:spPr>
              <a:xfrm>
                <a:off x="5314796" y="3351978"/>
                <a:ext cx="81506" cy="153390"/>
              </a:xfrm>
              <a:custGeom>
                <a:avLst/>
                <a:gdLst>
                  <a:gd name="connsiteX0" fmla="*/ 76370 w 81506"/>
                  <a:gd name="connsiteY0" fmla="*/ 21700 h 153390"/>
                  <a:gd name="connsiteX1" fmla="*/ 59822 w 81506"/>
                  <a:gd name="connsiteY1" fmla="*/ 17509 h 153390"/>
                  <a:gd name="connsiteX2" fmla="*/ 19687 w 81506"/>
                  <a:gd name="connsiteY2" fmla="*/ 46287 h 153390"/>
                  <a:gd name="connsiteX3" fmla="*/ 19687 w 81506"/>
                  <a:gd name="connsiteY3" fmla="*/ 153391 h 153390"/>
                  <a:gd name="connsiteX4" fmla="*/ 951 w 81506"/>
                  <a:gd name="connsiteY4" fmla="*/ 153391 h 153390"/>
                  <a:gd name="connsiteX5" fmla="*/ 951 w 81506"/>
                  <a:gd name="connsiteY5" fmla="*/ 30641 h 153390"/>
                  <a:gd name="connsiteX6" fmla="*/ 0 w 81506"/>
                  <a:gd name="connsiteY6" fmla="*/ 3353 h 153390"/>
                  <a:gd name="connsiteX7" fmla="*/ 15027 w 81506"/>
                  <a:gd name="connsiteY7" fmla="*/ 3353 h 153390"/>
                  <a:gd name="connsiteX8" fmla="*/ 16834 w 81506"/>
                  <a:gd name="connsiteY8" fmla="*/ 28219 h 153390"/>
                  <a:gd name="connsiteX9" fmla="*/ 63721 w 81506"/>
                  <a:gd name="connsiteY9" fmla="*/ 0 h 153390"/>
                  <a:gd name="connsiteX10" fmla="*/ 81506 w 81506"/>
                  <a:gd name="connsiteY10" fmla="*/ 2701 h 153390"/>
                  <a:gd name="connsiteX11" fmla="*/ 76275 w 81506"/>
                  <a:gd name="connsiteY11" fmla="*/ 21607 h 153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1506" h="153390">
                    <a:moveTo>
                      <a:pt x="76370" y="21700"/>
                    </a:moveTo>
                    <a:cubicBezTo>
                      <a:pt x="71425" y="18999"/>
                      <a:pt x="66289" y="17509"/>
                      <a:pt x="59822" y="17509"/>
                    </a:cubicBezTo>
                    <a:cubicBezTo>
                      <a:pt x="41086" y="17509"/>
                      <a:pt x="29768" y="28871"/>
                      <a:pt x="19687" y="46287"/>
                    </a:cubicBezTo>
                    <a:lnTo>
                      <a:pt x="19687" y="153391"/>
                    </a:lnTo>
                    <a:lnTo>
                      <a:pt x="951" y="153391"/>
                    </a:lnTo>
                    <a:lnTo>
                      <a:pt x="951" y="30641"/>
                    </a:lnTo>
                    <a:cubicBezTo>
                      <a:pt x="951" y="25519"/>
                      <a:pt x="380" y="8475"/>
                      <a:pt x="0" y="3353"/>
                    </a:cubicBezTo>
                    <a:lnTo>
                      <a:pt x="15027" y="3353"/>
                    </a:lnTo>
                    <a:lnTo>
                      <a:pt x="16834" y="28219"/>
                    </a:lnTo>
                    <a:cubicBezTo>
                      <a:pt x="26059" y="11083"/>
                      <a:pt x="41371" y="0"/>
                      <a:pt x="63721" y="0"/>
                    </a:cubicBezTo>
                    <a:cubicBezTo>
                      <a:pt x="70189" y="0"/>
                      <a:pt x="76275" y="931"/>
                      <a:pt x="81506" y="2701"/>
                    </a:cubicBezTo>
                    <a:lnTo>
                      <a:pt x="76275" y="21607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8C43BA44-F3F1-B049-40B3-682695F1A752}"/>
                  </a:ext>
                </a:extLst>
              </p:cNvPr>
              <p:cNvSpPr/>
              <p:nvPr/>
            </p:nvSpPr>
            <p:spPr>
              <a:xfrm>
                <a:off x="5510715" y="3289300"/>
                <a:ext cx="123923" cy="219422"/>
              </a:xfrm>
              <a:custGeom>
                <a:avLst/>
                <a:gdLst>
                  <a:gd name="connsiteX0" fmla="*/ 63436 w 123923"/>
                  <a:gd name="connsiteY0" fmla="*/ 219422 h 219422"/>
                  <a:gd name="connsiteX1" fmla="*/ 17119 w 123923"/>
                  <a:gd name="connsiteY1" fmla="*/ 199026 h 219422"/>
                  <a:gd name="connsiteX2" fmla="*/ 15597 w 123923"/>
                  <a:gd name="connsiteY2" fmla="*/ 216162 h 219422"/>
                  <a:gd name="connsiteX3" fmla="*/ 0 w 123923"/>
                  <a:gd name="connsiteY3" fmla="*/ 216162 h 219422"/>
                  <a:gd name="connsiteX4" fmla="*/ 951 w 123923"/>
                  <a:gd name="connsiteY4" fmla="*/ 187943 h 219422"/>
                  <a:gd name="connsiteX5" fmla="*/ 951 w 123923"/>
                  <a:gd name="connsiteY5" fmla="*/ 0 h 219422"/>
                  <a:gd name="connsiteX6" fmla="*/ 19687 w 123923"/>
                  <a:gd name="connsiteY6" fmla="*/ 0 h 219422"/>
                  <a:gd name="connsiteX7" fmla="*/ 19687 w 123923"/>
                  <a:gd name="connsiteY7" fmla="*/ 86707 h 219422"/>
                  <a:gd name="connsiteX8" fmla="*/ 65053 w 123923"/>
                  <a:gd name="connsiteY8" fmla="*/ 62679 h 219422"/>
                  <a:gd name="connsiteX9" fmla="*/ 123924 w 123923"/>
                  <a:gd name="connsiteY9" fmla="*/ 140445 h 219422"/>
                  <a:gd name="connsiteX10" fmla="*/ 63531 w 123923"/>
                  <a:gd name="connsiteY10" fmla="*/ 219422 h 219422"/>
                  <a:gd name="connsiteX11" fmla="*/ 60963 w 123923"/>
                  <a:gd name="connsiteY11" fmla="*/ 78046 h 219422"/>
                  <a:gd name="connsiteX12" fmla="*/ 19592 w 123923"/>
                  <a:gd name="connsiteY12" fmla="*/ 105334 h 219422"/>
                  <a:gd name="connsiteX13" fmla="*/ 19592 w 123923"/>
                  <a:gd name="connsiteY13" fmla="*/ 186080 h 219422"/>
                  <a:gd name="connsiteX14" fmla="*/ 58776 w 123923"/>
                  <a:gd name="connsiteY14" fmla="*/ 204055 h 219422"/>
                  <a:gd name="connsiteX15" fmla="*/ 104141 w 123923"/>
                  <a:gd name="connsiteY15" fmla="*/ 141004 h 219422"/>
                  <a:gd name="connsiteX16" fmla="*/ 60963 w 123923"/>
                  <a:gd name="connsiteY16" fmla="*/ 77953 h 219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3923" h="219422">
                    <a:moveTo>
                      <a:pt x="63436" y="219422"/>
                    </a:moveTo>
                    <a:cubicBezTo>
                      <a:pt x="41086" y="219422"/>
                      <a:pt x="27010" y="211040"/>
                      <a:pt x="17119" y="199026"/>
                    </a:cubicBezTo>
                    <a:lnTo>
                      <a:pt x="15597" y="216162"/>
                    </a:lnTo>
                    <a:lnTo>
                      <a:pt x="0" y="216162"/>
                    </a:lnTo>
                    <a:cubicBezTo>
                      <a:pt x="285" y="209550"/>
                      <a:pt x="951" y="195114"/>
                      <a:pt x="951" y="187943"/>
                    </a:cubicBezTo>
                    <a:lnTo>
                      <a:pt x="951" y="0"/>
                    </a:lnTo>
                    <a:lnTo>
                      <a:pt x="19687" y="0"/>
                    </a:lnTo>
                    <a:lnTo>
                      <a:pt x="19687" y="86707"/>
                    </a:lnTo>
                    <a:cubicBezTo>
                      <a:pt x="27961" y="75904"/>
                      <a:pt x="40801" y="62679"/>
                      <a:pt x="65053" y="62679"/>
                    </a:cubicBezTo>
                    <a:cubicBezTo>
                      <a:pt x="100908" y="62679"/>
                      <a:pt x="123924" y="92668"/>
                      <a:pt x="123924" y="140445"/>
                    </a:cubicBezTo>
                    <a:cubicBezTo>
                      <a:pt x="123924" y="184311"/>
                      <a:pt x="103381" y="219422"/>
                      <a:pt x="63531" y="219422"/>
                    </a:cubicBezTo>
                    <a:close/>
                    <a:moveTo>
                      <a:pt x="60963" y="78046"/>
                    </a:moveTo>
                    <a:cubicBezTo>
                      <a:pt x="39849" y="78046"/>
                      <a:pt x="26059" y="95462"/>
                      <a:pt x="19592" y="105334"/>
                    </a:cubicBezTo>
                    <a:lnTo>
                      <a:pt x="19592" y="186080"/>
                    </a:lnTo>
                    <a:cubicBezTo>
                      <a:pt x="29673" y="196325"/>
                      <a:pt x="39849" y="204055"/>
                      <a:pt x="58776" y="204055"/>
                    </a:cubicBezTo>
                    <a:cubicBezTo>
                      <a:pt x="85405" y="204055"/>
                      <a:pt x="104141" y="180679"/>
                      <a:pt x="104141" y="141004"/>
                    </a:cubicBezTo>
                    <a:cubicBezTo>
                      <a:pt x="104141" y="93878"/>
                      <a:pt x="82647" y="77953"/>
                      <a:pt x="60963" y="77953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057B7122-BCB5-9E7C-90CD-CBAB92888AD4}"/>
                  </a:ext>
                </a:extLst>
              </p:cNvPr>
              <p:cNvSpPr/>
              <p:nvPr/>
            </p:nvSpPr>
            <p:spPr>
              <a:xfrm>
                <a:off x="5668021" y="3352071"/>
                <a:ext cx="128108" cy="156650"/>
              </a:xfrm>
              <a:custGeom>
                <a:avLst/>
                <a:gdLst>
                  <a:gd name="connsiteX0" fmla="*/ 19877 w 128108"/>
                  <a:gd name="connsiteY0" fmla="*/ 84006 h 156650"/>
                  <a:gd name="connsiteX1" fmla="*/ 70759 w 128108"/>
                  <a:gd name="connsiteY1" fmla="*/ 141004 h 156650"/>
                  <a:gd name="connsiteX2" fmla="*/ 113937 w 128108"/>
                  <a:gd name="connsiteY2" fmla="*/ 125730 h 156650"/>
                  <a:gd name="connsiteX3" fmla="*/ 123163 w 128108"/>
                  <a:gd name="connsiteY3" fmla="*/ 138303 h 156650"/>
                  <a:gd name="connsiteX4" fmla="*/ 70759 w 128108"/>
                  <a:gd name="connsiteY4" fmla="*/ 156650 h 156650"/>
                  <a:gd name="connsiteX5" fmla="*/ 0 w 128108"/>
                  <a:gd name="connsiteY5" fmla="*/ 79815 h 156650"/>
                  <a:gd name="connsiteX6" fmla="*/ 65623 w 128108"/>
                  <a:gd name="connsiteY6" fmla="*/ 0 h 156650"/>
                  <a:gd name="connsiteX7" fmla="*/ 128108 w 128108"/>
                  <a:gd name="connsiteY7" fmla="*/ 84006 h 156650"/>
                  <a:gd name="connsiteX8" fmla="*/ 19877 w 128108"/>
                  <a:gd name="connsiteY8" fmla="*/ 84006 h 156650"/>
                  <a:gd name="connsiteX9" fmla="*/ 65528 w 128108"/>
                  <a:gd name="connsiteY9" fmla="*/ 14994 h 156650"/>
                  <a:gd name="connsiteX10" fmla="*/ 19877 w 128108"/>
                  <a:gd name="connsiteY10" fmla="*/ 69012 h 156650"/>
                  <a:gd name="connsiteX11" fmla="*/ 108802 w 128108"/>
                  <a:gd name="connsiteY11" fmla="*/ 69012 h 156650"/>
                  <a:gd name="connsiteX12" fmla="*/ 65623 w 128108"/>
                  <a:gd name="connsiteY12" fmla="*/ 14994 h 156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8108" h="156650">
                    <a:moveTo>
                      <a:pt x="19877" y="84006"/>
                    </a:moveTo>
                    <a:cubicBezTo>
                      <a:pt x="21399" y="122377"/>
                      <a:pt x="44700" y="141004"/>
                      <a:pt x="70759" y="141004"/>
                    </a:cubicBezTo>
                    <a:cubicBezTo>
                      <a:pt x="88829" y="141004"/>
                      <a:pt x="103285" y="133833"/>
                      <a:pt x="113937" y="125730"/>
                    </a:cubicBezTo>
                    <a:lnTo>
                      <a:pt x="123163" y="138303"/>
                    </a:lnTo>
                    <a:cubicBezTo>
                      <a:pt x="109087" y="149106"/>
                      <a:pt x="92824" y="156650"/>
                      <a:pt x="70759" y="156650"/>
                    </a:cubicBezTo>
                    <a:cubicBezTo>
                      <a:pt x="30910" y="156650"/>
                      <a:pt x="0" y="129642"/>
                      <a:pt x="0" y="79815"/>
                    </a:cubicBezTo>
                    <a:cubicBezTo>
                      <a:pt x="0" y="26077"/>
                      <a:pt x="31575" y="0"/>
                      <a:pt x="65623" y="0"/>
                    </a:cubicBezTo>
                    <a:cubicBezTo>
                      <a:pt x="113747" y="0"/>
                      <a:pt x="128108" y="36881"/>
                      <a:pt x="128108" y="84006"/>
                    </a:cubicBezTo>
                    <a:lnTo>
                      <a:pt x="19877" y="84006"/>
                    </a:lnTo>
                    <a:close/>
                    <a:moveTo>
                      <a:pt x="65528" y="14994"/>
                    </a:moveTo>
                    <a:cubicBezTo>
                      <a:pt x="40991" y="14994"/>
                      <a:pt x="22350" y="32969"/>
                      <a:pt x="19877" y="69012"/>
                    </a:cubicBezTo>
                    <a:lnTo>
                      <a:pt x="108802" y="69012"/>
                    </a:lnTo>
                    <a:cubicBezTo>
                      <a:pt x="108231" y="32690"/>
                      <a:pt x="92824" y="14994"/>
                      <a:pt x="65623" y="14994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428F664E-A3E3-94CD-0448-0AA6C36314D5}"/>
                  </a:ext>
                </a:extLst>
              </p:cNvPr>
              <p:cNvSpPr/>
              <p:nvPr/>
            </p:nvSpPr>
            <p:spPr>
              <a:xfrm>
                <a:off x="5836835" y="3289300"/>
                <a:ext cx="113461" cy="216162"/>
              </a:xfrm>
              <a:custGeom>
                <a:avLst/>
                <a:gdLst>
                  <a:gd name="connsiteX0" fmla="*/ 94726 w 113461"/>
                  <a:gd name="connsiteY0" fmla="*/ 216069 h 216162"/>
                  <a:gd name="connsiteX1" fmla="*/ 94726 w 113461"/>
                  <a:gd name="connsiteY1" fmla="*/ 120701 h 216162"/>
                  <a:gd name="connsiteX2" fmla="*/ 58586 w 113461"/>
                  <a:gd name="connsiteY2" fmla="*/ 78418 h 216162"/>
                  <a:gd name="connsiteX3" fmla="*/ 18736 w 113461"/>
                  <a:gd name="connsiteY3" fmla="*/ 102726 h 216162"/>
                  <a:gd name="connsiteX4" fmla="*/ 18736 w 113461"/>
                  <a:gd name="connsiteY4" fmla="*/ 216162 h 216162"/>
                  <a:gd name="connsiteX5" fmla="*/ 0 w 113461"/>
                  <a:gd name="connsiteY5" fmla="*/ 216162 h 216162"/>
                  <a:gd name="connsiteX6" fmla="*/ 0 w 113461"/>
                  <a:gd name="connsiteY6" fmla="*/ 0 h 216162"/>
                  <a:gd name="connsiteX7" fmla="*/ 18736 w 113461"/>
                  <a:gd name="connsiteY7" fmla="*/ 0 h 216162"/>
                  <a:gd name="connsiteX8" fmla="*/ 18736 w 113461"/>
                  <a:gd name="connsiteY8" fmla="*/ 84658 h 216162"/>
                  <a:gd name="connsiteX9" fmla="*/ 62580 w 113461"/>
                  <a:gd name="connsiteY9" fmla="*/ 62772 h 216162"/>
                  <a:gd name="connsiteX10" fmla="*/ 113462 w 113461"/>
                  <a:gd name="connsiteY10" fmla="*/ 122191 h 216162"/>
                  <a:gd name="connsiteX11" fmla="*/ 113462 w 113461"/>
                  <a:gd name="connsiteY11" fmla="*/ 216162 h 216162"/>
                  <a:gd name="connsiteX12" fmla="*/ 94726 w 113461"/>
                  <a:gd name="connsiteY12" fmla="*/ 216162 h 216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3461" h="216162">
                    <a:moveTo>
                      <a:pt x="94726" y="216069"/>
                    </a:moveTo>
                    <a:lnTo>
                      <a:pt x="94726" y="120701"/>
                    </a:lnTo>
                    <a:cubicBezTo>
                      <a:pt x="94726" y="93133"/>
                      <a:pt x="83694" y="78418"/>
                      <a:pt x="58586" y="78418"/>
                    </a:cubicBezTo>
                    <a:cubicBezTo>
                      <a:pt x="39850" y="78418"/>
                      <a:pt x="26725" y="90991"/>
                      <a:pt x="18736" y="102726"/>
                    </a:cubicBezTo>
                    <a:lnTo>
                      <a:pt x="18736" y="216162"/>
                    </a:lnTo>
                    <a:lnTo>
                      <a:pt x="0" y="216162"/>
                    </a:lnTo>
                    <a:lnTo>
                      <a:pt x="0" y="0"/>
                    </a:lnTo>
                    <a:lnTo>
                      <a:pt x="18736" y="0"/>
                    </a:lnTo>
                    <a:lnTo>
                      <a:pt x="18736" y="84658"/>
                    </a:lnTo>
                    <a:cubicBezTo>
                      <a:pt x="28532" y="71713"/>
                      <a:pt x="43844" y="62772"/>
                      <a:pt x="62580" y="62772"/>
                    </a:cubicBezTo>
                    <a:cubicBezTo>
                      <a:pt x="101193" y="62772"/>
                      <a:pt x="113462" y="86800"/>
                      <a:pt x="113462" y="122191"/>
                    </a:cubicBezTo>
                    <a:lnTo>
                      <a:pt x="113462" y="216162"/>
                    </a:lnTo>
                    <a:lnTo>
                      <a:pt x="94726" y="21616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79DA825D-A79B-EC02-94B0-7B0AE18845FC}"/>
                  </a:ext>
                </a:extLst>
              </p:cNvPr>
              <p:cNvSpPr/>
              <p:nvPr/>
            </p:nvSpPr>
            <p:spPr>
              <a:xfrm>
                <a:off x="5999371" y="3289300"/>
                <a:ext cx="21779" cy="216069"/>
              </a:xfrm>
              <a:custGeom>
                <a:avLst/>
                <a:gdLst>
                  <a:gd name="connsiteX0" fmla="*/ 0 w 21779"/>
                  <a:gd name="connsiteY0" fmla="*/ 23097 h 216069"/>
                  <a:gd name="connsiteX1" fmla="*/ 0 w 21779"/>
                  <a:gd name="connsiteY1" fmla="*/ 0 h 216069"/>
                  <a:gd name="connsiteX2" fmla="*/ 21779 w 21779"/>
                  <a:gd name="connsiteY2" fmla="*/ 0 h 216069"/>
                  <a:gd name="connsiteX3" fmla="*/ 21779 w 21779"/>
                  <a:gd name="connsiteY3" fmla="*/ 23097 h 216069"/>
                  <a:gd name="connsiteX4" fmla="*/ 0 w 21779"/>
                  <a:gd name="connsiteY4" fmla="*/ 23097 h 216069"/>
                  <a:gd name="connsiteX5" fmla="*/ 1522 w 21779"/>
                  <a:gd name="connsiteY5" fmla="*/ 216069 h 216069"/>
                  <a:gd name="connsiteX6" fmla="*/ 1522 w 21779"/>
                  <a:gd name="connsiteY6" fmla="*/ 66032 h 216069"/>
                  <a:gd name="connsiteX7" fmla="*/ 20258 w 21779"/>
                  <a:gd name="connsiteY7" fmla="*/ 66032 h 216069"/>
                  <a:gd name="connsiteX8" fmla="*/ 20258 w 21779"/>
                  <a:gd name="connsiteY8" fmla="*/ 216069 h 216069"/>
                  <a:gd name="connsiteX9" fmla="*/ 1522 w 21779"/>
                  <a:gd name="connsiteY9" fmla="*/ 216069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779" h="216069">
                    <a:moveTo>
                      <a:pt x="0" y="23097"/>
                    </a:moveTo>
                    <a:lnTo>
                      <a:pt x="0" y="0"/>
                    </a:lnTo>
                    <a:lnTo>
                      <a:pt x="21779" y="0"/>
                    </a:lnTo>
                    <a:lnTo>
                      <a:pt x="21779" y="23097"/>
                    </a:lnTo>
                    <a:lnTo>
                      <a:pt x="0" y="23097"/>
                    </a:lnTo>
                    <a:close/>
                    <a:moveTo>
                      <a:pt x="1522" y="216069"/>
                    </a:moveTo>
                    <a:lnTo>
                      <a:pt x="1522" y="66032"/>
                    </a:lnTo>
                    <a:lnTo>
                      <a:pt x="20258" y="66032"/>
                    </a:lnTo>
                    <a:lnTo>
                      <a:pt x="20258" y="216069"/>
                    </a:lnTo>
                    <a:lnTo>
                      <a:pt x="1522" y="21606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36" name="Freeform 35">
                <a:extLst>
                  <a:ext uri="{FF2B5EF4-FFF2-40B4-BE49-F238E27FC236}">
                    <a16:creationId xmlns:a16="http://schemas.microsoft.com/office/drawing/2014/main" id="{2AC2E9AE-8D39-CDB8-16B7-130F1987D84D}"/>
                  </a:ext>
                </a:extLst>
              </p:cNvPr>
              <p:cNvSpPr/>
              <p:nvPr/>
            </p:nvSpPr>
            <p:spPr>
              <a:xfrm>
                <a:off x="6069179" y="3351978"/>
                <a:ext cx="114222" cy="153390"/>
              </a:xfrm>
              <a:custGeom>
                <a:avLst/>
                <a:gdLst>
                  <a:gd name="connsiteX0" fmla="*/ 95677 w 114222"/>
                  <a:gd name="connsiteY0" fmla="*/ 153391 h 153390"/>
                  <a:gd name="connsiteX1" fmla="*/ 95677 w 114222"/>
                  <a:gd name="connsiteY1" fmla="*/ 58301 h 153390"/>
                  <a:gd name="connsiteX2" fmla="*/ 59537 w 114222"/>
                  <a:gd name="connsiteY2" fmla="*/ 15646 h 153390"/>
                  <a:gd name="connsiteX3" fmla="*/ 19687 w 114222"/>
                  <a:gd name="connsiteY3" fmla="*/ 39954 h 153390"/>
                  <a:gd name="connsiteX4" fmla="*/ 19687 w 114222"/>
                  <a:gd name="connsiteY4" fmla="*/ 153391 h 153390"/>
                  <a:gd name="connsiteX5" fmla="*/ 951 w 114222"/>
                  <a:gd name="connsiteY5" fmla="*/ 153391 h 153390"/>
                  <a:gd name="connsiteX6" fmla="*/ 951 w 114222"/>
                  <a:gd name="connsiteY6" fmla="*/ 30920 h 153390"/>
                  <a:gd name="connsiteX7" fmla="*/ 0 w 114222"/>
                  <a:gd name="connsiteY7" fmla="*/ 3353 h 153390"/>
                  <a:gd name="connsiteX8" fmla="*/ 15598 w 114222"/>
                  <a:gd name="connsiteY8" fmla="*/ 3353 h 153390"/>
                  <a:gd name="connsiteX9" fmla="*/ 17119 w 114222"/>
                  <a:gd name="connsiteY9" fmla="*/ 24028 h 153390"/>
                  <a:gd name="connsiteX10" fmla="*/ 63056 w 114222"/>
                  <a:gd name="connsiteY10" fmla="*/ 0 h 153390"/>
                  <a:gd name="connsiteX11" fmla="*/ 114223 w 114222"/>
                  <a:gd name="connsiteY11" fmla="*/ 59419 h 153390"/>
                  <a:gd name="connsiteX12" fmla="*/ 114223 w 114222"/>
                  <a:gd name="connsiteY12" fmla="*/ 153391 h 153390"/>
                  <a:gd name="connsiteX13" fmla="*/ 95487 w 114222"/>
                  <a:gd name="connsiteY13" fmla="*/ 153391 h 153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14222" h="153390">
                    <a:moveTo>
                      <a:pt x="95677" y="153391"/>
                    </a:moveTo>
                    <a:lnTo>
                      <a:pt x="95677" y="58301"/>
                    </a:lnTo>
                    <a:cubicBezTo>
                      <a:pt x="95677" y="31013"/>
                      <a:pt x="84359" y="15646"/>
                      <a:pt x="59537" y="15646"/>
                    </a:cubicBezTo>
                    <a:cubicBezTo>
                      <a:pt x="39279" y="15646"/>
                      <a:pt x="27010" y="29151"/>
                      <a:pt x="19687" y="39954"/>
                    </a:cubicBezTo>
                    <a:lnTo>
                      <a:pt x="19687" y="153391"/>
                    </a:lnTo>
                    <a:lnTo>
                      <a:pt x="951" y="153391"/>
                    </a:lnTo>
                    <a:lnTo>
                      <a:pt x="951" y="30920"/>
                    </a:lnTo>
                    <a:cubicBezTo>
                      <a:pt x="951" y="25798"/>
                      <a:pt x="381" y="8382"/>
                      <a:pt x="0" y="3353"/>
                    </a:cubicBezTo>
                    <a:lnTo>
                      <a:pt x="15598" y="3353"/>
                    </a:lnTo>
                    <a:lnTo>
                      <a:pt x="17119" y="24028"/>
                    </a:lnTo>
                    <a:cubicBezTo>
                      <a:pt x="26344" y="10803"/>
                      <a:pt x="42513" y="0"/>
                      <a:pt x="63056" y="0"/>
                    </a:cubicBezTo>
                    <a:cubicBezTo>
                      <a:pt x="100432" y="0"/>
                      <a:pt x="114223" y="23097"/>
                      <a:pt x="114223" y="59419"/>
                    </a:cubicBezTo>
                    <a:lnTo>
                      <a:pt x="114223" y="153391"/>
                    </a:lnTo>
                    <a:lnTo>
                      <a:pt x="95487" y="153391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37" name="Freeform 36">
                <a:extLst>
                  <a:ext uri="{FF2B5EF4-FFF2-40B4-BE49-F238E27FC236}">
                    <a16:creationId xmlns:a16="http://schemas.microsoft.com/office/drawing/2014/main" id="{37451134-17A6-F61C-7250-A7DFDAF97536}"/>
                  </a:ext>
                </a:extLst>
              </p:cNvPr>
              <p:cNvSpPr/>
              <p:nvPr/>
            </p:nvSpPr>
            <p:spPr>
              <a:xfrm>
                <a:off x="6224013" y="3289300"/>
                <a:ext cx="125730" cy="219328"/>
              </a:xfrm>
              <a:custGeom>
                <a:avLst/>
                <a:gdLst>
                  <a:gd name="connsiteX0" fmla="*/ 109753 w 125730"/>
                  <a:gd name="connsiteY0" fmla="*/ 216069 h 219328"/>
                  <a:gd name="connsiteX1" fmla="*/ 108231 w 125730"/>
                  <a:gd name="connsiteY1" fmla="*/ 192320 h 219328"/>
                  <a:gd name="connsiteX2" fmla="*/ 60392 w 125730"/>
                  <a:gd name="connsiteY2" fmla="*/ 219329 h 219328"/>
                  <a:gd name="connsiteX3" fmla="*/ 0 w 125730"/>
                  <a:gd name="connsiteY3" fmla="*/ 140352 h 219328"/>
                  <a:gd name="connsiteX4" fmla="*/ 63151 w 125730"/>
                  <a:gd name="connsiteY4" fmla="*/ 62586 h 219328"/>
                  <a:gd name="connsiteX5" fmla="*/ 106044 w 125730"/>
                  <a:gd name="connsiteY5" fmla="*/ 79350 h 219328"/>
                  <a:gd name="connsiteX6" fmla="*/ 106044 w 125730"/>
                  <a:gd name="connsiteY6" fmla="*/ 0 h 219328"/>
                  <a:gd name="connsiteX7" fmla="*/ 124779 w 125730"/>
                  <a:gd name="connsiteY7" fmla="*/ 0 h 219328"/>
                  <a:gd name="connsiteX8" fmla="*/ 124779 w 125730"/>
                  <a:gd name="connsiteY8" fmla="*/ 187850 h 219328"/>
                  <a:gd name="connsiteX9" fmla="*/ 125730 w 125730"/>
                  <a:gd name="connsiteY9" fmla="*/ 216069 h 219328"/>
                  <a:gd name="connsiteX10" fmla="*/ 109753 w 125730"/>
                  <a:gd name="connsiteY10" fmla="*/ 216069 h 219328"/>
                  <a:gd name="connsiteX11" fmla="*/ 106044 w 125730"/>
                  <a:gd name="connsiteY11" fmla="*/ 95369 h 219328"/>
                  <a:gd name="connsiteX12" fmla="*/ 67145 w 125730"/>
                  <a:gd name="connsiteY12" fmla="*/ 77953 h 219328"/>
                  <a:gd name="connsiteX13" fmla="*/ 19592 w 125730"/>
                  <a:gd name="connsiteY13" fmla="*/ 141004 h 219328"/>
                  <a:gd name="connsiteX14" fmla="*/ 64958 w 125730"/>
                  <a:gd name="connsiteY14" fmla="*/ 204055 h 219328"/>
                  <a:gd name="connsiteX15" fmla="*/ 106044 w 125730"/>
                  <a:gd name="connsiteY15" fmla="*/ 177046 h 219328"/>
                  <a:gd name="connsiteX16" fmla="*/ 106044 w 125730"/>
                  <a:gd name="connsiteY16" fmla="*/ 95462 h 2193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5730" h="219328">
                    <a:moveTo>
                      <a:pt x="109753" y="216069"/>
                    </a:moveTo>
                    <a:lnTo>
                      <a:pt x="108231" y="192320"/>
                    </a:lnTo>
                    <a:cubicBezTo>
                      <a:pt x="99386" y="204893"/>
                      <a:pt x="84645" y="219329"/>
                      <a:pt x="60392" y="219329"/>
                    </a:cubicBezTo>
                    <a:cubicBezTo>
                      <a:pt x="19592" y="219329"/>
                      <a:pt x="0" y="183938"/>
                      <a:pt x="0" y="140352"/>
                    </a:cubicBezTo>
                    <a:cubicBezTo>
                      <a:pt x="0" y="91736"/>
                      <a:pt x="28151" y="62586"/>
                      <a:pt x="63151" y="62586"/>
                    </a:cubicBezTo>
                    <a:cubicBezTo>
                      <a:pt x="82172" y="62586"/>
                      <a:pt x="97199" y="70409"/>
                      <a:pt x="106044" y="79350"/>
                    </a:cubicBezTo>
                    <a:lnTo>
                      <a:pt x="106044" y="0"/>
                    </a:lnTo>
                    <a:lnTo>
                      <a:pt x="124779" y="0"/>
                    </a:lnTo>
                    <a:lnTo>
                      <a:pt x="124779" y="187850"/>
                    </a:lnTo>
                    <a:cubicBezTo>
                      <a:pt x="124779" y="195021"/>
                      <a:pt x="125350" y="209457"/>
                      <a:pt x="125730" y="216069"/>
                    </a:cubicBezTo>
                    <a:lnTo>
                      <a:pt x="109753" y="216069"/>
                    </a:lnTo>
                    <a:close/>
                    <a:moveTo>
                      <a:pt x="106044" y="95369"/>
                    </a:moveTo>
                    <a:cubicBezTo>
                      <a:pt x="96533" y="86335"/>
                      <a:pt x="86737" y="77953"/>
                      <a:pt x="67145" y="77953"/>
                    </a:cubicBezTo>
                    <a:cubicBezTo>
                      <a:pt x="47553" y="77953"/>
                      <a:pt x="19592" y="93878"/>
                      <a:pt x="19592" y="141004"/>
                    </a:cubicBezTo>
                    <a:cubicBezTo>
                      <a:pt x="19592" y="178257"/>
                      <a:pt x="36140" y="204055"/>
                      <a:pt x="64958" y="204055"/>
                    </a:cubicBezTo>
                    <a:cubicBezTo>
                      <a:pt x="84264" y="204055"/>
                      <a:pt x="97484" y="190271"/>
                      <a:pt x="106044" y="177046"/>
                    </a:cubicBezTo>
                    <a:lnTo>
                      <a:pt x="106044" y="9546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</p:grpSp>
        <p:grpSp>
          <p:nvGrpSpPr>
            <p:cNvPr id="10" name="Graphic 17">
              <a:extLst>
                <a:ext uri="{FF2B5EF4-FFF2-40B4-BE49-F238E27FC236}">
                  <a16:creationId xmlns:a16="http://schemas.microsoft.com/office/drawing/2014/main" id="{43AD33CB-AA8C-A96C-9BDD-C38DA4E087EE}"/>
                </a:ext>
              </a:extLst>
            </p:cNvPr>
            <p:cNvGrpSpPr/>
            <p:nvPr/>
          </p:nvGrpSpPr>
          <p:grpSpPr>
            <a:xfrm>
              <a:off x="6465963" y="3289300"/>
              <a:ext cx="1730364" cy="282193"/>
              <a:chOff x="6465963" y="3289300"/>
              <a:chExt cx="1730364" cy="282193"/>
            </a:xfrm>
            <a:grpFill/>
          </p:grpSpPr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1B72B869-3D16-C1FC-5DB7-EA3F8B4139C0}"/>
                  </a:ext>
                </a:extLst>
              </p:cNvPr>
              <p:cNvSpPr/>
              <p:nvPr/>
            </p:nvSpPr>
            <p:spPr>
              <a:xfrm>
                <a:off x="6465963" y="3355424"/>
                <a:ext cx="145512" cy="216069"/>
              </a:xfrm>
              <a:custGeom>
                <a:avLst/>
                <a:gdLst>
                  <a:gd name="connsiteX0" fmla="*/ 93204 w 145512"/>
                  <a:gd name="connsiteY0" fmla="*/ 161121 h 216069"/>
                  <a:gd name="connsiteX1" fmla="*/ 18451 w 145512"/>
                  <a:gd name="connsiteY1" fmla="*/ 216069 h 216069"/>
                  <a:gd name="connsiteX2" fmla="*/ 13220 w 145512"/>
                  <a:gd name="connsiteY2" fmla="*/ 189061 h 216069"/>
                  <a:gd name="connsiteX3" fmla="*/ 58871 w 145512"/>
                  <a:gd name="connsiteY3" fmla="*/ 159072 h 216069"/>
                  <a:gd name="connsiteX4" fmla="*/ 61914 w 145512"/>
                  <a:gd name="connsiteY4" fmla="*/ 149479 h 216069"/>
                  <a:gd name="connsiteX5" fmla="*/ 0 w 145512"/>
                  <a:gd name="connsiteY5" fmla="*/ 0 h 216069"/>
                  <a:gd name="connsiteX6" fmla="*/ 36426 w 145512"/>
                  <a:gd name="connsiteY6" fmla="*/ 0 h 216069"/>
                  <a:gd name="connsiteX7" fmla="*/ 63056 w 145512"/>
                  <a:gd name="connsiteY7" fmla="*/ 68453 h 216069"/>
                  <a:gd name="connsiteX8" fmla="*/ 78368 w 145512"/>
                  <a:gd name="connsiteY8" fmla="*/ 114368 h 216069"/>
                  <a:gd name="connsiteX9" fmla="*/ 111179 w 145512"/>
                  <a:gd name="connsiteY9" fmla="*/ 0 h 216069"/>
                  <a:gd name="connsiteX10" fmla="*/ 145513 w 145512"/>
                  <a:gd name="connsiteY10" fmla="*/ 0 h 216069"/>
                  <a:gd name="connsiteX11" fmla="*/ 93109 w 145512"/>
                  <a:gd name="connsiteY11" fmla="*/ 161214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5512" h="216069">
                    <a:moveTo>
                      <a:pt x="93204" y="161121"/>
                    </a:moveTo>
                    <a:cubicBezTo>
                      <a:pt x="80650" y="199492"/>
                      <a:pt x="52118" y="211878"/>
                      <a:pt x="18451" y="216069"/>
                    </a:cubicBezTo>
                    <a:lnTo>
                      <a:pt x="13220" y="189061"/>
                    </a:lnTo>
                    <a:cubicBezTo>
                      <a:pt x="37472" y="185428"/>
                      <a:pt x="53640" y="175277"/>
                      <a:pt x="58871" y="159072"/>
                    </a:cubicBezTo>
                    <a:lnTo>
                      <a:pt x="61914" y="149479"/>
                    </a:lnTo>
                    <a:lnTo>
                      <a:pt x="0" y="0"/>
                    </a:lnTo>
                    <a:lnTo>
                      <a:pt x="36426" y="0"/>
                    </a:lnTo>
                    <a:lnTo>
                      <a:pt x="63056" y="68453"/>
                    </a:lnTo>
                    <a:cubicBezTo>
                      <a:pt x="70379" y="87638"/>
                      <a:pt x="78368" y="114368"/>
                      <a:pt x="78368" y="114368"/>
                    </a:cubicBezTo>
                    <a:lnTo>
                      <a:pt x="111179" y="0"/>
                    </a:lnTo>
                    <a:lnTo>
                      <a:pt x="145513" y="0"/>
                    </a:lnTo>
                    <a:lnTo>
                      <a:pt x="93109" y="161214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4924AB1F-0199-7B0B-BE18-969935DD16A4}"/>
                  </a:ext>
                </a:extLst>
              </p:cNvPr>
              <p:cNvSpPr/>
              <p:nvPr/>
            </p:nvSpPr>
            <p:spPr>
              <a:xfrm>
                <a:off x="6629927" y="3351140"/>
                <a:ext cx="147795" cy="158419"/>
              </a:xfrm>
              <a:custGeom>
                <a:avLst/>
                <a:gdLst>
                  <a:gd name="connsiteX0" fmla="*/ 73898 w 147795"/>
                  <a:gd name="connsiteY0" fmla="*/ 158420 h 158419"/>
                  <a:gd name="connsiteX1" fmla="*/ 0 w 147795"/>
                  <a:gd name="connsiteY1" fmla="*/ 78605 h 158419"/>
                  <a:gd name="connsiteX2" fmla="*/ 73898 w 147795"/>
                  <a:gd name="connsiteY2" fmla="*/ 0 h 158419"/>
                  <a:gd name="connsiteX3" fmla="*/ 147795 w 147795"/>
                  <a:gd name="connsiteY3" fmla="*/ 78605 h 158419"/>
                  <a:gd name="connsiteX4" fmla="*/ 73898 w 147795"/>
                  <a:gd name="connsiteY4" fmla="*/ 158420 h 158419"/>
                  <a:gd name="connsiteX5" fmla="*/ 73898 w 147795"/>
                  <a:gd name="connsiteY5" fmla="*/ 26357 h 158419"/>
                  <a:gd name="connsiteX6" fmla="*/ 34714 w 147795"/>
                  <a:gd name="connsiteY6" fmla="*/ 78605 h 158419"/>
                  <a:gd name="connsiteX7" fmla="*/ 73898 w 147795"/>
                  <a:gd name="connsiteY7" fmla="*/ 132063 h 158419"/>
                  <a:gd name="connsiteX8" fmla="*/ 113081 w 147795"/>
                  <a:gd name="connsiteY8" fmla="*/ 78605 h 158419"/>
                  <a:gd name="connsiteX9" fmla="*/ 73898 w 147795"/>
                  <a:gd name="connsiteY9" fmla="*/ 26357 h 158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7795" h="158419">
                    <a:moveTo>
                      <a:pt x="73898" y="158420"/>
                    </a:moveTo>
                    <a:cubicBezTo>
                      <a:pt x="26725" y="158420"/>
                      <a:pt x="0" y="124799"/>
                      <a:pt x="0" y="78605"/>
                    </a:cubicBezTo>
                    <a:cubicBezTo>
                      <a:pt x="0" y="32410"/>
                      <a:pt x="27581" y="0"/>
                      <a:pt x="73898" y="0"/>
                    </a:cubicBezTo>
                    <a:cubicBezTo>
                      <a:pt x="120214" y="0"/>
                      <a:pt x="147795" y="32410"/>
                      <a:pt x="147795" y="78605"/>
                    </a:cubicBezTo>
                    <a:cubicBezTo>
                      <a:pt x="147795" y="124799"/>
                      <a:pt x="120214" y="158420"/>
                      <a:pt x="73898" y="158420"/>
                    </a:cubicBezTo>
                    <a:close/>
                    <a:moveTo>
                      <a:pt x="73898" y="26357"/>
                    </a:moveTo>
                    <a:cubicBezTo>
                      <a:pt x="47838" y="26357"/>
                      <a:pt x="34714" y="47405"/>
                      <a:pt x="34714" y="78605"/>
                    </a:cubicBezTo>
                    <a:cubicBezTo>
                      <a:pt x="34714" y="109804"/>
                      <a:pt x="48504" y="132063"/>
                      <a:pt x="73898" y="132063"/>
                    </a:cubicBezTo>
                    <a:cubicBezTo>
                      <a:pt x="99291" y="132063"/>
                      <a:pt x="113081" y="109897"/>
                      <a:pt x="113081" y="78605"/>
                    </a:cubicBezTo>
                    <a:cubicBezTo>
                      <a:pt x="113081" y="47312"/>
                      <a:pt x="99005" y="26357"/>
                      <a:pt x="73898" y="26357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C17B6DD4-6FE1-4DA0-156E-CB86D8398A02}"/>
                  </a:ext>
                </a:extLst>
              </p:cNvPr>
              <p:cNvSpPr/>
              <p:nvPr/>
            </p:nvSpPr>
            <p:spPr>
              <a:xfrm>
                <a:off x="6812911" y="3355331"/>
                <a:ext cx="127252" cy="153949"/>
              </a:xfrm>
              <a:custGeom>
                <a:avLst/>
                <a:gdLst>
                  <a:gd name="connsiteX0" fmla="*/ 99957 w 127252"/>
                  <a:gd name="connsiteY0" fmla="*/ 150038 h 153949"/>
                  <a:gd name="connsiteX1" fmla="*/ 97199 w 127252"/>
                  <a:gd name="connsiteY1" fmla="*/ 132622 h 153949"/>
                  <a:gd name="connsiteX2" fmla="*/ 53069 w 127252"/>
                  <a:gd name="connsiteY2" fmla="*/ 153949 h 153949"/>
                  <a:gd name="connsiteX3" fmla="*/ 0 w 127252"/>
                  <a:gd name="connsiteY3" fmla="*/ 95462 h 153949"/>
                  <a:gd name="connsiteX4" fmla="*/ 0 w 127252"/>
                  <a:gd name="connsiteY4" fmla="*/ 0 h 153949"/>
                  <a:gd name="connsiteX5" fmla="*/ 34048 w 127252"/>
                  <a:gd name="connsiteY5" fmla="*/ 0 h 153949"/>
                  <a:gd name="connsiteX6" fmla="*/ 34048 w 127252"/>
                  <a:gd name="connsiteY6" fmla="*/ 90619 h 153949"/>
                  <a:gd name="connsiteX7" fmla="*/ 60107 w 127252"/>
                  <a:gd name="connsiteY7" fmla="*/ 127220 h 153949"/>
                  <a:gd name="connsiteX8" fmla="*/ 91682 w 127252"/>
                  <a:gd name="connsiteY8" fmla="*/ 108035 h 153949"/>
                  <a:gd name="connsiteX9" fmla="*/ 91682 w 127252"/>
                  <a:gd name="connsiteY9" fmla="*/ 0 h 153949"/>
                  <a:gd name="connsiteX10" fmla="*/ 125731 w 127252"/>
                  <a:gd name="connsiteY10" fmla="*/ 0 h 153949"/>
                  <a:gd name="connsiteX11" fmla="*/ 125731 w 127252"/>
                  <a:gd name="connsiteY11" fmla="*/ 123029 h 153949"/>
                  <a:gd name="connsiteX12" fmla="*/ 127252 w 127252"/>
                  <a:gd name="connsiteY12" fmla="*/ 150038 h 153949"/>
                  <a:gd name="connsiteX13" fmla="*/ 99957 w 127252"/>
                  <a:gd name="connsiteY13" fmla="*/ 150038 h 153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7252" h="153949">
                    <a:moveTo>
                      <a:pt x="99957" y="150038"/>
                    </a:moveTo>
                    <a:lnTo>
                      <a:pt x="97199" y="132622"/>
                    </a:lnTo>
                    <a:cubicBezTo>
                      <a:pt x="86452" y="146126"/>
                      <a:pt x="71425" y="153949"/>
                      <a:pt x="53069" y="153949"/>
                    </a:cubicBezTo>
                    <a:cubicBezTo>
                      <a:pt x="15027" y="153949"/>
                      <a:pt x="0" y="131784"/>
                      <a:pt x="0" y="95462"/>
                    </a:cubicBezTo>
                    <a:lnTo>
                      <a:pt x="0" y="0"/>
                    </a:lnTo>
                    <a:lnTo>
                      <a:pt x="34048" y="0"/>
                    </a:lnTo>
                    <a:lnTo>
                      <a:pt x="34048" y="90619"/>
                    </a:lnTo>
                    <a:cubicBezTo>
                      <a:pt x="34048" y="117069"/>
                      <a:pt x="39850" y="127220"/>
                      <a:pt x="60107" y="127220"/>
                    </a:cubicBezTo>
                    <a:cubicBezTo>
                      <a:pt x="76085" y="127220"/>
                      <a:pt x="86452" y="115485"/>
                      <a:pt x="91682" y="108035"/>
                    </a:cubicBezTo>
                    <a:lnTo>
                      <a:pt x="91682" y="0"/>
                    </a:lnTo>
                    <a:lnTo>
                      <a:pt x="125731" y="0"/>
                    </a:lnTo>
                    <a:lnTo>
                      <a:pt x="125731" y="123029"/>
                    </a:lnTo>
                    <a:cubicBezTo>
                      <a:pt x="125731" y="128151"/>
                      <a:pt x="126967" y="144915"/>
                      <a:pt x="127252" y="150038"/>
                    </a:cubicBezTo>
                    <a:lnTo>
                      <a:pt x="99957" y="150038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79C96289-92C2-7F58-FBBD-EE4118E24392}"/>
                  </a:ext>
                </a:extLst>
              </p:cNvPr>
              <p:cNvSpPr/>
              <p:nvPr/>
            </p:nvSpPr>
            <p:spPr>
              <a:xfrm>
                <a:off x="6980013" y="3351140"/>
                <a:ext cx="93204" cy="154228"/>
              </a:xfrm>
              <a:custGeom>
                <a:avLst/>
                <a:gdLst>
                  <a:gd name="connsiteX0" fmla="*/ 83123 w 93204"/>
                  <a:gd name="connsiteY0" fmla="*/ 37160 h 154228"/>
                  <a:gd name="connsiteX1" fmla="*/ 68381 w 93204"/>
                  <a:gd name="connsiteY1" fmla="*/ 32690 h 154228"/>
                  <a:gd name="connsiteX2" fmla="*/ 35570 w 93204"/>
                  <a:gd name="connsiteY2" fmla="*/ 56066 h 154228"/>
                  <a:gd name="connsiteX3" fmla="*/ 35570 w 93204"/>
                  <a:gd name="connsiteY3" fmla="*/ 154229 h 154228"/>
                  <a:gd name="connsiteX4" fmla="*/ 1521 w 93204"/>
                  <a:gd name="connsiteY4" fmla="*/ 154229 h 154228"/>
                  <a:gd name="connsiteX5" fmla="*/ 1521 w 93204"/>
                  <a:gd name="connsiteY5" fmla="*/ 32410 h 154228"/>
                  <a:gd name="connsiteX6" fmla="*/ 0 w 93204"/>
                  <a:gd name="connsiteY6" fmla="*/ 4191 h 154228"/>
                  <a:gd name="connsiteX7" fmla="*/ 26059 w 93204"/>
                  <a:gd name="connsiteY7" fmla="*/ 4191 h 154228"/>
                  <a:gd name="connsiteX8" fmla="*/ 28817 w 93204"/>
                  <a:gd name="connsiteY8" fmla="*/ 29710 h 154228"/>
                  <a:gd name="connsiteX9" fmla="*/ 77892 w 93204"/>
                  <a:gd name="connsiteY9" fmla="*/ 0 h 154228"/>
                  <a:gd name="connsiteX10" fmla="*/ 93204 w 93204"/>
                  <a:gd name="connsiteY10" fmla="*/ 2421 h 154228"/>
                  <a:gd name="connsiteX11" fmla="*/ 83123 w 93204"/>
                  <a:gd name="connsiteY11" fmla="*/ 37253 h 1542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93204" h="154228">
                    <a:moveTo>
                      <a:pt x="83123" y="37160"/>
                    </a:moveTo>
                    <a:cubicBezTo>
                      <a:pt x="78177" y="34180"/>
                      <a:pt x="73898" y="32690"/>
                      <a:pt x="68381" y="32690"/>
                    </a:cubicBezTo>
                    <a:cubicBezTo>
                      <a:pt x="53640" y="32690"/>
                      <a:pt x="44129" y="42934"/>
                      <a:pt x="35570" y="56066"/>
                    </a:cubicBezTo>
                    <a:lnTo>
                      <a:pt x="35570" y="154229"/>
                    </a:lnTo>
                    <a:lnTo>
                      <a:pt x="1521" y="154229"/>
                    </a:lnTo>
                    <a:lnTo>
                      <a:pt x="1521" y="32410"/>
                    </a:lnTo>
                    <a:cubicBezTo>
                      <a:pt x="1521" y="27288"/>
                      <a:pt x="285" y="9313"/>
                      <a:pt x="0" y="4191"/>
                    </a:cubicBezTo>
                    <a:lnTo>
                      <a:pt x="26059" y="4191"/>
                    </a:lnTo>
                    <a:lnTo>
                      <a:pt x="28817" y="29710"/>
                    </a:lnTo>
                    <a:cubicBezTo>
                      <a:pt x="37091" y="14063"/>
                      <a:pt x="51452" y="0"/>
                      <a:pt x="77892" y="0"/>
                    </a:cubicBezTo>
                    <a:cubicBezTo>
                      <a:pt x="83123" y="0"/>
                      <a:pt x="88924" y="931"/>
                      <a:pt x="93204" y="2421"/>
                    </a:cubicBezTo>
                    <a:lnTo>
                      <a:pt x="83123" y="37253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CAA09B00-4DE7-B236-42A0-643F40913AB2}"/>
                  </a:ext>
                </a:extLst>
              </p:cNvPr>
              <p:cNvSpPr/>
              <p:nvPr/>
            </p:nvSpPr>
            <p:spPr>
              <a:xfrm>
                <a:off x="7192956" y="3351140"/>
                <a:ext cx="218744" cy="154321"/>
              </a:xfrm>
              <a:custGeom>
                <a:avLst/>
                <a:gdLst>
                  <a:gd name="connsiteX0" fmla="*/ 184982 w 218744"/>
                  <a:gd name="connsiteY0" fmla="*/ 154229 h 154321"/>
                  <a:gd name="connsiteX1" fmla="*/ 184982 w 218744"/>
                  <a:gd name="connsiteY1" fmla="*/ 67242 h 154321"/>
                  <a:gd name="connsiteX2" fmla="*/ 157972 w 218744"/>
                  <a:gd name="connsiteY2" fmla="*/ 27288 h 154321"/>
                  <a:gd name="connsiteX3" fmla="*/ 126682 w 218744"/>
                  <a:gd name="connsiteY3" fmla="*/ 47405 h 154321"/>
                  <a:gd name="connsiteX4" fmla="*/ 127252 w 218744"/>
                  <a:gd name="connsiteY4" fmla="*/ 57277 h 154321"/>
                  <a:gd name="connsiteX5" fmla="*/ 127252 w 218744"/>
                  <a:gd name="connsiteY5" fmla="*/ 154229 h 154321"/>
                  <a:gd name="connsiteX6" fmla="*/ 93204 w 218744"/>
                  <a:gd name="connsiteY6" fmla="*/ 154229 h 154321"/>
                  <a:gd name="connsiteX7" fmla="*/ 93204 w 218744"/>
                  <a:gd name="connsiteY7" fmla="*/ 67522 h 154321"/>
                  <a:gd name="connsiteX8" fmla="*/ 66194 w 218744"/>
                  <a:gd name="connsiteY8" fmla="*/ 27288 h 154321"/>
                  <a:gd name="connsiteX9" fmla="*/ 35570 w 218744"/>
                  <a:gd name="connsiteY9" fmla="*/ 47405 h 154321"/>
                  <a:gd name="connsiteX10" fmla="*/ 35570 w 218744"/>
                  <a:gd name="connsiteY10" fmla="*/ 154229 h 154321"/>
                  <a:gd name="connsiteX11" fmla="*/ 1522 w 218744"/>
                  <a:gd name="connsiteY11" fmla="*/ 154229 h 154321"/>
                  <a:gd name="connsiteX12" fmla="*/ 1522 w 218744"/>
                  <a:gd name="connsiteY12" fmla="*/ 31200 h 154321"/>
                  <a:gd name="connsiteX13" fmla="*/ 0 w 218744"/>
                  <a:gd name="connsiteY13" fmla="*/ 4191 h 154321"/>
                  <a:gd name="connsiteX14" fmla="*/ 26630 w 218744"/>
                  <a:gd name="connsiteY14" fmla="*/ 4191 h 154321"/>
                  <a:gd name="connsiteX15" fmla="*/ 29958 w 218744"/>
                  <a:gd name="connsiteY15" fmla="*/ 22818 h 154321"/>
                  <a:gd name="connsiteX16" fmla="*/ 72281 w 218744"/>
                  <a:gd name="connsiteY16" fmla="*/ 0 h 154321"/>
                  <a:gd name="connsiteX17" fmla="*/ 118217 w 218744"/>
                  <a:gd name="connsiteY17" fmla="*/ 24028 h 154321"/>
                  <a:gd name="connsiteX18" fmla="*/ 164154 w 218744"/>
                  <a:gd name="connsiteY18" fmla="*/ 0 h 154321"/>
                  <a:gd name="connsiteX19" fmla="*/ 218745 w 218744"/>
                  <a:gd name="connsiteY19" fmla="*/ 68453 h 154321"/>
                  <a:gd name="connsiteX20" fmla="*/ 218745 w 218744"/>
                  <a:gd name="connsiteY20" fmla="*/ 154322 h 154321"/>
                  <a:gd name="connsiteX21" fmla="*/ 184697 w 218744"/>
                  <a:gd name="connsiteY21" fmla="*/ 154322 h 1543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18744" h="154321">
                    <a:moveTo>
                      <a:pt x="184982" y="154229"/>
                    </a:moveTo>
                    <a:lnTo>
                      <a:pt x="184982" y="67242"/>
                    </a:lnTo>
                    <a:cubicBezTo>
                      <a:pt x="184982" y="42655"/>
                      <a:pt x="179180" y="27288"/>
                      <a:pt x="157972" y="27288"/>
                    </a:cubicBezTo>
                    <a:cubicBezTo>
                      <a:pt x="144181" y="27288"/>
                      <a:pt x="133719" y="37160"/>
                      <a:pt x="126682" y="47405"/>
                    </a:cubicBezTo>
                    <a:cubicBezTo>
                      <a:pt x="126967" y="50106"/>
                      <a:pt x="127252" y="54297"/>
                      <a:pt x="127252" y="57277"/>
                    </a:cubicBezTo>
                    <a:lnTo>
                      <a:pt x="127252" y="154229"/>
                    </a:lnTo>
                    <a:lnTo>
                      <a:pt x="93204" y="154229"/>
                    </a:lnTo>
                    <a:lnTo>
                      <a:pt x="93204" y="67522"/>
                    </a:lnTo>
                    <a:cubicBezTo>
                      <a:pt x="93204" y="41724"/>
                      <a:pt x="88639" y="27288"/>
                      <a:pt x="66194" y="27288"/>
                    </a:cubicBezTo>
                    <a:cubicBezTo>
                      <a:pt x="53355" y="27288"/>
                      <a:pt x="42322" y="38092"/>
                      <a:pt x="35570" y="47405"/>
                    </a:cubicBezTo>
                    <a:lnTo>
                      <a:pt x="35570" y="154229"/>
                    </a:lnTo>
                    <a:lnTo>
                      <a:pt x="1522" y="154229"/>
                    </a:lnTo>
                    <a:lnTo>
                      <a:pt x="1522" y="31200"/>
                    </a:lnTo>
                    <a:cubicBezTo>
                      <a:pt x="1522" y="26077"/>
                      <a:pt x="285" y="9313"/>
                      <a:pt x="0" y="4191"/>
                    </a:cubicBezTo>
                    <a:lnTo>
                      <a:pt x="26630" y="4191"/>
                    </a:lnTo>
                    <a:lnTo>
                      <a:pt x="29958" y="22818"/>
                    </a:lnTo>
                    <a:cubicBezTo>
                      <a:pt x="40991" y="9872"/>
                      <a:pt x="55067" y="0"/>
                      <a:pt x="72281" y="0"/>
                    </a:cubicBezTo>
                    <a:cubicBezTo>
                      <a:pt x="96153" y="0"/>
                      <a:pt x="109087" y="9034"/>
                      <a:pt x="118217" y="24028"/>
                    </a:cubicBezTo>
                    <a:cubicBezTo>
                      <a:pt x="128013" y="11083"/>
                      <a:pt x="142755" y="0"/>
                      <a:pt x="164154" y="0"/>
                    </a:cubicBezTo>
                    <a:cubicBezTo>
                      <a:pt x="202481" y="0"/>
                      <a:pt x="218745" y="20676"/>
                      <a:pt x="218745" y="68453"/>
                    </a:cubicBezTo>
                    <a:lnTo>
                      <a:pt x="218745" y="154322"/>
                    </a:lnTo>
                    <a:lnTo>
                      <a:pt x="184697" y="15432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2F50DE04-DE58-BC37-9F25-9A4AFB4F6A1F}"/>
                  </a:ext>
                </a:extLst>
              </p:cNvPr>
              <p:cNvSpPr/>
              <p:nvPr/>
            </p:nvSpPr>
            <p:spPr>
              <a:xfrm>
                <a:off x="7454879" y="3289300"/>
                <a:ext cx="36425" cy="216069"/>
              </a:xfrm>
              <a:custGeom>
                <a:avLst/>
                <a:gdLst>
                  <a:gd name="connsiteX0" fmla="*/ 0 w 36425"/>
                  <a:gd name="connsiteY0" fmla="*/ 32969 h 216069"/>
                  <a:gd name="connsiteX1" fmla="*/ 0 w 36425"/>
                  <a:gd name="connsiteY1" fmla="*/ 0 h 216069"/>
                  <a:gd name="connsiteX2" fmla="*/ 36426 w 36425"/>
                  <a:gd name="connsiteY2" fmla="*/ 0 h 216069"/>
                  <a:gd name="connsiteX3" fmla="*/ 36426 w 36425"/>
                  <a:gd name="connsiteY3" fmla="*/ 32969 h 216069"/>
                  <a:gd name="connsiteX4" fmla="*/ 0 w 36425"/>
                  <a:gd name="connsiteY4" fmla="*/ 32969 h 216069"/>
                  <a:gd name="connsiteX5" fmla="*/ 1236 w 36425"/>
                  <a:gd name="connsiteY5" fmla="*/ 216069 h 216069"/>
                  <a:gd name="connsiteX6" fmla="*/ 1236 w 36425"/>
                  <a:gd name="connsiteY6" fmla="*/ 66032 h 216069"/>
                  <a:gd name="connsiteX7" fmla="*/ 35284 w 36425"/>
                  <a:gd name="connsiteY7" fmla="*/ 66032 h 216069"/>
                  <a:gd name="connsiteX8" fmla="*/ 35284 w 36425"/>
                  <a:gd name="connsiteY8" fmla="*/ 216069 h 216069"/>
                  <a:gd name="connsiteX9" fmla="*/ 1236 w 36425"/>
                  <a:gd name="connsiteY9" fmla="*/ 216069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6425" h="216069">
                    <a:moveTo>
                      <a:pt x="0" y="32969"/>
                    </a:moveTo>
                    <a:lnTo>
                      <a:pt x="0" y="0"/>
                    </a:lnTo>
                    <a:lnTo>
                      <a:pt x="36426" y="0"/>
                    </a:lnTo>
                    <a:lnTo>
                      <a:pt x="36426" y="32969"/>
                    </a:lnTo>
                    <a:lnTo>
                      <a:pt x="0" y="32969"/>
                    </a:lnTo>
                    <a:close/>
                    <a:moveTo>
                      <a:pt x="1236" y="216069"/>
                    </a:moveTo>
                    <a:lnTo>
                      <a:pt x="1236" y="66032"/>
                    </a:lnTo>
                    <a:lnTo>
                      <a:pt x="35284" y="66032"/>
                    </a:lnTo>
                    <a:lnTo>
                      <a:pt x="35284" y="216069"/>
                    </a:lnTo>
                    <a:lnTo>
                      <a:pt x="1236" y="21606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EAE88145-0D16-50F8-0C98-9A0B9B378A59}"/>
                  </a:ext>
                </a:extLst>
              </p:cNvPr>
              <p:cNvSpPr/>
              <p:nvPr/>
            </p:nvSpPr>
            <p:spPr>
              <a:xfrm>
                <a:off x="7520502" y="3351326"/>
                <a:ext cx="120689" cy="157954"/>
              </a:xfrm>
              <a:custGeom>
                <a:avLst/>
                <a:gdLst>
                  <a:gd name="connsiteX0" fmla="*/ 61914 w 120689"/>
                  <a:gd name="connsiteY0" fmla="*/ 157954 h 157954"/>
                  <a:gd name="connsiteX1" fmla="*/ 0 w 120689"/>
                  <a:gd name="connsiteY1" fmla="*/ 139048 h 157954"/>
                  <a:gd name="connsiteX2" fmla="*/ 15598 w 120689"/>
                  <a:gd name="connsiteY2" fmla="*/ 115299 h 157954"/>
                  <a:gd name="connsiteX3" fmla="*/ 60678 w 120689"/>
                  <a:gd name="connsiteY3" fmla="*/ 131784 h 157954"/>
                  <a:gd name="connsiteX4" fmla="*/ 85786 w 120689"/>
                  <a:gd name="connsiteY4" fmla="*/ 115020 h 157954"/>
                  <a:gd name="connsiteX5" fmla="*/ 55732 w 120689"/>
                  <a:gd name="connsiteY5" fmla="*/ 91271 h 157954"/>
                  <a:gd name="connsiteX6" fmla="*/ 6372 w 120689"/>
                  <a:gd name="connsiteY6" fmla="*/ 44145 h 157954"/>
                  <a:gd name="connsiteX7" fmla="*/ 64577 w 120689"/>
                  <a:gd name="connsiteY7" fmla="*/ 0 h 157954"/>
                  <a:gd name="connsiteX8" fmla="*/ 118788 w 120689"/>
                  <a:gd name="connsiteY8" fmla="*/ 16205 h 157954"/>
                  <a:gd name="connsiteX9" fmla="*/ 104427 w 120689"/>
                  <a:gd name="connsiteY9" fmla="*/ 39302 h 157954"/>
                  <a:gd name="connsiteX10" fmla="*/ 65528 w 120689"/>
                  <a:gd name="connsiteY10" fmla="*/ 26077 h 157954"/>
                  <a:gd name="connsiteX11" fmla="*/ 41276 w 120689"/>
                  <a:gd name="connsiteY11" fmla="*/ 41724 h 157954"/>
                  <a:gd name="connsiteX12" fmla="*/ 75895 w 120689"/>
                  <a:gd name="connsiteY12" fmla="*/ 64821 h 157954"/>
                  <a:gd name="connsiteX13" fmla="*/ 120690 w 120689"/>
                  <a:gd name="connsiteY13" fmla="*/ 113716 h 157954"/>
                  <a:gd name="connsiteX14" fmla="*/ 61819 w 120689"/>
                  <a:gd name="connsiteY14" fmla="*/ 157861 h 157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0689" h="157954">
                    <a:moveTo>
                      <a:pt x="61914" y="157954"/>
                    </a:moveTo>
                    <a:cubicBezTo>
                      <a:pt x="33097" y="157954"/>
                      <a:pt x="16263" y="149572"/>
                      <a:pt x="0" y="139048"/>
                    </a:cubicBezTo>
                    <a:lnTo>
                      <a:pt x="15598" y="115299"/>
                    </a:lnTo>
                    <a:cubicBezTo>
                      <a:pt x="28817" y="124612"/>
                      <a:pt x="44129" y="131784"/>
                      <a:pt x="60678" y="131784"/>
                    </a:cubicBezTo>
                    <a:cubicBezTo>
                      <a:pt x="77226" y="131784"/>
                      <a:pt x="85786" y="124612"/>
                      <a:pt x="85786" y="115020"/>
                    </a:cubicBezTo>
                    <a:cubicBezTo>
                      <a:pt x="85786" y="101795"/>
                      <a:pt x="76941" y="96672"/>
                      <a:pt x="55732" y="91271"/>
                    </a:cubicBezTo>
                    <a:cubicBezTo>
                      <a:pt x="32146" y="85310"/>
                      <a:pt x="6372" y="73855"/>
                      <a:pt x="6372" y="44145"/>
                    </a:cubicBezTo>
                    <a:cubicBezTo>
                      <a:pt x="6372" y="16578"/>
                      <a:pt x="30244" y="0"/>
                      <a:pt x="64577" y="0"/>
                    </a:cubicBezTo>
                    <a:cubicBezTo>
                      <a:pt x="86356" y="0"/>
                      <a:pt x="101669" y="4191"/>
                      <a:pt x="118788" y="16205"/>
                    </a:cubicBezTo>
                    <a:lnTo>
                      <a:pt x="104427" y="39302"/>
                    </a:lnTo>
                    <a:cubicBezTo>
                      <a:pt x="91207" y="29430"/>
                      <a:pt x="74659" y="26077"/>
                      <a:pt x="65528" y="26077"/>
                    </a:cubicBezTo>
                    <a:cubicBezTo>
                      <a:pt x="48029" y="26077"/>
                      <a:pt x="41276" y="32410"/>
                      <a:pt x="41276" y="41724"/>
                    </a:cubicBezTo>
                    <a:cubicBezTo>
                      <a:pt x="41276" y="54669"/>
                      <a:pt x="52594" y="58488"/>
                      <a:pt x="75895" y="64821"/>
                    </a:cubicBezTo>
                    <a:cubicBezTo>
                      <a:pt x="95487" y="69943"/>
                      <a:pt x="120690" y="80095"/>
                      <a:pt x="120690" y="113716"/>
                    </a:cubicBezTo>
                    <a:cubicBezTo>
                      <a:pt x="120690" y="144915"/>
                      <a:pt x="90922" y="157861"/>
                      <a:pt x="61819" y="157861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2031349B-9FEC-56DA-28CC-ABB03191141E}"/>
                  </a:ext>
                </a:extLst>
              </p:cNvPr>
              <p:cNvSpPr/>
              <p:nvPr/>
            </p:nvSpPr>
            <p:spPr>
              <a:xfrm>
                <a:off x="7658502" y="3351326"/>
                <a:ext cx="120689" cy="157954"/>
              </a:xfrm>
              <a:custGeom>
                <a:avLst/>
                <a:gdLst>
                  <a:gd name="connsiteX0" fmla="*/ 61914 w 120689"/>
                  <a:gd name="connsiteY0" fmla="*/ 157954 h 157954"/>
                  <a:gd name="connsiteX1" fmla="*/ 0 w 120689"/>
                  <a:gd name="connsiteY1" fmla="*/ 139048 h 157954"/>
                  <a:gd name="connsiteX2" fmla="*/ 15597 w 120689"/>
                  <a:gd name="connsiteY2" fmla="*/ 115299 h 157954"/>
                  <a:gd name="connsiteX3" fmla="*/ 60678 w 120689"/>
                  <a:gd name="connsiteY3" fmla="*/ 131784 h 157954"/>
                  <a:gd name="connsiteX4" fmla="*/ 85786 w 120689"/>
                  <a:gd name="connsiteY4" fmla="*/ 115020 h 157954"/>
                  <a:gd name="connsiteX5" fmla="*/ 55732 w 120689"/>
                  <a:gd name="connsiteY5" fmla="*/ 91271 h 157954"/>
                  <a:gd name="connsiteX6" fmla="*/ 6372 w 120689"/>
                  <a:gd name="connsiteY6" fmla="*/ 44145 h 157954"/>
                  <a:gd name="connsiteX7" fmla="*/ 64577 w 120689"/>
                  <a:gd name="connsiteY7" fmla="*/ 0 h 157954"/>
                  <a:gd name="connsiteX8" fmla="*/ 118788 w 120689"/>
                  <a:gd name="connsiteY8" fmla="*/ 16205 h 157954"/>
                  <a:gd name="connsiteX9" fmla="*/ 104427 w 120689"/>
                  <a:gd name="connsiteY9" fmla="*/ 39302 h 157954"/>
                  <a:gd name="connsiteX10" fmla="*/ 65528 w 120689"/>
                  <a:gd name="connsiteY10" fmla="*/ 26077 h 157954"/>
                  <a:gd name="connsiteX11" fmla="*/ 41276 w 120689"/>
                  <a:gd name="connsiteY11" fmla="*/ 41724 h 157954"/>
                  <a:gd name="connsiteX12" fmla="*/ 75895 w 120689"/>
                  <a:gd name="connsiteY12" fmla="*/ 64821 h 157954"/>
                  <a:gd name="connsiteX13" fmla="*/ 120690 w 120689"/>
                  <a:gd name="connsiteY13" fmla="*/ 113716 h 157954"/>
                  <a:gd name="connsiteX14" fmla="*/ 61819 w 120689"/>
                  <a:gd name="connsiteY14" fmla="*/ 157861 h 157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0689" h="157954">
                    <a:moveTo>
                      <a:pt x="61914" y="157954"/>
                    </a:moveTo>
                    <a:cubicBezTo>
                      <a:pt x="33097" y="157954"/>
                      <a:pt x="16263" y="149572"/>
                      <a:pt x="0" y="139048"/>
                    </a:cubicBezTo>
                    <a:lnTo>
                      <a:pt x="15597" y="115299"/>
                    </a:lnTo>
                    <a:cubicBezTo>
                      <a:pt x="28817" y="124612"/>
                      <a:pt x="44129" y="131784"/>
                      <a:pt x="60678" y="131784"/>
                    </a:cubicBezTo>
                    <a:cubicBezTo>
                      <a:pt x="77226" y="131784"/>
                      <a:pt x="85786" y="124612"/>
                      <a:pt x="85786" y="115020"/>
                    </a:cubicBezTo>
                    <a:cubicBezTo>
                      <a:pt x="85786" y="101795"/>
                      <a:pt x="76941" y="96672"/>
                      <a:pt x="55732" y="91271"/>
                    </a:cubicBezTo>
                    <a:cubicBezTo>
                      <a:pt x="32146" y="85310"/>
                      <a:pt x="6372" y="73855"/>
                      <a:pt x="6372" y="44145"/>
                    </a:cubicBezTo>
                    <a:cubicBezTo>
                      <a:pt x="6372" y="16578"/>
                      <a:pt x="30244" y="0"/>
                      <a:pt x="64577" y="0"/>
                    </a:cubicBezTo>
                    <a:cubicBezTo>
                      <a:pt x="86356" y="0"/>
                      <a:pt x="101669" y="4191"/>
                      <a:pt x="118788" y="16205"/>
                    </a:cubicBezTo>
                    <a:lnTo>
                      <a:pt x="104427" y="39302"/>
                    </a:lnTo>
                    <a:cubicBezTo>
                      <a:pt x="91207" y="29430"/>
                      <a:pt x="74659" y="26077"/>
                      <a:pt x="65528" y="26077"/>
                    </a:cubicBezTo>
                    <a:cubicBezTo>
                      <a:pt x="48029" y="26077"/>
                      <a:pt x="41276" y="32410"/>
                      <a:pt x="41276" y="41724"/>
                    </a:cubicBezTo>
                    <a:cubicBezTo>
                      <a:pt x="41276" y="54669"/>
                      <a:pt x="52594" y="58488"/>
                      <a:pt x="75895" y="64821"/>
                    </a:cubicBezTo>
                    <a:cubicBezTo>
                      <a:pt x="95487" y="69943"/>
                      <a:pt x="120690" y="80095"/>
                      <a:pt x="120690" y="113716"/>
                    </a:cubicBezTo>
                    <a:cubicBezTo>
                      <a:pt x="120690" y="144915"/>
                      <a:pt x="90922" y="157861"/>
                      <a:pt x="61819" y="157861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84779240-A8A1-1C28-C696-4EE8BBC9E876}"/>
                  </a:ext>
                </a:extLst>
              </p:cNvPr>
              <p:cNvSpPr/>
              <p:nvPr/>
            </p:nvSpPr>
            <p:spPr>
              <a:xfrm>
                <a:off x="7812954" y="3289300"/>
                <a:ext cx="36425" cy="216069"/>
              </a:xfrm>
              <a:custGeom>
                <a:avLst/>
                <a:gdLst>
                  <a:gd name="connsiteX0" fmla="*/ 0 w 36425"/>
                  <a:gd name="connsiteY0" fmla="*/ 32969 h 216069"/>
                  <a:gd name="connsiteX1" fmla="*/ 0 w 36425"/>
                  <a:gd name="connsiteY1" fmla="*/ 0 h 216069"/>
                  <a:gd name="connsiteX2" fmla="*/ 36426 w 36425"/>
                  <a:gd name="connsiteY2" fmla="*/ 0 h 216069"/>
                  <a:gd name="connsiteX3" fmla="*/ 36426 w 36425"/>
                  <a:gd name="connsiteY3" fmla="*/ 32969 h 216069"/>
                  <a:gd name="connsiteX4" fmla="*/ 0 w 36425"/>
                  <a:gd name="connsiteY4" fmla="*/ 32969 h 216069"/>
                  <a:gd name="connsiteX5" fmla="*/ 1236 w 36425"/>
                  <a:gd name="connsiteY5" fmla="*/ 216069 h 216069"/>
                  <a:gd name="connsiteX6" fmla="*/ 1236 w 36425"/>
                  <a:gd name="connsiteY6" fmla="*/ 66032 h 216069"/>
                  <a:gd name="connsiteX7" fmla="*/ 35284 w 36425"/>
                  <a:gd name="connsiteY7" fmla="*/ 66032 h 216069"/>
                  <a:gd name="connsiteX8" fmla="*/ 35284 w 36425"/>
                  <a:gd name="connsiteY8" fmla="*/ 216069 h 216069"/>
                  <a:gd name="connsiteX9" fmla="*/ 1236 w 36425"/>
                  <a:gd name="connsiteY9" fmla="*/ 216069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6425" h="216069">
                    <a:moveTo>
                      <a:pt x="0" y="32969"/>
                    </a:moveTo>
                    <a:lnTo>
                      <a:pt x="0" y="0"/>
                    </a:lnTo>
                    <a:lnTo>
                      <a:pt x="36426" y="0"/>
                    </a:lnTo>
                    <a:lnTo>
                      <a:pt x="36426" y="32969"/>
                    </a:lnTo>
                    <a:lnTo>
                      <a:pt x="0" y="32969"/>
                    </a:lnTo>
                    <a:close/>
                    <a:moveTo>
                      <a:pt x="1236" y="216069"/>
                    </a:moveTo>
                    <a:lnTo>
                      <a:pt x="1236" y="66032"/>
                    </a:lnTo>
                    <a:lnTo>
                      <a:pt x="35284" y="66032"/>
                    </a:lnTo>
                    <a:lnTo>
                      <a:pt x="35284" y="216069"/>
                    </a:lnTo>
                    <a:lnTo>
                      <a:pt x="1236" y="21606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271CE9C4-53AC-7F44-EDDF-1F182C77BBDF}"/>
                  </a:ext>
                </a:extLst>
              </p:cNvPr>
              <p:cNvSpPr/>
              <p:nvPr/>
            </p:nvSpPr>
            <p:spPr>
              <a:xfrm>
                <a:off x="7884664" y="3351140"/>
                <a:ext cx="147795" cy="158419"/>
              </a:xfrm>
              <a:custGeom>
                <a:avLst/>
                <a:gdLst>
                  <a:gd name="connsiteX0" fmla="*/ 73898 w 147795"/>
                  <a:gd name="connsiteY0" fmla="*/ 158420 h 158419"/>
                  <a:gd name="connsiteX1" fmla="*/ 0 w 147795"/>
                  <a:gd name="connsiteY1" fmla="*/ 78605 h 158419"/>
                  <a:gd name="connsiteX2" fmla="*/ 73898 w 147795"/>
                  <a:gd name="connsiteY2" fmla="*/ 0 h 158419"/>
                  <a:gd name="connsiteX3" fmla="*/ 147795 w 147795"/>
                  <a:gd name="connsiteY3" fmla="*/ 78605 h 158419"/>
                  <a:gd name="connsiteX4" fmla="*/ 73898 w 147795"/>
                  <a:gd name="connsiteY4" fmla="*/ 158420 h 158419"/>
                  <a:gd name="connsiteX5" fmla="*/ 73898 w 147795"/>
                  <a:gd name="connsiteY5" fmla="*/ 26357 h 158419"/>
                  <a:gd name="connsiteX6" fmla="*/ 34714 w 147795"/>
                  <a:gd name="connsiteY6" fmla="*/ 78605 h 158419"/>
                  <a:gd name="connsiteX7" fmla="*/ 73898 w 147795"/>
                  <a:gd name="connsiteY7" fmla="*/ 132063 h 158419"/>
                  <a:gd name="connsiteX8" fmla="*/ 113081 w 147795"/>
                  <a:gd name="connsiteY8" fmla="*/ 78605 h 158419"/>
                  <a:gd name="connsiteX9" fmla="*/ 73898 w 147795"/>
                  <a:gd name="connsiteY9" fmla="*/ 26357 h 158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7795" h="158419">
                    <a:moveTo>
                      <a:pt x="73898" y="158420"/>
                    </a:moveTo>
                    <a:cubicBezTo>
                      <a:pt x="26725" y="158420"/>
                      <a:pt x="0" y="124799"/>
                      <a:pt x="0" y="78605"/>
                    </a:cubicBezTo>
                    <a:cubicBezTo>
                      <a:pt x="0" y="32410"/>
                      <a:pt x="27581" y="0"/>
                      <a:pt x="73898" y="0"/>
                    </a:cubicBezTo>
                    <a:cubicBezTo>
                      <a:pt x="120214" y="0"/>
                      <a:pt x="147795" y="32410"/>
                      <a:pt x="147795" y="78605"/>
                    </a:cubicBezTo>
                    <a:cubicBezTo>
                      <a:pt x="147795" y="124799"/>
                      <a:pt x="120214" y="158420"/>
                      <a:pt x="73898" y="158420"/>
                    </a:cubicBezTo>
                    <a:close/>
                    <a:moveTo>
                      <a:pt x="73898" y="26357"/>
                    </a:moveTo>
                    <a:cubicBezTo>
                      <a:pt x="47838" y="26357"/>
                      <a:pt x="34714" y="47405"/>
                      <a:pt x="34714" y="78605"/>
                    </a:cubicBezTo>
                    <a:cubicBezTo>
                      <a:pt x="34714" y="109804"/>
                      <a:pt x="48504" y="132063"/>
                      <a:pt x="73898" y="132063"/>
                    </a:cubicBezTo>
                    <a:cubicBezTo>
                      <a:pt x="99291" y="132063"/>
                      <a:pt x="113081" y="109897"/>
                      <a:pt x="113081" y="78605"/>
                    </a:cubicBezTo>
                    <a:cubicBezTo>
                      <a:pt x="113081" y="47312"/>
                      <a:pt x="99006" y="26357"/>
                      <a:pt x="73898" y="26357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06AD7E54-F476-7DBD-EDB7-D75FBF859046}"/>
                  </a:ext>
                </a:extLst>
              </p:cNvPr>
              <p:cNvSpPr/>
              <p:nvPr/>
            </p:nvSpPr>
            <p:spPr>
              <a:xfrm>
                <a:off x="8066222" y="3351140"/>
                <a:ext cx="130105" cy="154228"/>
              </a:xfrm>
              <a:custGeom>
                <a:avLst/>
                <a:gdLst>
                  <a:gd name="connsiteX0" fmla="*/ 96248 w 130105"/>
                  <a:gd name="connsiteY0" fmla="*/ 154229 h 154228"/>
                  <a:gd name="connsiteX1" fmla="*/ 96248 w 130105"/>
                  <a:gd name="connsiteY1" fmla="*/ 67242 h 154228"/>
                  <a:gd name="connsiteX2" fmla="*/ 67716 w 130105"/>
                  <a:gd name="connsiteY2" fmla="*/ 27288 h 154228"/>
                  <a:gd name="connsiteX3" fmla="*/ 35570 w 130105"/>
                  <a:gd name="connsiteY3" fmla="*/ 47684 h 154228"/>
                  <a:gd name="connsiteX4" fmla="*/ 35570 w 130105"/>
                  <a:gd name="connsiteY4" fmla="*/ 154229 h 154228"/>
                  <a:gd name="connsiteX5" fmla="*/ 1522 w 130105"/>
                  <a:gd name="connsiteY5" fmla="*/ 154229 h 154228"/>
                  <a:gd name="connsiteX6" fmla="*/ 1522 w 130105"/>
                  <a:gd name="connsiteY6" fmla="*/ 31200 h 154228"/>
                  <a:gd name="connsiteX7" fmla="*/ 0 w 130105"/>
                  <a:gd name="connsiteY7" fmla="*/ 4191 h 154228"/>
                  <a:gd name="connsiteX8" fmla="*/ 26630 w 130105"/>
                  <a:gd name="connsiteY8" fmla="*/ 4191 h 154228"/>
                  <a:gd name="connsiteX9" fmla="*/ 29958 w 130105"/>
                  <a:gd name="connsiteY9" fmla="*/ 23376 h 154228"/>
                  <a:gd name="connsiteX10" fmla="*/ 75895 w 130105"/>
                  <a:gd name="connsiteY10" fmla="*/ 0 h 154228"/>
                  <a:gd name="connsiteX11" fmla="*/ 130105 w 130105"/>
                  <a:gd name="connsiteY11" fmla="*/ 69291 h 154228"/>
                  <a:gd name="connsiteX12" fmla="*/ 130105 w 130105"/>
                  <a:gd name="connsiteY12" fmla="*/ 154229 h 154228"/>
                  <a:gd name="connsiteX13" fmla="*/ 96057 w 130105"/>
                  <a:gd name="connsiteY13" fmla="*/ 154229 h 1542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30105" h="154228">
                    <a:moveTo>
                      <a:pt x="96248" y="154229"/>
                    </a:moveTo>
                    <a:lnTo>
                      <a:pt x="96248" y="67242"/>
                    </a:lnTo>
                    <a:cubicBezTo>
                      <a:pt x="96248" y="42934"/>
                      <a:pt x="91017" y="27288"/>
                      <a:pt x="67716" y="27288"/>
                    </a:cubicBezTo>
                    <a:cubicBezTo>
                      <a:pt x="53925" y="27288"/>
                      <a:pt x="43178" y="37533"/>
                      <a:pt x="35570" y="47684"/>
                    </a:cubicBezTo>
                    <a:lnTo>
                      <a:pt x="35570" y="154229"/>
                    </a:lnTo>
                    <a:lnTo>
                      <a:pt x="1522" y="154229"/>
                    </a:lnTo>
                    <a:lnTo>
                      <a:pt x="1522" y="31200"/>
                    </a:lnTo>
                    <a:cubicBezTo>
                      <a:pt x="1522" y="26077"/>
                      <a:pt x="285" y="9313"/>
                      <a:pt x="0" y="4191"/>
                    </a:cubicBezTo>
                    <a:lnTo>
                      <a:pt x="26630" y="4191"/>
                    </a:lnTo>
                    <a:lnTo>
                      <a:pt x="29958" y="23376"/>
                    </a:lnTo>
                    <a:cubicBezTo>
                      <a:pt x="39184" y="10803"/>
                      <a:pt x="54781" y="0"/>
                      <a:pt x="75895" y="0"/>
                    </a:cubicBezTo>
                    <a:cubicBezTo>
                      <a:pt x="115459" y="0"/>
                      <a:pt x="130105" y="21048"/>
                      <a:pt x="130105" y="69291"/>
                    </a:cubicBezTo>
                    <a:lnTo>
                      <a:pt x="130105" y="154229"/>
                    </a:lnTo>
                    <a:lnTo>
                      <a:pt x="96057" y="15422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</p:grp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2FAC7CB7-A80A-FCAA-48E3-B6761F513B4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63379" y="247853"/>
            <a:ext cx="1513752" cy="662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1327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D3F7E3C0-7229-A0C8-B308-597A6B55C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18295"/>
            <a:ext cx="10801348" cy="889755"/>
          </a:xfrm>
        </p:spPr>
        <p:txBody>
          <a:bodyPr anchor="b" anchorCtr="0">
            <a:noAutofit/>
          </a:bodyPr>
          <a:lstStyle>
            <a:lvl1pPr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FCD63F0-20B4-4503-19AD-0E2CBC331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3" y="1268413"/>
            <a:ext cx="9721850" cy="1908215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22277-E9E0-A612-FC14-D4B12374CB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8292" y="6334138"/>
            <a:ext cx="360000" cy="32067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4D2DCB6-719E-0F43-A160-E508323EF71D}" type="slidenum">
              <a:rPr lang="en-DK" smtClean="0"/>
              <a:pPr/>
              <a:t>‹#›</a:t>
            </a:fld>
            <a:endParaRPr lang="en-DK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2EBDF4B-E05A-04FD-7628-934404C137EB}"/>
              </a:ext>
            </a:extLst>
          </p:cNvPr>
          <p:cNvPicPr>
            <a:picLocks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2913" y="1053025"/>
            <a:ext cx="540000" cy="36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19E80BD-420B-41C9-755A-9DE12A551DA5}"/>
              </a:ext>
            </a:extLst>
          </p:cNvPr>
          <p:cNvPicPr>
            <a:picLocks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75"/>
          <a:stretch/>
        </p:blipFill>
        <p:spPr>
          <a:xfrm>
            <a:off x="0" y="6750000"/>
            <a:ext cx="12192000" cy="10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7F33971-0E92-274F-A060-6BCC2DECBA8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5337" y="6214902"/>
            <a:ext cx="972000" cy="425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9469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3E22572-88DF-E03D-14AE-497AF0183DF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tx2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K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38FEFEB-41E9-9E45-0A06-AB96018EAD2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2913" y="2830478"/>
            <a:ext cx="10801350" cy="680206"/>
          </a:xfrm>
        </p:spPr>
        <p:txBody>
          <a:bodyPr anchor="ctr" anchorCtr="0">
            <a:noAutofit/>
          </a:bodyPr>
          <a:lstStyle>
            <a:lvl1pPr algn="l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Thank you</a:t>
            </a:r>
            <a:endParaRPr lang="en-DK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EDFA1A4-5E26-CDD0-2B99-EBC2D4ADC493}"/>
              </a:ext>
            </a:extLst>
          </p:cNvPr>
          <p:cNvSpPr txBox="1">
            <a:spLocks/>
          </p:cNvSpPr>
          <p:nvPr userDrawn="1"/>
        </p:nvSpPr>
        <p:spPr>
          <a:xfrm>
            <a:off x="456662" y="6223169"/>
            <a:ext cx="3421063" cy="320675"/>
          </a:xfrm>
          <a:prstGeom prst="rect">
            <a:avLst/>
          </a:prstGeom>
        </p:spPr>
        <p:txBody>
          <a:bodyPr vert="horz" lIns="0" tIns="45720" rIns="0" bIns="45720" rtlCol="0" anchor="ctr" anchorCtr="0"/>
          <a:lstStyle>
            <a:defPPr>
              <a:defRPr lang="en-DK"/>
            </a:defPPr>
            <a:lvl1pPr marL="0" algn="l" defTabSz="914400" rtl="0" eaLnBrk="1" latinLnBrk="0" hangingPunct="1">
              <a:defRPr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© 2023 Johnson Controls. All rights reserved.</a:t>
            </a:r>
            <a:endParaRPr lang="en-DK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8A223F-EF83-8E43-5B9F-626DB5A8CA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550223"/>
            <a:ext cx="12192000" cy="307777"/>
          </a:xfrm>
          <a:prstGeom prst="rect">
            <a:avLst/>
          </a:prstGeom>
        </p:spPr>
      </p:pic>
      <p:grpSp>
        <p:nvGrpSpPr>
          <p:cNvPr id="6" name="Graphic 3">
            <a:extLst>
              <a:ext uri="{FF2B5EF4-FFF2-40B4-BE49-F238E27FC236}">
                <a16:creationId xmlns:a16="http://schemas.microsoft.com/office/drawing/2014/main" id="{3066C639-00CC-AA56-3EB1-F353BCCDE6EE}"/>
              </a:ext>
            </a:extLst>
          </p:cNvPr>
          <p:cNvGrpSpPr/>
          <p:nvPr userDrawn="1"/>
        </p:nvGrpSpPr>
        <p:grpSpPr>
          <a:xfrm>
            <a:off x="5812299" y="431633"/>
            <a:ext cx="5720311" cy="5674199"/>
            <a:chOff x="3250256" y="583610"/>
            <a:chExt cx="3683878" cy="3693751"/>
          </a:xfrm>
          <a:solidFill>
            <a:schemeClr val="bg1">
              <a:alpha val="15000"/>
            </a:schemeClr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325BF02B-D97F-F5CD-EC7B-3C60EA1E6D43}"/>
                </a:ext>
              </a:extLst>
            </p:cNvPr>
            <p:cNvSpPr/>
            <p:nvPr/>
          </p:nvSpPr>
          <p:spPr>
            <a:xfrm>
              <a:off x="6551331" y="2007805"/>
              <a:ext cx="382803" cy="1355537"/>
            </a:xfrm>
            <a:custGeom>
              <a:avLst/>
              <a:gdLst>
                <a:gd name="connsiteX0" fmla="*/ 333447 w 382803"/>
                <a:gd name="connsiteY0" fmla="*/ 0 h 1355537"/>
                <a:gd name="connsiteX1" fmla="*/ 132995 w 382803"/>
                <a:gd name="connsiteY1" fmla="*/ 1355537 h 1355537"/>
                <a:gd name="connsiteX2" fmla="*/ 382804 w 382803"/>
                <a:gd name="connsiteY2" fmla="*/ 424302 h 1355537"/>
                <a:gd name="connsiteX3" fmla="*/ 333447 w 382803"/>
                <a:gd name="connsiteY3" fmla="*/ 0 h 1355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2803" h="1355537">
                  <a:moveTo>
                    <a:pt x="333447" y="0"/>
                  </a:moveTo>
                  <a:cubicBezTo>
                    <a:pt x="4464" y="284150"/>
                    <a:pt x="-116411" y="957970"/>
                    <a:pt x="132995" y="1355537"/>
                  </a:cubicBezTo>
                  <a:cubicBezTo>
                    <a:pt x="291543" y="1081716"/>
                    <a:pt x="382804" y="763945"/>
                    <a:pt x="382804" y="424302"/>
                  </a:cubicBezTo>
                  <a:cubicBezTo>
                    <a:pt x="382602" y="278277"/>
                    <a:pt x="365277" y="136506"/>
                    <a:pt x="333447" y="0"/>
                  </a:cubicBezTo>
                  <a:close/>
                </a:path>
              </a:pathLst>
            </a:custGeom>
            <a:grpFill/>
            <a:ln w="201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FF2AC3F6-7548-B81D-4A8E-61802212C99D}"/>
                </a:ext>
              </a:extLst>
            </p:cNvPr>
            <p:cNvSpPr/>
            <p:nvPr/>
          </p:nvSpPr>
          <p:spPr>
            <a:xfrm>
              <a:off x="3250256" y="1097835"/>
              <a:ext cx="559451" cy="1205462"/>
            </a:xfrm>
            <a:custGeom>
              <a:avLst/>
              <a:gdLst>
                <a:gd name="connsiteX0" fmla="*/ 559452 w 559451"/>
                <a:gd name="connsiteY0" fmla="*/ 0 h 1205462"/>
                <a:gd name="connsiteX1" fmla="*/ 0 w 559451"/>
                <a:gd name="connsiteY1" fmla="*/ 1205462 h 1205462"/>
                <a:gd name="connsiteX2" fmla="*/ 559452 w 559451"/>
                <a:gd name="connsiteY2" fmla="*/ 0 h 1205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59451" h="1205462">
                  <a:moveTo>
                    <a:pt x="559452" y="0"/>
                  </a:moveTo>
                  <a:cubicBezTo>
                    <a:pt x="240542" y="309264"/>
                    <a:pt x="32435" y="732958"/>
                    <a:pt x="0" y="1205462"/>
                  </a:cubicBezTo>
                  <a:cubicBezTo>
                    <a:pt x="307225" y="909565"/>
                    <a:pt x="499014" y="435441"/>
                    <a:pt x="559452" y="0"/>
                  </a:cubicBezTo>
                  <a:close/>
                </a:path>
              </a:pathLst>
            </a:custGeom>
            <a:grpFill/>
            <a:ln w="201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BB51E70E-4443-2760-A92E-329494E28703}"/>
                </a:ext>
              </a:extLst>
            </p:cNvPr>
            <p:cNvSpPr/>
            <p:nvPr/>
          </p:nvSpPr>
          <p:spPr>
            <a:xfrm>
              <a:off x="3262948" y="823608"/>
              <a:ext cx="922096" cy="2136697"/>
            </a:xfrm>
            <a:custGeom>
              <a:avLst/>
              <a:gdLst>
                <a:gd name="connsiteX0" fmla="*/ 910192 w 922096"/>
                <a:gd name="connsiteY0" fmla="*/ 0 h 2136697"/>
                <a:gd name="connsiteX1" fmla="*/ 825982 w 922096"/>
                <a:gd name="connsiteY1" fmla="*/ 51645 h 2136697"/>
                <a:gd name="connsiteX2" fmla="*/ 0 w 922096"/>
                <a:gd name="connsiteY2" fmla="*/ 1862876 h 2136697"/>
                <a:gd name="connsiteX3" fmla="*/ 58826 w 922096"/>
                <a:gd name="connsiteY3" fmla="*/ 2136698 h 2136697"/>
                <a:gd name="connsiteX4" fmla="*/ 910192 w 922096"/>
                <a:gd name="connsiteY4" fmla="*/ 0 h 2136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2096" h="2136697">
                  <a:moveTo>
                    <a:pt x="910192" y="0"/>
                  </a:moveTo>
                  <a:cubicBezTo>
                    <a:pt x="881585" y="16405"/>
                    <a:pt x="853582" y="33823"/>
                    <a:pt x="825982" y="51645"/>
                  </a:cubicBezTo>
                  <a:cubicBezTo>
                    <a:pt x="637013" y="947033"/>
                    <a:pt x="398889" y="1392600"/>
                    <a:pt x="0" y="1862876"/>
                  </a:cubicBezTo>
                  <a:cubicBezTo>
                    <a:pt x="12893" y="1956446"/>
                    <a:pt x="32435" y="2047989"/>
                    <a:pt x="58826" y="2136698"/>
                  </a:cubicBezTo>
                  <a:cubicBezTo>
                    <a:pt x="812283" y="1670877"/>
                    <a:pt x="971435" y="631895"/>
                    <a:pt x="910192" y="0"/>
                  </a:cubicBezTo>
                  <a:close/>
                </a:path>
              </a:pathLst>
            </a:custGeom>
            <a:grpFill/>
            <a:ln w="201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E12016B5-30E8-A979-06E0-FF477701022F}"/>
                </a:ext>
              </a:extLst>
            </p:cNvPr>
            <p:cNvSpPr/>
            <p:nvPr/>
          </p:nvSpPr>
          <p:spPr>
            <a:xfrm>
              <a:off x="4443498" y="586242"/>
              <a:ext cx="1233608" cy="3691119"/>
            </a:xfrm>
            <a:custGeom>
              <a:avLst/>
              <a:gdLst>
                <a:gd name="connsiteX0" fmla="*/ 1229303 w 1233608"/>
                <a:gd name="connsiteY0" fmla="*/ 1474625 h 3691119"/>
                <a:gd name="connsiteX1" fmla="*/ 920063 w 1233608"/>
                <a:gd name="connsiteY1" fmla="*/ 12354 h 3691119"/>
                <a:gd name="connsiteX2" fmla="*/ 813290 w 1233608"/>
                <a:gd name="connsiteY2" fmla="*/ 0 h 3691119"/>
                <a:gd name="connsiteX3" fmla="*/ 0 w 1233608"/>
                <a:gd name="connsiteY3" fmla="*/ 3582766 h 3691119"/>
                <a:gd name="connsiteX4" fmla="*/ 463960 w 1233608"/>
                <a:gd name="connsiteY4" fmla="*/ 3691120 h 3691119"/>
                <a:gd name="connsiteX5" fmla="*/ 1229303 w 1233608"/>
                <a:gd name="connsiteY5" fmla="*/ 1474625 h 3691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33608" h="3691119">
                  <a:moveTo>
                    <a:pt x="1229303" y="1474625"/>
                  </a:moveTo>
                  <a:cubicBezTo>
                    <a:pt x="1206538" y="943793"/>
                    <a:pt x="1095736" y="447390"/>
                    <a:pt x="920063" y="12354"/>
                  </a:cubicBezTo>
                  <a:cubicBezTo>
                    <a:pt x="884808" y="7291"/>
                    <a:pt x="849150" y="3038"/>
                    <a:pt x="813290" y="0"/>
                  </a:cubicBezTo>
                  <a:cubicBezTo>
                    <a:pt x="982314" y="1439992"/>
                    <a:pt x="851769" y="2726062"/>
                    <a:pt x="0" y="3582766"/>
                  </a:cubicBezTo>
                  <a:cubicBezTo>
                    <a:pt x="146662" y="3638057"/>
                    <a:pt x="302189" y="3675120"/>
                    <a:pt x="463960" y="3691120"/>
                  </a:cubicBezTo>
                  <a:cubicBezTo>
                    <a:pt x="967003" y="3246970"/>
                    <a:pt x="1274027" y="2509557"/>
                    <a:pt x="1229303" y="1474625"/>
                  </a:cubicBezTo>
                  <a:close/>
                </a:path>
              </a:pathLst>
            </a:custGeom>
            <a:grpFill/>
            <a:ln w="201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A25C171A-26D6-1558-8FA1-16EFE3DB6DA2}"/>
                </a:ext>
              </a:extLst>
            </p:cNvPr>
            <p:cNvSpPr/>
            <p:nvPr/>
          </p:nvSpPr>
          <p:spPr>
            <a:xfrm>
              <a:off x="3830458" y="583610"/>
              <a:ext cx="1297623" cy="3413653"/>
            </a:xfrm>
            <a:custGeom>
              <a:avLst/>
              <a:gdLst>
                <a:gd name="connsiteX0" fmla="*/ 1124141 w 1297623"/>
                <a:gd name="connsiteY0" fmla="*/ 0 h 3413653"/>
                <a:gd name="connsiteX1" fmla="*/ 1019383 w 1297623"/>
                <a:gd name="connsiteY1" fmla="*/ 10532 h 3413653"/>
                <a:gd name="connsiteX2" fmla="*/ 0 w 1297623"/>
                <a:gd name="connsiteY2" fmla="*/ 3202819 h 3413653"/>
                <a:gd name="connsiteX3" fmla="*/ 270559 w 1297623"/>
                <a:gd name="connsiteY3" fmla="*/ 3413653 h 3413653"/>
                <a:gd name="connsiteX4" fmla="*/ 1124141 w 1297623"/>
                <a:gd name="connsiteY4" fmla="*/ 0 h 341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97623" h="3413653">
                  <a:moveTo>
                    <a:pt x="1124141" y="0"/>
                  </a:moveTo>
                  <a:cubicBezTo>
                    <a:pt x="1088886" y="2430"/>
                    <a:pt x="1054034" y="6076"/>
                    <a:pt x="1019383" y="10532"/>
                  </a:cubicBezTo>
                  <a:cubicBezTo>
                    <a:pt x="1053631" y="961413"/>
                    <a:pt x="934971" y="2413152"/>
                    <a:pt x="0" y="3202819"/>
                  </a:cubicBezTo>
                  <a:cubicBezTo>
                    <a:pt x="83404" y="3281198"/>
                    <a:pt x="174061" y="3351881"/>
                    <a:pt x="270559" y="3413653"/>
                  </a:cubicBezTo>
                  <a:cubicBezTo>
                    <a:pt x="1435395" y="2617708"/>
                    <a:pt x="1429755" y="1060855"/>
                    <a:pt x="1124141" y="0"/>
                  </a:cubicBezTo>
                  <a:close/>
                </a:path>
              </a:pathLst>
            </a:custGeom>
            <a:grpFill/>
            <a:ln w="201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84A7439-F1B4-6D39-5539-9888E4CB89AF}"/>
                </a:ext>
              </a:extLst>
            </p:cNvPr>
            <p:cNvSpPr/>
            <p:nvPr/>
          </p:nvSpPr>
          <p:spPr>
            <a:xfrm>
              <a:off x="3447686" y="659964"/>
              <a:ext cx="1174586" cy="2873301"/>
            </a:xfrm>
            <a:custGeom>
              <a:avLst/>
              <a:gdLst>
                <a:gd name="connsiteX0" fmla="*/ 1099160 w 1174586"/>
                <a:gd name="connsiteY0" fmla="*/ 0 h 2873301"/>
                <a:gd name="connsiteX1" fmla="*/ 1007698 w 1174586"/>
                <a:gd name="connsiteY1" fmla="*/ 30582 h 2873301"/>
                <a:gd name="connsiteX2" fmla="*/ 0 w 1174586"/>
                <a:gd name="connsiteY2" fmla="*/ 2615885 h 2873301"/>
                <a:gd name="connsiteX3" fmla="*/ 158750 w 1174586"/>
                <a:gd name="connsiteY3" fmla="*/ 2873302 h 2873301"/>
                <a:gd name="connsiteX4" fmla="*/ 1099160 w 1174586"/>
                <a:gd name="connsiteY4" fmla="*/ 0 h 28733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586" h="2873301">
                  <a:moveTo>
                    <a:pt x="1099160" y="0"/>
                  </a:moveTo>
                  <a:cubicBezTo>
                    <a:pt x="1068136" y="9519"/>
                    <a:pt x="1037715" y="19645"/>
                    <a:pt x="1007698" y="30582"/>
                  </a:cubicBezTo>
                  <a:cubicBezTo>
                    <a:pt x="951894" y="1024197"/>
                    <a:pt x="737541" y="1943079"/>
                    <a:pt x="0" y="2615885"/>
                  </a:cubicBezTo>
                  <a:cubicBezTo>
                    <a:pt x="45933" y="2706214"/>
                    <a:pt x="99118" y="2792289"/>
                    <a:pt x="158750" y="2873302"/>
                  </a:cubicBezTo>
                  <a:cubicBezTo>
                    <a:pt x="1112457" y="2294469"/>
                    <a:pt x="1307469" y="922729"/>
                    <a:pt x="1099160" y="0"/>
                  </a:cubicBezTo>
                  <a:close/>
                </a:path>
              </a:pathLst>
            </a:custGeom>
            <a:grpFill/>
            <a:ln w="201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F5390393-F184-49E1-7DF4-2D16145DEF83}"/>
                </a:ext>
              </a:extLst>
            </p:cNvPr>
            <p:cNvSpPr/>
            <p:nvPr/>
          </p:nvSpPr>
          <p:spPr>
            <a:xfrm>
              <a:off x="5756809" y="1076164"/>
              <a:ext cx="674686" cy="1017108"/>
            </a:xfrm>
            <a:custGeom>
              <a:avLst/>
              <a:gdLst>
                <a:gd name="connsiteX0" fmla="*/ 76957 w 674686"/>
                <a:gd name="connsiteY0" fmla="*/ 1017109 h 1017108"/>
                <a:gd name="connsiteX1" fmla="*/ 674686 w 674686"/>
                <a:gd name="connsiteY1" fmla="*/ 84455 h 1017108"/>
                <a:gd name="connsiteX2" fmla="*/ 590275 w 674686"/>
                <a:gd name="connsiteY2" fmla="*/ 0 h 1017108"/>
                <a:gd name="connsiteX3" fmla="*/ 0 w 674686"/>
                <a:gd name="connsiteY3" fmla="*/ 406479 h 1017108"/>
                <a:gd name="connsiteX4" fmla="*/ 76957 w 674686"/>
                <a:gd name="connsiteY4" fmla="*/ 1017109 h 1017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4686" h="1017108">
                  <a:moveTo>
                    <a:pt x="76957" y="1017109"/>
                  </a:moveTo>
                  <a:cubicBezTo>
                    <a:pt x="188767" y="647288"/>
                    <a:pt x="415811" y="290631"/>
                    <a:pt x="674686" y="84455"/>
                  </a:cubicBezTo>
                  <a:cubicBezTo>
                    <a:pt x="647489" y="55493"/>
                    <a:pt x="619285" y="27342"/>
                    <a:pt x="590275" y="0"/>
                  </a:cubicBezTo>
                  <a:cubicBezTo>
                    <a:pt x="359201" y="113822"/>
                    <a:pt x="161167" y="249518"/>
                    <a:pt x="0" y="406479"/>
                  </a:cubicBezTo>
                  <a:cubicBezTo>
                    <a:pt x="40292" y="605769"/>
                    <a:pt x="67690" y="810730"/>
                    <a:pt x="76957" y="1017109"/>
                  </a:cubicBezTo>
                  <a:close/>
                </a:path>
              </a:pathLst>
            </a:custGeom>
            <a:grpFill/>
            <a:ln w="201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0A7A07C7-B466-E530-DAB8-DD4108FEB0ED}"/>
                </a:ext>
              </a:extLst>
            </p:cNvPr>
            <p:cNvSpPr/>
            <p:nvPr/>
          </p:nvSpPr>
          <p:spPr>
            <a:xfrm>
              <a:off x="5567639" y="3009723"/>
              <a:ext cx="599139" cy="1039791"/>
            </a:xfrm>
            <a:custGeom>
              <a:avLst/>
              <a:gdLst>
                <a:gd name="connsiteX0" fmla="*/ 0 w 599139"/>
                <a:gd name="connsiteY0" fmla="*/ 612250 h 1039791"/>
                <a:gd name="connsiteX1" fmla="*/ 425481 w 599139"/>
                <a:gd name="connsiteY1" fmla="*/ 1039792 h 1039791"/>
                <a:gd name="connsiteX2" fmla="*/ 599139 w 599139"/>
                <a:gd name="connsiteY2" fmla="*/ 928198 h 1039791"/>
                <a:gd name="connsiteX3" fmla="*/ 202869 w 599139"/>
                <a:gd name="connsiteY3" fmla="*/ 0 h 1039791"/>
                <a:gd name="connsiteX4" fmla="*/ 0 w 599139"/>
                <a:gd name="connsiteY4" fmla="*/ 612250 h 1039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9139" h="1039791">
                  <a:moveTo>
                    <a:pt x="0" y="612250"/>
                  </a:moveTo>
                  <a:cubicBezTo>
                    <a:pt x="111205" y="771034"/>
                    <a:pt x="254241" y="915236"/>
                    <a:pt x="425481" y="1039792"/>
                  </a:cubicBezTo>
                  <a:cubicBezTo>
                    <a:pt x="485516" y="1005767"/>
                    <a:pt x="543536" y="968501"/>
                    <a:pt x="599139" y="928198"/>
                  </a:cubicBezTo>
                  <a:cubicBezTo>
                    <a:pt x="396068" y="649313"/>
                    <a:pt x="260688" y="346125"/>
                    <a:pt x="202869" y="0"/>
                  </a:cubicBezTo>
                  <a:cubicBezTo>
                    <a:pt x="156735" y="226632"/>
                    <a:pt x="88037" y="430175"/>
                    <a:pt x="0" y="612250"/>
                  </a:cubicBezTo>
                  <a:close/>
                </a:path>
              </a:pathLst>
            </a:custGeom>
            <a:grpFill/>
            <a:ln w="201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A8ABFA6-91A3-C94E-80CD-4CB7BB3CB937}"/>
                </a:ext>
              </a:extLst>
            </p:cNvPr>
            <p:cNvSpPr/>
            <p:nvPr/>
          </p:nvSpPr>
          <p:spPr>
            <a:xfrm>
              <a:off x="5606319" y="767710"/>
              <a:ext cx="397680" cy="407491"/>
            </a:xfrm>
            <a:custGeom>
              <a:avLst/>
              <a:gdLst>
                <a:gd name="connsiteX0" fmla="*/ 77763 w 397680"/>
                <a:gd name="connsiteY0" fmla="*/ 407492 h 407491"/>
                <a:gd name="connsiteX1" fmla="*/ 397680 w 397680"/>
                <a:gd name="connsiteY1" fmla="*/ 54481 h 407491"/>
                <a:gd name="connsiteX2" fmla="*/ 296346 w 397680"/>
                <a:gd name="connsiteY2" fmla="*/ 0 h 407491"/>
                <a:gd name="connsiteX3" fmla="*/ 0 w 397680"/>
                <a:gd name="connsiteY3" fmla="*/ 149063 h 407491"/>
                <a:gd name="connsiteX4" fmla="*/ 77763 w 397680"/>
                <a:gd name="connsiteY4" fmla="*/ 407492 h 40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7680" h="407491">
                  <a:moveTo>
                    <a:pt x="77763" y="407492"/>
                  </a:moveTo>
                  <a:cubicBezTo>
                    <a:pt x="181313" y="284353"/>
                    <a:pt x="289295" y="153923"/>
                    <a:pt x="397680" y="54481"/>
                  </a:cubicBezTo>
                  <a:cubicBezTo>
                    <a:pt x="364439" y="35443"/>
                    <a:pt x="330594" y="17013"/>
                    <a:pt x="296346" y="0"/>
                  </a:cubicBezTo>
                  <a:cubicBezTo>
                    <a:pt x="198840" y="41519"/>
                    <a:pt x="93477" y="93569"/>
                    <a:pt x="0" y="149063"/>
                  </a:cubicBezTo>
                  <a:cubicBezTo>
                    <a:pt x="27801" y="233113"/>
                    <a:pt x="53790" y="319391"/>
                    <a:pt x="77763" y="407492"/>
                  </a:cubicBezTo>
                  <a:close/>
                </a:path>
              </a:pathLst>
            </a:custGeom>
            <a:grpFill/>
            <a:ln w="201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9AF9F945-106D-756C-A475-5B5DF1B77EEF}"/>
                </a:ext>
              </a:extLst>
            </p:cNvPr>
            <p:cNvSpPr/>
            <p:nvPr/>
          </p:nvSpPr>
          <p:spPr>
            <a:xfrm>
              <a:off x="5919010" y="1480415"/>
              <a:ext cx="812859" cy="2281102"/>
            </a:xfrm>
            <a:custGeom>
              <a:avLst/>
              <a:gdLst>
                <a:gd name="connsiteX0" fmla="*/ 812860 w 812859"/>
                <a:gd name="connsiteY0" fmla="*/ 107139 h 2281102"/>
                <a:gd name="connsiteX1" fmla="*/ 754034 w 812859"/>
                <a:gd name="connsiteY1" fmla="*/ 0 h 2281102"/>
                <a:gd name="connsiteX2" fmla="*/ 5211 w 812859"/>
                <a:gd name="connsiteY2" fmla="*/ 1120197 h 2281102"/>
                <a:gd name="connsiteX3" fmla="*/ 457486 w 812859"/>
                <a:gd name="connsiteY3" fmla="*/ 2281102 h 2281102"/>
                <a:gd name="connsiteX4" fmla="*/ 598105 w 812859"/>
                <a:gd name="connsiteY4" fmla="*/ 2127584 h 2281102"/>
                <a:gd name="connsiteX5" fmla="*/ 812860 w 812859"/>
                <a:gd name="connsiteY5" fmla="*/ 107139 h 2281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12859" h="2281102">
                  <a:moveTo>
                    <a:pt x="812860" y="107139"/>
                  </a:moveTo>
                  <a:cubicBezTo>
                    <a:pt x="794326" y="70683"/>
                    <a:pt x="774784" y="34835"/>
                    <a:pt x="754034" y="0"/>
                  </a:cubicBezTo>
                  <a:cubicBezTo>
                    <a:pt x="328149" y="239594"/>
                    <a:pt x="47920" y="639187"/>
                    <a:pt x="5211" y="1120197"/>
                  </a:cubicBezTo>
                  <a:cubicBezTo>
                    <a:pt x="-32462" y="1544903"/>
                    <a:pt x="135756" y="1975483"/>
                    <a:pt x="457486" y="2281102"/>
                  </a:cubicBezTo>
                  <a:cubicBezTo>
                    <a:pt x="507045" y="2232495"/>
                    <a:pt x="554186" y="2181457"/>
                    <a:pt x="598105" y="2127584"/>
                  </a:cubicBezTo>
                  <a:cubicBezTo>
                    <a:pt x="227823" y="1400702"/>
                    <a:pt x="343461" y="675642"/>
                    <a:pt x="812860" y="107139"/>
                  </a:cubicBezTo>
                  <a:close/>
                </a:path>
              </a:pathLst>
            </a:custGeom>
            <a:grpFill/>
            <a:ln w="201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DEBD5531-57D8-8F66-17BE-4ED89586A77E}"/>
                </a:ext>
              </a:extLst>
            </p:cNvPr>
            <p:cNvSpPr/>
            <p:nvPr/>
          </p:nvSpPr>
          <p:spPr>
            <a:xfrm>
              <a:off x="5275322" y="3839289"/>
              <a:ext cx="434345" cy="404656"/>
            </a:xfrm>
            <a:custGeom>
              <a:avLst/>
              <a:gdLst>
                <a:gd name="connsiteX0" fmla="*/ 207100 w 434345"/>
                <a:gd name="connsiteY0" fmla="*/ 404656 h 404656"/>
                <a:gd name="connsiteX1" fmla="*/ 434346 w 434345"/>
                <a:gd name="connsiteY1" fmla="*/ 344099 h 404656"/>
                <a:gd name="connsiteX2" fmla="*/ 171643 w 434345"/>
                <a:gd name="connsiteY2" fmla="*/ 0 h 404656"/>
                <a:gd name="connsiteX3" fmla="*/ 0 w 434345"/>
                <a:gd name="connsiteY3" fmla="*/ 235948 h 404656"/>
                <a:gd name="connsiteX4" fmla="*/ 207100 w 434345"/>
                <a:gd name="connsiteY4" fmla="*/ 404656 h 404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4345" h="404656">
                  <a:moveTo>
                    <a:pt x="207100" y="404656"/>
                  </a:moveTo>
                  <a:cubicBezTo>
                    <a:pt x="284863" y="389264"/>
                    <a:pt x="360612" y="368808"/>
                    <a:pt x="434346" y="344099"/>
                  </a:cubicBezTo>
                  <a:cubicBezTo>
                    <a:pt x="343689" y="243239"/>
                    <a:pt x="254644" y="122126"/>
                    <a:pt x="171643" y="0"/>
                  </a:cubicBezTo>
                  <a:cubicBezTo>
                    <a:pt x="118861" y="84050"/>
                    <a:pt x="61646" y="162834"/>
                    <a:pt x="0" y="235948"/>
                  </a:cubicBezTo>
                  <a:cubicBezTo>
                    <a:pt x="65474" y="294682"/>
                    <a:pt x="133567" y="351593"/>
                    <a:pt x="207100" y="404656"/>
                  </a:cubicBezTo>
                  <a:close/>
                </a:path>
              </a:pathLst>
            </a:custGeom>
            <a:grpFill/>
            <a:ln w="201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66744961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D3F7E3C0-7229-A0C8-B308-597A6B55C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18295"/>
            <a:ext cx="10801348" cy="889755"/>
          </a:xfrm>
        </p:spPr>
        <p:txBody>
          <a:bodyPr anchor="b" anchorCtr="0">
            <a:noAutofit/>
          </a:bodyPr>
          <a:lstStyle>
            <a:lvl1pPr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FCD63F0-20B4-4503-19AD-0E2CBC331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3" y="1268413"/>
            <a:ext cx="4896000" cy="1908215"/>
          </a:xfrm>
        </p:spPr>
        <p:txBody>
          <a:bodyPr>
            <a:spAutoFit/>
          </a:bodyPr>
          <a:lstStyle>
            <a:lvl1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72408F-9F57-F0EA-40F4-FC69D1459B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8292" y="6334138"/>
            <a:ext cx="4114800" cy="32067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GB"/>
              <a:t>© 2023 Johnson Controls. All rights reserved.</a:t>
            </a:r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22277-E9E0-A612-FC14-D4B12374CB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8292" y="6334138"/>
            <a:ext cx="360000" cy="32067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4D2DCB6-719E-0F43-A160-E508323EF71D}" type="slidenum">
              <a:rPr lang="en-DK" smtClean="0"/>
              <a:pPr/>
              <a:t>‹#›</a:t>
            </a:fld>
            <a:endParaRPr lang="en-DK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2EBDF4B-E05A-04FD-7628-934404C137EB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2913" y="1053025"/>
            <a:ext cx="540000" cy="36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19E80BD-420B-41C9-755A-9DE12A551DA5}"/>
              </a:ext>
            </a:extLst>
          </p:cNvPr>
          <p:cNvPicPr>
            <a:picLocks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75"/>
          <a:stretch/>
        </p:blipFill>
        <p:spPr>
          <a:xfrm>
            <a:off x="0" y="6750000"/>
            <a:ext cx="12192000" cy="108000"/>
          </a:xfrm>
          <a:prstGeom prst="rect">
            <a:avLst/>
          </a:prstGeom>
        </p:spPr>
      </p:pic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33C1480F-717F-B4B9-4DAF-B9DB92F78AF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8965" y="6213268"/>
            <a:ext cx="972000" cy="42567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1C4CE89-9402-1BF0-A9EE-FE765B4AA7B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096000" y="1268413"/>
            <a:ext cx="4896000" cy="1908215"/>
          </a:xfrm>
        </p:spPr>
        <p:txBody>
          <a:bodyPr>
            <a:spAutoFit/>
          </a:bodyPr>
          <a:lstStyle>
            <a:lvl1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3854591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icture Placeholder 47">
            <a:extLst>
              <a:ext uri="{FF2B5EF4-FFF2-40B4-BE49-F238E27FC236}">
                <a16:creationId xmlns:a16="http://schemas.microsoft.com/office/drawing/2014/main" id="{A0999248-014E-E330-C744-67B67419C1D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406539"/>
            <a:ext cx="12192000" cy="5451462"/>
          </a:xfrm>
          <a:noFill/>
        </p:spPr>
        <p:txBody>
          <a:bodyPr/>
          <a:lstStyle/>
          <a:p>
            <a:r>
              <a:rPr lang="en-US"/>
              <a:t>Click icon to add picture</a:t>
            </a:r>
            <a:endParaRPr lang="en-D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641DD1-7679-677C-E5F7-106CA2181E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3678" y="2276475"/>
            <a:ext cx="10801350" cy="2305050"/>
          </a:xfrm>
          <a:noFill/>
        </p:spPr>
        <p:txBody>
          <a:bodyPr anchor="b" anchorCtr="0">
            <a:noAutofit/>
          </a:bodyPr>
          <a:lstStyle>
            <a:lvl1pPr algn="l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D6AF788A-E08C-BD2E-6C5D-C8C5954A02D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67162" y="53134"/>
            <a:ext cx="1897200" cy="1044114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BB33BBA0-4572-0EFB-9D24-1C221E3044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2914" y="4972430"/>
            <a:ext cx="7632700" cy="307777"/>
          </a:xfrm>
        </p:spPr>
        <p:txBody>
          <a:bodyPr anchor="t" anchorCtr="0">
            <a:sp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K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DDA069-1327-124F-225A-A74D981CE04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98761"/>
            <a:ext cx="12192000" cy="307777"/>
          </a:xfrm>
          <a:prstGeom prst="rect">
            <a:avLst/>
          </a:prstGeom>
        </p:spPr>
      </p:pic>
      <p:grpSp>
        <p:nvGrpSpPr>
          <p:cNvPr id="63" name="Graphic 17">
            <a:extLst>
              <a:ext uri="{FF2B5EF4-FFF2-40B4-BE49-F238E27FC236}">
                <a16:creationId xmlns:a16="http://schemas.microsoft.com/office/drawing/2014/main" id="{AB1F626B-2B3E-1917-95A4-8144300CF404}"/>
              </a:ext>
            </a:extLst>
          </p:cNvPr>
          <p:cNvGrpSpPr>
            <a:grpSpLocks noChangeAspect="1"/>
          </p:cNvGrpSpPr>
          <p:nvPr/>
        </p:nvGrpSpPr>
        <p:grpSpPr>
          <a:xfrm>
            <a:off x="9103088" y="6458998"/>
            <a:ext cx="2646000" cy="177687"/>
            <a:chOff x="3994150" y="3289300"/>
            <a:chExt cx="4202178" cy="282193"/>
          </a:xfrm>
          <a:solidFill>
            <a:schemeClr val="bg1"/>
          </a:solidFill>
        </p:grpSpPr>
        <p:grpSp>
          <p:nvGrpSpPr>
            <p:cNvPr id="64" name="Graphic 17">
              <a:extLst>
                <a:ext uri="{FF2B5EF4-FFF2-40B4-BE49-F238E27FC236}">
                  <a16:creationId xmlns:a16="http://schemas.microsoft.com/office/drawing/2014/main" id="{F03D966A-CB83-37B4-33C6-4CCF37BB993D}"/>
                </a:ext>
              </a:extLst>
            </p:cNvPr>
            <p:cNvGrpSpPr/>
            <p:nvPr/>
          </p:nvGrpSpPr>
          <p:grpSpPr>
            <a:xfrm>
              <a:off x="3994150" y="3289300"/>
              <a:ext cx="2355593" cy="276140"/>
              <a:chOff x="3994150" y="3289300"/>
              <a:chExt cx="2355593" cy="276140"/>
            </a:xfrm>
            <a:grpFill/>
          </p:grpSpPr>
          <p:sp>
            <p:nvSpPr>
              <p:cNvPr id="105" name="Freeform 104">
                <a:extLst>
                  <a:ext uri="{FF2B5EF4-FFF2-40B4-BE49-F238E27FC236}">
                    <a16:creationId xmlns:a16="http://schemas.microsoft.com/office/drawing/2014/main" id="{4BBA4497-5AEA-5592-BA0E-EF5D1828C653}"/>
                  </a:ext>
                </a:extLst>
              </p:cNvPr>
              <p:cNvSpPr/>
              <p:nvPr/>
            </p:nvSpPr>
            <p:spPr>
              <a:xfrm>
                <a:off x="3994150" y="3293770"/>
                <a:ext cx="153596" cy="211598"/>
              </a:xfrm>
              <a:custGeom>
                <a:avLst/>
                <a:gdLst>
                  <a:gd name="connsiteX0" fmla="*/ 86452 w 153596"/>
                  <a:gd name="connsiteY0" fmla="*/ 16857 h 211598"/>
                  <a:gd name="connsiteX1" fmla="*/ 86452 w 153596"/>
                  <a:gd name="connsiteY1" fmla="*/ 211599 h 211598"/>
                  <a:gd name="connsiteX2" fmla="*/ 67145 w 153596"/>
                  <a:gd name="connsiteY2" fmla="*/ 211599 h 211598"/>
                  <a:gd name="connsiteX3" fmla="*/ 67145 w 153596"/>
                  <a:gd name="connsiteY3" fmla="*/ 16857 h 211598"/>
                  <a:gd name="connsiteX4" fmla="*/ 0 w 153596"/>
                  <a:gd name="connsiteY4" fmla="*/ 16857 h 211598"/>
                  <a:gd name="connsiteX5" fmla="*/ 0 w 153596"/>
                  <a:gd name="connsiteY5" fmla="*/ 0 h 211598"/>
                  <a:gd name="connsiteX6" fmla="*/ 153597 w 153596"/>
                  <a:gd name="connsiteY6" fmla="*/ 0 h 211598"/>
                  <a:gd name="connsiteX7" fmla="*/ 153597 w 153596"/>
                  <a:gd name="connsiteY7" fmla="*/ 16764 h 211598"/>
                  <a:gd name="connsiteX8" fmla="*/ 86452 w 153596"/>
                  <a:gd name="connsiteY8" fmla="*/ 16764 h 2115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3596" h="211598">
                    <a:moveTo>
                      <a:pt x="86452" y="16857"/>
                    </a:moveTo>
                    <a:lnTo>
                      <a:pt x="86452" y="211599"/>
                    </a:lnTo>
                    <a:lnTo>
                      <a:pt x="67145" y="211599"/>
                    </a:lnTo>
                    <a:lnTo>
                      <a:pt x="67145" y="16857"/>
                    </a:lnTo>
                    <a:lnTo>
                      <a:pt x="0" y="16857"/>
                    </a:lnTo>
                    <a:lnTo>
                      <a:pt x="0" y="0"/>
                    </a:lnTo>
                    <a:lnTo>
                      <a:pt x="153597" y="0"/>
                    </a:lnTo>
                    <a:lnTo>
                      <a:pt x="153597" y="16764"/>
                    </a:lnTo>
                    <a:lnTo>
                      <a:pt x="86452" y="16764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06" name="Freeform 105">
                <a:extLst>
                  <a:ext uri="{FF2B5EF4-FFF2-40B4-BE49-F238E27FC236}">
                    <a16:creationId xmlns:a16="http://schemas.microsoft.com/office/drawing/2014/main" id="{351547DA-071E-384D-42BB-D971251DFBCC}"/>
                  </a:ext>
                </a:extLst>
              </p:cNvPr>
              <p:cNvSpPr/>
              <p:nvPr/>
            </p:nvSpPr>
            <p:spPr>
              <a:xfrm>
                <a:off x="4182936" y="3289300"/>
                <a:ext cx="113461" cy="216162"/>
              </a:xfrm>
              <a:custGeom>
                <a:avLst/>
                <a:gdLst>
                  <a:gd name="connsiteX0" fmla="*/ 94726 w 113461"/>
                  <a:gd name="connsiteY0" fmla="*/ 216069 h 216162"/>
                  <a:gd name="connsiteX1" fmla="*/ 94726 w 113461"/>
                  <a:gd name="connsiteY1" fmla="*/ 120701 h 216162"/>
                  <a:gd name="connsiteX2" fmla="*/ 58586 w 113461"/>
                  <a:gd name="connsiteY2" fmla="*/ 78418 h 216162"/>
                  <a:gd name="connsiteX3" fmla="*/ 18736 w 113461"/>
                  <a:gd name="connsiteY3" fmla="*/ 102726 h 216162"/>
                  <a:gd name="connsiteX4" fmla="*/ 18736 w 113461"/>
                  <a:gd name="connsiteY4" fmla="*/ 216162 h 216162"/>
                  <a:gd name="connsiteX5" fmla="*/ 0 w 113461"/>
                  <a:gd name="connsiteY5" fmla="*/ 216162 h 216162"/>
                  <a:gd name="connsiteX6" fmla="*/ 0 w 113461"/>
                  <a:gd name="connsiteY6" fmla="*/ 0 h 216162"/>
                  <a:gd name="connsiteX7" fmla="*/ 18736 w 113461"/>
                  <a:gd name="connsiteY7" fmla="*/ 0 h 216162"/>
                  <a:gd name="connsiteX8" fmla="*/ 18736 w 113461"/>
                  <a:gd name="connsiteY8" fmla="*/ 84658 h 216162"/>
                  <a:gd name="connsiteX9" fmla="*/ 62580 w 113461"/>
                  <a:gd name="connsiteY9" fmla="*/ 62772 h 216162"/>
                  <a:gd name="connsiteX10" fmla="*/ 113462 w 113461"/>
                  <a:gd name="connsiteY10" fmla="*/ 122191 h 216162"/>
                  <a:gd name="connsiteX11" fmla="*/ 113462 w 113461"/>
                  <a:gd name="connsiteY11" fmla="*/ 216162 h 216162"/>
                  <a:gd name="connsiteX12" fmla="*/ 94726 w 113461"/>
                  <a:gd name="connsiteY12" fmla="*/ 216162 h 216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3461" h="216162">
                    <a:moveTo>
                      <a:pt x="94726" y="216069"/>
                    </a:moveTo>
                    <a:lnTo>
                      <a:pt x="94726" y="120701"/>
                    </a:lnTo>
                    <a:cubicBezTo>
                      <a:pt x="94726" y="93133"/>
                      <a:pt x="83694" y="78418"/>
                      <a:pt x="58586" y="78418"/>
                    </a:cubicBezTo>
                    <a:cubicBezTo>
                      <a:pt x="39850" y="78418"/>
                      <a:pt x="26725" y="90991"/>
                      <a:pt x="18736" y="102726"/>
                    </a:cubicBezTo>
                    <a:lnTo>
                      <a:pt x="18736" y="216162"/>
                    </a:lnTo>
                    <a:lnTo>
                      <a:pt x="0" y="216162"/>
                    </a:lnTo>
                    <a:lnTo>
                      <a:pt x="0" y="0"/>
                    </a:lnTo>
                    <a:lnTo>
                      <a:pt x="18736" y="0"/>
                    </a:lnTo>
                    <a:lnTo>
                      <a:pt x="18736" y="84658"/>
                    </a:lnTo>
                    <a:cubicBezTo>
                      <a:pt x="28532" y="71713"/>
                      <a:pt x="43844" y="62772"/>
                      <a:pt x="62580" y="62772"/>
                    </a:cubicBezTo>
                    <a:cubicBezTo>
                      <a:pt x="101193" y="62772"/>
                      <a:pt x="113462" y="86800"/>
                      <a:pt x="113462" y="122191"/>
                    </a:cubicBezTo>
                    <a:lnTo>
                      <a:pt x="113462" y="216162"/>
                    </a:lnTo>
                    <a:lnTo>
                      <a:pt x="94726" y="21616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07" name="Freeform 106">
                <a:extLst>
                  <a:ext uri="{FF2B5EF4-FFF2-40B4-BE49-F238E27FC236}">
                    <a16:creationId xmlns:a16="http://schemas.microsoft.com/office/drawing/2014/main" id="{FEF9A094-964A-E9D3-9F8D-008C562701C5}"/>
                  </a:ext>
                </a:extLst>
              </p:cNvPr>
              <p:cNvSpPr/>
              <p:nvPr/>
            </p:nvSpPr>
            <p:spPr>
              <a:xfrm>
                <a:off x="4338434" y="3352071"/>
                <a:ext cx="128108" cy="156650"/>
              </a:xfrm>
              <a:custGeom>
                <a:avLst/>
                <a:gdLst>
                  <a:gd name="connsiteX0" fmla="*/ 19877 w 128108"/>
                  <a:gd name="connsiteY0" fmla="*/ 84006 h 156650"/>
                  <a:gd name="connsiteX1" fmla="*/ 70759 w 128108"/>
                  <a:gd name="connsiteY1" fmla="*/ 141004 h 156650"/>
                  <a:gd name="connsiteX2" fmla="*/ 113937 w 128108"/>
                  <a:gd name="connsiteY2" fmla="*/ 125730 h 156650"/>
                  <a:gd name="connsiteX3" fmla="*/ 123163 w 128108"/>
                  <a:gd name="connsiteY3" fmla="*/ 138303 h 156650"/>
                  <a:gd name="connsiteX4" fmla="*/ 70759 w 128108"/>
                  <a:gd name="connsiteY4" fmla="*/ 156650 h 156650"/>
                  <a:gd name="connsiteX5" fmla="*/ 0 w 128108"/>
                  <a:gd name="connsiteY5" fmla="*/ 79815 h 156650"/>
                  <a:gd name="connsiteX6" fmla="*/ 65623 w 128108"/>
                  <a:gd name="connsiteY6" fmla="*/ 0 h 156650"/>
                  <a:gd name="connsiteX7" fmla="*/ 128108 w 128108"/>
                  <a:gd name="connsiteY7" fmla="*/ 84006 h 156650"/>
                  <a:gd name="connsiteX8" fmla="*/ 19877 w 128108"/>
                  <a:gd name="connsiteY8" fmla="*/ 84006 h 156650"/>
                  <a:gd name="connsiteX9" fmla="*/ 65528 w 128108"/>
                  <a:gd name="connsiteY9" fmla="*/ 14994 h 156650"/>
                  <a:gd name="connsiteX10" fmla="*/ 19877 w 128108"/>
                  <a:gd name="connsiteY10" fmla="*/ 69012 h 156650"/>
                  <a:gd name="connsiteX11" fmla="*/ 108802 w 128108"/>
                  <a:gd name="connsiteY11" fmla="*/ 69012 h 156650"/>
                  <a:gd name="connsiteX12" fmla="*/ 65623 w 128108"/>
                  <a:gd name="connsiteY12" fmla="*/ 14994 h 156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8108" h="156650">
                    <a:moveTo>
                      <a:pt x="19877" y="84006"/>
                    </a:moveTo>
                    <a:cubicBezTo>
                      <a:pt x="21399" y="122377"/>
                      <a:pt x="44700" y="141004"/>
                      <a:pt x="70759" y="141004"/>
                    </a:cubicBezTo>
                    <a:cubicBezTo>
                      <a:pt x="88829" y="141004"/>
                      <a:pt x="103285" y="133833"/>
                      <a:pt x="113937" y="125730"/>
                    </a:cubicBezTo>
                    <a:lnTo>
                      <a:pt x="123163" y="138303"/>
                    </a:lnTo>
                    <a:cubicBezTo>
                      <a:pt x="109087" y="149106"/>
                      <a:pt x="92824" y="156650"/>
                      <a:pt x="70759" y="156650"/>
                    </a:cubicBezTo>
                    <a:cubicBezTo>
                      <a:pt x="30910" y="156650"/>
                      <a:pt x="0" y="129642"/>
                      <a:pt x="0" y="79815"/>
                    </a:cubicBezTo>
                    <a:cubicBezTo>
                      <a:pt x="0" y="26077"/>
                      <a:pt x="31575" y="0"/>
                      <a:pt x="65623" y="0"/>
                    </a:cubicBezTo>
                    <a:cubicBezTo>
                      <a:pt x="113747" y="0"/>
                      <a:pt x="128108" y="36881"/>
                      <a:pt x="128108" y="84006"/>
                    </a:cubicBezTo>
                    <a:lnTo>
                      <a:pt x="19877" y="84006"/>
                    </a:lnTo>
                    <a:close/>
                    <a:moveTo>
                      <a:pt x="65528" y="14994"/>
                    </a:moveTo>
                    <a:cubicBezTo>
                      <a:pt x="40991" y="14994"/>
                      <a:pt x="22350" y="32969"/>
                      <a:pt x="19877" y="69012"/>
                    </a:cubicBezTo>
                    <a:lnTo>
                      <a:pt x="108802" y="69012"/>
                    </a:lnTo>
                    <a:cubicBezTo>
                      <a:pt x="108231" y="32690"/>
                      <a:pt x="92824" y="14994"/>
                      <a:pt x="65623" y="14994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08" name="Freeform 107">
                <a:extLst>
                  <a:ext uri="{FF2B5EF4-FFF2-40B4-BE49-F238E27FC236}">
                    <a16:creationId xmlns:a16="http://schemas.microsoft.com/office/drawing/2014/main" id="{6829D8F6-89A7-4458-6B3A-E23D7E7CE8DC}"/>
                  </a:ext>
                </a:extLst>
              </p:cNvPr>
              <p:cNvSpPr/>
              <p:nvPr/>
            </p:nvSpPr>
            <p:spPr>
              <a:xfrm>
                <a:off x="4595317" y="3352071"/>
                <a:ext cx="123828" cy="213368"/>
              </a:xfrm>
              <a:custGeom>
                <a:avLst/>
                <a:gdLst>
                  <a:gd name="connsiteX0" fmla="*/ 62865 w 123828"/>
                  <a:gd name="connsiteY0" fmla="*/ 156650 h 213368"/>
                  <a:gd name="connsiteX1" fmla="*/ 19687 w 123828"/>
                  <a:gd name="connsiteY1" fmla="*/ 138676 h 213368"/>
                  <a:gd name="connsiteX2" fmla="*/ 19687 w 123828"/>
                  <a:gd name="connsiteY2" fmla="*/ 213368 h 213368"/>
                  <a:gd name="connsiteX3" fmla="*/ 951 w 123828"/>
                  <a:gd name="connsiteY3" fmla="*/ 213368 h 213368"/>
                  <a:gd name="connsiteX4" fmla="*/ 951 w 123828"/>
                  <a:gd name="connsiteY4" fmla="*/ 31479 h 213368"/>
                  <a:gd name="connsiteX5" fmla="*/ 0 w 123828"/>
                  <a:gd name="connsiteY5" fmla="*/ 3260 h 213368"/>
                  <a:gd name="connsiteX6" fmla="*/ 15597 w 123828"/>
                  <a:gd name="connsiteY6" fmla="*/ 3260 h 213368"/>
                  <a:gd name="connsiteX7" fmla="*/ 17119 w 123828"/>
                  <a:gd name="connsiteY7" fmla="*/ 26077 h 213368"/>
                  <a:gd name="connsiteX8" fmla="*/ 65243 w 123828"/>
                  <a:gd name="connsiteY8" fmla="*/ 0 h 213368"/>
                  <a:gd name="connsiteX9" fmla="*/ 123828 w 123828"/>
                  <a:gd name="connsiteY9" fmla="*/ 76835 h 213368"/>
                  <a:gd name="connsiteX10" fmla="*/ 62865 w 123828"/>
                  <a:gd name="connsiteY10" fmla="*/ 156650 h 213368"/>
                  <a:gd name="connsiteX11" fmla="*/ 61058 w 123828"/>
                  <a:gd name="connsiteY11" fmla="*/ 15274 h 213368"/>
                  <a:gd name="connsiteX12" fmla="*/ 19687 w 123828"/>
                  <a:gd name="connsiteY12" fmla="*/ 42003 h 213368"/>
                  <a:gd name="connsiteX13" fmla="*/ 19687 w 123828"/>
                  <a:gd name="connsiteY13" fmla="*/ 123309 h 213368"/>
                  <a:gd name="connsiteX14" fmla="*/ 58300 w 123828"/>
                  <a:gd name="connsiteY14" fmla="*/ 141283 h 213368"/>
                  <a:gd name="connsiteX15" fmla="*/ 104237 w 123828"/>
                  <a:gd name="connsiteY15" fmla="*/ 78232 h 213368"/>
                  <a:gd name="connsiteX16" fmla="*/ 61058 w 123828"/>
                  <a:gd name="connsiteY16" fmla="*/ 15181 h 213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3828" h="213368">
                    <a:moveTo>
                      <a:pt x="62865" y="156650"/>
                    </a:moveTo>
                    <a:cubicBezTo>
                      <a:pt x="44129" y="156650"/>
                      <a:pt x="28817" y="149758"/>
                      <a:pt x="19687" y="138676"/>
                    </a:cubicBezTo>
                    <a:lnTo>
                      <a:pt x="19687" y="213368"/>
                    </a:lnTo>
                    <a:lnTo>
                      <a:pt x="951" y="213368"/>
                    </a:lnTo>
                    <a:lnTo>
                      <a:pt x="951" y="31479"/>
                    </a:lnTo>
                    <a:cubicBezTo>
                      <a:pt x="951" y="24308"/>
                      <a:pt x="380" y="9872"/>
                      <a:pt x="0" y="3260"/>
                    </a:cubicBezTo>
                    <a:lnTo>
                      <a:pt x="15597" y="3260"/>
                    </a:lnTo>
                    <a:lnTo>
                      <a:pt x="17119" y="26077"/>
                    </a:lnTo>
                    <a:cubicBezTo>
                      <a:pt x="27200" y="13132"/>
                      <a:pt x="40420" y="0"/>
                      <a:pt x="65243" y="0"/>
                    </a:cubicBezTo>
                    <a:cubicBezTo>
                      <a:pt x="102334" y="0"/>
                      <a:pt x="123828" y="32131"/>
                      <a:pt x="123828" y="76835"/>
                    </a:cubicBezTo>
                    <a:cubicBezTo>
                      <a:pt x="123828" y="121539"/>
                      <a:pt x="102049" y="156650"/>
                      <a:pt x="62865" y="156650"/>
                    </a:cubicBezTo>
                    <a:close/>
                    <a:moveTo>
                      <a:pt x="61058" y="15274"/>
                    </a:moveTo>
                    <a:cubicBezTo>
                      <a:pt x="40515" y="15274"/>
                      <a:pt x="26440" y="32410"/>
                      <a:pt x="19687" y="42003"/>
                    </a:cubicBezTo>
                    <a:lnTo>
                      <a:pt x="19687" y="123309"/>
                    </a:lnTo>
                    <a:cubicBezTo>
                      <a:pt x="28247" y="132622"/>
                      <a:pt x="39564" y="141283"/>
                      <a:pt x="58300" y="141283"/>
                    </a:cubicBezTo>
                    <a:cubicBezTo>
                      <a:pt x="83123" y="141283"/>
                      <a:pt x="104237" y="121446"/>
                      <a:pt x="104237" y="78232"/>
                    </a:cubicBezTo>
                    <a:cubicBezTo>
                      <a:pt x="104237" y="35018"/>
                      <a:pt x="86166" y="15181"/>
                      <a:pt x="61058" y="15181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09" name="Freeform 108">
                <a:extLst>
                  <a:ext uri="{FF2B5EF4-FFF2-40B4-BE49-F238E27FC236}">
                    <a16:creationId xmlns:a16="http://schemas.microsoft.com/office/drawing/2014/main" id="{54074AD7-B8A3-B6F9-85DB-93C3D9F437DA}"/>
                  </a:ext>
                </a:extLst>
              </p:cNvPr>
              <p:cNvSpPr/>
              <p:nvPr/>
            </p:nvSpPr>
            <p:spPr>
              <a:xfrm>
                <a:off x="4752813" y="3351978"/>
                <a:ext cx="136762" cy="156743"/>
              </a:xfrm>
              <a:custGeom>
                <a:avLst/>
                <a:gdLst>
                  <a:gd name="connsiteX0" fmla="*/ 68381 w 136762"/>
                  <a:gd name="connsiteY0" fmla="*/ 156743 h 156743"/>
                  <a:gd name="connsiteX1" fmla="*/ 0 w 136762"/>
                  <a:gd name="connsiteY1" fmla="*/ 77766 h 156743"/>
                  <a:gd name="connsiteX2" fmla="*/ 68381 w 136762"/>
                  <a:gd name="connsiteY2" fmla="*/ 0 h 156743"/>
                  <a:gd name="connsiteX3" fmla="*/ 136763 w 136762"/>
                  <a:gd name="connsiteY3" fmla="*/ 77766 h 156743"/>
                  <a:gd name="connsiteX4" fmla="*/ 68381 w 136762"/>
                  <a:gd name="connsiteY4" fmla="*/ 156743 h 156743"/>
                  <a:gd name="connsiteX5" fmla="*/ 68381 w 136762"/>
                  <a:gd name="connsiteY5" fmla="*/ 15367 h 156743"/>
                  <a:gd name="connsiteX6" fmla="*/ 19687 w 136762"/>
                  <a:gd name="connsiteY6" fmla="*/ 77766 h 156743"/>
                  <a:gd name="connsiteX7" fmla="*/ 68381 w 136762"/>
                  <a:gd name="connsiteY7" fmla="*/ 141376 h 156743"/>
                  <a:gd name="connsiteX8" fmla="*/ 117076 w 136762"/>
                  <a:gd name="connsiteY8" fmla="*/ 77766 h 156743"/>
                  <a:gd name="connsiteX9" fmla="*/ 68381 w 136762"/>
                  <a:gd name="connsiteY9" fmla="*/ 15367 h 156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6762" h="156743">
                    <a:moveTo>
                      <a:pt x="68381" y="156743"/>
                    </a:moveTo>
                    <a:cubicBezTo>
                      <a:pt x="21494" y="156743"/>
                      <a:pt x="0" y="120701"/>
                      <a:pt x="0" y="77766"/>
                    </a:cubicBezTo>
                    <a:cubicBezTo>
                      <a:pt x="0" y="34832"/>
                      <a:pt x="22635" y="0"/>
                      <a:pt x="68381" y="0"/>
                    </a:cubicBezTo>
                    <a:cubicBezTo>
                      <a:pt x="114128" y="0"/>
                      <a:pt x="136763" y="36043"/>
                      <a:pt x="136763" y="77766"/>
                    </a:cubicBezTo>
                    <a:cubicBezTo>
                      <a:pt x="136763" y="119490"/>
                      <a:pt x="116220" y="156743"/>
                      <a:pt x="68381" y="156743"/>
                    </a:cubicBezTo>
                    <a:close/>
                    <a:moveTo>
                      <a:pt x="68381" y="15367"/>
                    </a:moveTo>
                    <a:cubicBezTo>
                      <a:pt x="36806" y="15367"/>
                      <a:pt x="19687" y="41817"/>
                      <a:pt x="19687" y="77766"/>
                    </a:cubicBezTo>
                    <a:cubicBezTo>
                      <a:pt x="19687" y="113716"/>
                      <a:pt x="35665" y="141376"/>
                      <a:pt x="68381" y="141376"/>
                    </a:cubicBezTo>
                    <a:cubicBezTo>
                      <a:pt x="101098" y="141376"/>
                      <a:pt x="117076" y="114088"/>
                      <a:pt x="117076" y="77766"/>
                    </a:cubicBezTo>
                    <a:cubicBezTo>
                      <a:pt x="117076" y="41444"/>
                      <a:pt x="100813" y="15367"/>
                      <a:pt x="68381" y="15367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10" name="Freeform 109">
                <a:extLst>
                  <a:ext uri="{FF2B5EF4-FFF2-40B4-BE49-F238E27FC236}">
                    <a16:creationId xmlns:a16="http://schemas.microsoft.com/office/drawing/2014/main" id="{760F0D86-D5F3-ACB0-C58B-89B60A55B6EA}"/>
                  </a:ext>
                </a:extLst>
              </p:cNvPr>
              <p:cNvSpPr/>
              <p:nvPr/>
            </p:nvSpPr>
            <p:spPr>
              <a:xfrm>
                <a:off x="4912686" y="3355331"/>
                <a:ext cx="210089" cy="150037"/>
              </a:xfrm>
              <a:custGeom>
                <a:avLst/>
                <a:gdLst>
                  <a:gd name="connsiteX0" fmla="*/ 165390 w 210089"/>
                  <a:gd name="connsiteY0" fmla="*/ 150038 h 150037"/>
                  <a:gd name="connsiteX1" fmla="*/ 141518 w 210089"/>
                  <a:gd name="connsiteY1" fmla="*/ 150038 h 150037"/>
                  <a:gd name="connsiteX2" fmla="*/ 115174 w 210089"/>
                  <a:gd name="connsiteY2" fmla="*/ 60909 h 150037"/>
                  <a:gd name="connsiteX3" fmla="*/ 105092 w 210089"/>
                  <a:gd name="connsiteY3" fmla="*/ 23376 h 150037"/>
                  <a:gd name="connsiteX4" fmla="*/ 95011 w 210089"/>
                  <a:gd name="connsiteY4" fmla="*/ 60909 h 150037"/>
                  <a:gd name="connsiteX5" fmla="*/ 67716 w 210089"/>
                  <a:gd name="connsiteY5" fmla="*/ 150038 h 150037"/>
                  <a:gd name="connsiteX6" fmla="*/ 44129 w 210089"/>
                  <a:gd name="connsiteY6" fmla="*/ 150038 h 150037"/>
                  <a:gd name="connsiteX7" fmla="*/ 0 w 210089"/>
                  <a:gd name="connsiteY7" fmla="*/ 0 h 150037"/>
                  <a:gd name="connsiteX8" fmla="*/ 19877 w 210089"/>
                  <a:gd name="connsiteY8" fmla="*/ 0 h 150037"/>
                  <a:gd name="connsiteX9" fmla="*/ 48029 w 210089"/>
                  <a:gd name="connsiteY9" fmla="*/ 95741 h 150037"/>
                  <a:gd name="connsiteX10" fmla="*/ 56588 w 210089"/>
                  <a:gd name="connsiteY10" fmla="*/ 129921 h 150037"/>
                  <a:gd name="connsiteX11" fmla="*/ 65814 w 210089"/>
                  <a:gd name="connsiteY11" fmla="*/ 95741 h 150037"/>
                  <a:gd name="connsiteX12" fmla="*/ 94631 w 210089"/>
                  <a:gd name="connsiteY12" fmla="*/ 0 h 150037"/>
                  <a:gd name="connsiteX13" fmla="*/ 116410 w 210089"/>
                  <a:gd name="connsiteY13" fmla="*/ 0 h 150037"/>
                  <a:gd name="connsiteX14" fmla="*/ 145227 w 210089"/>
                  <a:gd name="connsiteY14" fmla="*/ 95741 h 150037"/>
                  <a:gd name="connsiteX15" fmla="*/ 154072 w 210089"/>
                  <a:gd name="connsiteY15" fmla="*/ 129921 h 150037"/>
                  <a:gd name="connsiteX16" fmla="*/ 162917 w 210089"/>
                  <a:gd name="connsiteY16" fmla="*/ 95741 h 150037"/>
                  <a:gd name="connsiteX17" fmla="*/ 191734 w 210089"/>
                  <a:gd name="connsiteY17" fmla="*/ 0 h 150037"/>
                  <a:gd name="connsiteX18" fmla="*/ 210090 w 210089"/>
                  <a:gd name="connsiteY18" fmla="*/ 0 h 150037"/>
                  <a:gd name="connsiteX19" fmla="*/ 165295 w 210089"/>
                  <a:gd name="connsiteY19" fmla="*/ 150038 h 150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10089" h="150037">
                    <a:moveTo>
                      <a:pt x="165390" y="150038"/>
                    </a:moveTo>
                    <a:lnTo>
                      <a:pt x="141518" y="150038"/>
                    </a:lnTo>
                    <a:lnTo>
                      <a:pt x="115174" y="60909"/>
                    </a:lnTo>
                    <a:cubicBezTo>
                      <a:pt x="111179" y="47125"/>
                      <a:pt x="105092" y="23376"/>
                      <a:pt x="105092" y="23376"/>
                    </a:cubicBezTo>
                    <a:cubicBezTo>
                      <a:pt x="105092" y="23376"/>
                      <a:pt x="99291" y="46474"/>
                      <a:pt x="95011" y="60909"/>
                    </a:cubicBezTo>
                    <a:lnTo>
                      <a:pt x="67716" y="150038"/>
                    </a:lnTo>
                    <a:lnTo>
                      <a:pt x="44129" y="150038"/>
                    </a:lnTo>
                    <a:lnTo>
                      <a:pt x="0" y="0"/>
                    </a:lnTo>
                    <a:lnTo>
                      <a:pt x="19877" y="0"/>
                    </a:lnTo>
                    <a:lnTo>
                      <a:pt x="48029" y="95741"/>
                    </a:lnTo>
                    <a:cubicBezTo>
                      <a:pt x="51738" y="108314"/>
                      <a:pt x="56588" y="129921"/>
                      <a:pt x="56588" y="129921"/>
                    </a:cubicBezTo>
                    <a:cubicBezTo>
                      <a:pt x="56588" y="129921"/>
                      <a:pt x="62104" y="108314"/>
                      <a:pt x="65814" y="95741"/>
                    </a:cubicBezTo>
                    <a:lnTo>
                      <a:pt x="94631" y="0"/>
                    </a:lnTo>
                    <a:lnTo>
                      <a:pt x="116410" y="0"/>
                    </a:lnTo>
                    <a:lnTo>
                      <a:pt x="145227" y="95741"/>
                    </a:lnTo>
                    <a:cubicBezTo>
                      <a:pt x="149222" y="109245"/>
                      <a:pt x="154072" y="129921"/>
                      <a:pt x="154072" y="129921"/>
                    </a:cubicBezTo>
                    <a:cubicBezTo>
                      <a:pt x="154072" y="129921"/>
                      <a:pt x="159018" y="108873"/>
                      <a:pt x="162917" y="95741"/>
                    </a:cubicBezTo>
                    <a:lnTo>
                      <a:pt x="191734" y="0"/>
                    </a:lnTo>
                    <a:lnTo>
                      <a:pt x="210090" y="0"/>
                    </a:lnTo>
                    <a:lnTo>
                      <a:pt x="165295" y="150038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11" name="Freeform 110">
                <a:extLst>
                  <a:ext uri="{FF2B5EF4-FFF2-40B4-BE49-F238E27FC236}">
                    <a16:creationId xmlns:a16="http://schemas.microsoft.com/office/drawing/2014/main" id="{890C0A73-6876-39EC-6394-F4D2B6A682B7}"/>
                  </a:ext>
                </a:extLst>
              </p:cNvPr>
              <p:cNvSpPr/>
              <p:nvPr/>
            </p:nvSpPr>
            <p:spPr>
              <a:xfrm>
                <a:off x="5146838" y="3352071"/>
                <a:ext cx="128108" cy="156650"/>
              </a:xfrm>
              <a:custGeom>
                <a:avLst/>
                <a:gdLst>
                  <a:gd name="connsiteX0" fmla="*/ 19877 w 128108"/>
                  <a:gd name="connsiteY0" fmla="*/ 84006 h 156650"/>
                  <a:gd name="connsiteX1" fmla="*/ 70759 w 128108"/>
                  <a:gd name="connsiteY1" fmla="*/ 141004 h 156650"/>
                  <a:gd name="connsiteX2" fmla="*/ 113937 w 128108"/>
                  <a:gd name="connsiteY2" fmla="*/ 125730 h 156650"/>
                  <a:gd name="connsiteX3" fmla="*/ 123163 w 128108"/>
                  <a:gd name="connsiteY3" fmla="*/ 138303 h 156650"/>
                  <a:gd name="connsiteX4" fmla="*/ 70759 w 128108"/>
                  <a:gd name="connsiteY4" fmla="*/ 156650 h 156650"/>
                  <a:gd name="connsiteX5" fmla="*/ 0 w 128108"/>
                  <a:gd name="connsiteY5" fmla="*/ 79815 h 156650"/>
                  <a:gd name="connsiteX6" fmla="*/ 65623 w 128108"/>
                  <a:gd name="connsiteY6" fmla="*/ 0 h 156650"/>
                  <a:gd name="connsiteX7" fmla="*/ 128108 w 128108"/>
                  <a:gd name="connsiteY7" fmla="*/ 84006 h 156650"/>
                  <a:gd name="connsiteX8" fmla="*/ 19877 w 128108"/>
                  <a:gd name="connsiteY8" fmla="*/ 84006 h 156650"/>
                  <a:gd name="connsiteX9" fmla="*/ 65528 w 128108"/>
                  <a:gd name="connsiteY9" fmla="*/ 14994 h 156650"/>
                  <a:gd name="connsiteX10" fmla="*/ 19877 w 128108"/>
                  <a:gd name="connsiteY10" fmla="*/ 69012 h 156650"/>
                  <a:gd name="connsiteX11" fmla="*/ 108802 w 128108"/>
                  <a:gd name="connsiteY11" fmla="*/ 69012 h 156650"/>
                  <a:gd name="connsiteX12" fmla="*/ 65623 w 128108"/>
                  <a:gd name="connsiteY12" fmla="*/ 14994 h 156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8108" h="156650">
                    <a:moveTo>
                      <a:pt x="19877" y="84006"/>
                    </a:moveTo>
                    <a:cubicBezTo>
                      <a:pt x="21399" y="122377"/>
                      <a:pt x="44700" y="141004"/>
                      <a:pt x="70759" y="141004"/>
                    </a:cubicBezTo>
                    <a:cubicBezTo>
                      <a:pt x="88829" y="141004"/>
                      <a:pt x="103285" y="133833"/>
                      <a:pt x="113937" y="125730"/>
                    </a:cubicBezTo>
                    <a:lnTo>
                      <a:pt x="123163" y="138303"/>
                    </a:lnTo>
                    <a:cubicBezTo>
                      <a:pt x="109087" y="149106"/>
                      <a:pt x="92824" y="156650"/>
                      <a:pt x="70759" y="156650"/>
                    </a:cubicBezTo>
                    <a:cubicBezTo>
                      <a:pt x="30910" y="156650"/>
                      <a:pt x="0" y="129642"/>
                      <a:pt x="0" y="79815"/>
                    </a:cubicBezTo>
                    <a:cubicBezTo>
                      <a:pt x="0" y="26077"/>
                      <a:pt x="31575" y="0"/>
                      <a:pt x="65623" y="0"/>
                    </a:cubicBezTo>
                    <a:cubicBezTo>
                      <a:pt x="113747" y="0"/>
                      <a:pt x="128108" y="36881"/>
                      <a:pt x="128108" y="84006"/>
                    </a:cubicBezTo>
                    <a:lnTo>
                      <a:pt x="19877" y="84006"/>
                    </a:lnTo>
                    <a:close/>
                    <a:moveTo>
                      <a:pt x="65528" y="14994"/>
                    </a:moveTo>
                    <a:cubicBezTo>
                      <a:pt x="40991" y="14994"/>
                      <a:pt x="22350" y="32969"/>
                      <a:pt x="19877" y="69012"/>
                    </a:cubicBezTo>
                    <a:lnTo>
                      <a:pt x="108802" y="69012"/>
                    </a:lnTo>
                    <a:cubicBezTo>
                      <a:pt x="108231" y="32690"/>
                      <a:pt x="92824" y="14994"/>
                      <a:pt x="65623" y="14994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12" name="Freeform 111">
                <a:extLst>
                  <a:ext uri="{FF2B5EF4-FFF2-40B4-BE49-F238E27FC236}">
                    <a16:creationId xmlns:a16="http://schemas.microsoft.com/office/drawing/2014/main" id="{A48868D1-A915-45F4-A218-419DFB9C8A75}"/>
                  </a:ext>
                </a:extLst>
              </p:cNvPr>
              <p:cNvSpPr/>
              <p:nvPr/>
            </p:nvSpPr>
            <p:spPr>
              <a:xfrm>
                <a:off x="5314796" y="3351978"/>
                <a:ext cx="81506" cy="153390"/>
              </a:xfrm>
              <a:custGeom>
                <a:avLst/>
                <a:gdLst>
                  <a:gd name="connsiteX0" fmla="*/ 76370 w 81506"/>
                  <a:gd name="connsiteY0" fmla="*/ 21700 h 153390"/>
                  <a:gd name="connsiteX1" fmla="*/ 59822 w 81506"/>
                  <a:gd name="connsiteY1" fmla="*/ 17509 h 153390"/>
                  <a:gd name="connsiteX2" fmla="*/ 19687 w 81506"/>
                  <a:gd name="connsiteY2" fmla="*/ 46287 h 153390"/>
                  <a:gd name="connsiteX3" fmla="*/ 19687 w 81506"/>
                  <a:gd name="connsiteY3" fmla="*/ 153391 h 153390"/>
                  <a:gd name="connsiteX4" fmla="*/ 951 w 81506"/>
                  <a:gd name="connsiteY4" fmla="*/ 153391 h 153390"/>
                  <a:gd name="connsiteX5" fmla="*/ 951 w 81506"/>
                  <a:gd name="connsiteY5" fmla="*/ 30641 h 153390"/>
                  <a:gd name="connsiteX6" fmla="*/ 0 w 81506"/>
                  <a:gd name="connsiteY6" fmla="*/ 3353 h 153390"/>
                  <a:gd name="connsiteX7" fmla="*/ 15027 w 81506"/>
                  <a:gd name="connsiteY7" fmla="*/ 3353 h 153390"/>
                  <a:gd name="connsiteX8" fmla="*/ 16834 w 81506"/>
                  <a:gd name="connsiteY8" fmla="*/ 28219 h 153390"/>
                  <a:gd name="connsiteX9" fmla="*/ 63721 w 81506"/>
                  <a:gd name="connsiteY9" fmla="*/ 0 h 153390"/>
                  <a:gd name="connsiteX10" fmla="*/ 81506 w 81506"/>
                  <a:gd name="connsiteY10" fmla="*/ 2701 h 153390"/>
                  <a:gd name="connsiteX11" fmla="*/ 76275 w 81506"/>
                  <a:gd name="connsiteY11" fmla="*/ 21607 h 153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1506" h="153390">
                    <a:moveTo>
                      <a:pt x="76370" y="21700"/>
                    </a:moveTo>
                    <a:cubicBezTo>
                      <a:pt x="71425" y="18999"/>
                      <a:pt x="66289" y="17509"/>
                      <a:pt x="59822" y="17509"/>
                    </a:cubicBezTo>
                    <a:cubicBezTo>
                      <a:pt x="41086" y="17509"/>
                      <a:pt x="29768" y="28871"/>
                      <a:pt x="19687" y="46287"/>
                    </a:cubicBezTo>
                    <a:lnTo>
                      <a:pt x="19687" y="153391"/>
                    </a:lnTo>
                    <a:lnTo>
                      <a:pt x="951" y="153391"/>
                    </a:lnTo>
                    <a:lnTo>
                      <a:pt x="951" y="30641"/>
                    </a:lnTo>
                    <a:cubicBezTo>
                      <a:pt x="951" y="25519"/>
                      <a:pt x="380" y="8475"/>
                      <a:pt x="0" y="3353"/>
                    </a:cubicBezTo>
                    <a:lnTo>
                      <a:pt x="15027" y="3353"/>
                    </a:lnTo>
                    <a:lnTo>
                      <a:pt x="16834" y="28219"/>
                    </a:lnTo>
                    <a:cubicBezTo>
                      <a:pt x="26059" y="11083"/>
                      <a:pt x="41371" y="0"/>
                      <a:pt x="63721" y="0"/>
                    </a:cubicBezTo>
                    <a:cubicBezTo>
                      <a:pt x="70189" y="0"/>
                      <a:pt x="76275" y="931"/>
                      <a:pt x="81506" y="2701"/>
                    </a:cubicBezTo>
                    <a:lnTo>
                      <a:pt x="76275" y="21607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13" name="Freeform 112">
                <a:extLst>
                  <a:ext uri="{FF2B5EF4-FFF2-40B4-BE49-F238E27FC236}">
                    <a16:creationId xmlns:a16="http://schemas.microsoft.com/office/drawing/2014/main" id="{E211E5CE-5D6E-4590-B30F-737EA17C7096}"/>
                  </a:ext>
                </a:extLst>
              </p:cNvPr>
              <p:cNvSpPr/>
              <p:nvPr/>
            </p:nvSpPr>
            <p:spPr>
              <a:xfrm>
                <a:off x="5510715" y="3289300"/>
                <a:ext cx="123923" cy="219422"/>
              </a:xfrm>
              <a:custGeom>
                <a:avLst/>
                <a:gdLst>
                  <a:gd name="connsiteX0" fmla="*/ 63436 w 123923"/>
                  <a:gd name="connsiteY0" fmla="*/ 219422 h 219422"/>
                  <a:gd name="connsiteX1" fmla="*/ 17119 w 123923"/>
                  <a:gd name="connsiteY1" fmla="*/ 199026 h 219422"/>
                  <a:gd name="connsiteX2" fmla="*/ 15597 w 123923"/>
                  <a:gd name="connsiteY2" fmla="*/ 216162 h 219422"/>
                  <a:gd name="connsiteX3" fmla="*/ 0 w 123923"/>
                  <a:gd name="connsiteY3" fmla="*/ 216162 h 219422"/>
                  <a:gd name="connsiteX4" fmla="*/ 951 w 123923"/>
                  <a:gd name="connsiteY4" fmla="*/ 187943 h 219422"/>
                  <a:gd name="connsiteX5" fmla="*/ 951 w 123923"/>
                  <a:gd name="connsiteY5" fmla="*/ 0 h 219422"/>
                  <a:gd name="connsiteX6" fmla="*/ 19687 w 123923"/>
                  <a:gd name="connsiteY6" fmla="*/ 0 h 219422"/>
                  <a:gd name="connsiteX7" fmla="*/ 19687 w 123923"/>
                  <a:gd name="connsiteY7" fmla="*/ 86707 h 219422"/>
                  <a:gd name="connsiteX8" fmla="*/ 65053 w 123923"/>
                  <a:gd name="connsiteY8" fmla="*/ 62679 h 219422"/>
                  <a:gd name="connsiteX9" fmla="*/ 123924 w 123923"/>
                  <a:gd name="connsiteY9" fmla="*/ 140445 h 219422"/>
                  <a:gd name="connsiteX10" fmla="*/ 63531 w 123923"/>
                  <a:gd name="connsiteY10" fmla="*/ 219422 h 219422"/>
                  <a:gd name="connsiteX11" fmla="*/ 60963 w 123923"/>
                  <a:gd name="connsiteY11" fmla="*/ 78046 h 219422"/>
                  <a:gd name="connsiteX12" fmla="*/ 19592 w 123923"/>
                  <a:gd name="connsiteY12" fmla="*/ 105334 h 219422"/>
                  <a:gd name="connsiteX13" fmla="*/ 19592 w 123923"/>
                  <a:gd name="connsiteY13" fmla="*/ 186080 h 219422"/>
                  <a:gd name="connsiteX14" fmla="*/ 58776 w 123923"/>
                  <a:gd name="connsiteY14" fmla="*/ 204055 h 219422"/>
                  <a:gd name="connsiteX15" fmla="*/ 104141 w 123923"/>
                  <a:gd name="connsiteY15" fmla="*/ 141004 h 219422"/>
                  <a:gd name="connsiteX16" fmla="*/ 60963 w 123923"/>
                  <a:gd name="connsiteY16" fmla="*/ 77953 h 219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3923" h="219422">
                    <a:moveTo>
                      <a:pt x="63436" y="219422"/>
                    </a:moveTo>
                    <a:cubicBezTo>
                      <a:pt x="41086" y="219422"/>
                      <a:pt x="27010" y="211040"/>
                      <a:pt x="17119" y="199026"/>
                    </a:cubicBezTo>
                    <a:lnTo>
                      <a:pt x="15597" y="216162"/>
                    </a:lnTo>
                    <a:lnTo>
                      <a:pt x="0" y="216162"/>
                    </a:lnTo>
                    <a:cubicBezTo>
                      <a:pt x="285" y="209550"/>
                      <a:pt x="951" y="195114"/>
                      <a:pt x="951" y="187943"/>
                    </a:cubicBezTo>
                    <a:lnTo>
                      <a:pt x="951" y="0"/>
                    </a:lnTo>
                    <a:lnTo>
                      <a:pt x="19687" y="0"/>
                    </a:lnTo>
                    <a:lnTo>
                      <a:pt x="19687" y="86707"/>
                    </a:lnTo>
                    <a:cubicBezTo>
                      <a:pt x="27961" y="75904"/>
                      <a:pt x="40801" y="62679"/>
                      <a:pt x="65053" y="62679"/>
                    </a:cubicBezTo>
                    <a:cubicBezTo>
                      <a:pt x="100908" y="62679"/>
                      <a:pt x="123924" y="92668"/>
                      <a:pt x="123924" y="140445"/>
                    </a:cubicBezTo>
                    <a:cubicBezTo>
                      <a:pt x="123924" y="184311"/>
                      <a:pt x="103381" y="219422"/>
                      <a:pt x="63531" y="219422"/>
                    </a:cubicBezTo>
                    <a:close/>
                    <a:moveTo>
                      <a:pt x="60963" y="78046"/>
                    </a:moveTo>
                    <a:cubicBezTo>
                      <a:pt x="39849" y="78046"/>
                      <a:pt x="26059" y="95462"/>
                      <a:pt x="19592" y="105334"/>
                    </a:cubicBezTo>
                    <a:lnTo>
                      <a:pt x="19592" y="186080"/>
                    </a:lnTo>
                    <a:cubicBezTo>
                      <a:pt x="29673" y="196325"/>
                      <a:pt x="39849" y="204055"/>
                      <a:pt x="58776" y="204055"/>
                    </a:cubicBezTo>
                    <a:cubicBezTo>
                      <a:pt x="85405" y="204055"/>
                      <a:pt x="104141" y="180679"/>
                      <a:pt x="104141" y="141004"/>
                    </a:cubicBezTo>
                    <a:cubicBezTo>
                      <a:pt x="104141" y="93878"/>
                      <a:pt x="82647" y="77953"/>
                      <a:pt x="60963" y="77953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14" name="Freeform 113">
                <a:extLst>
                  <a:ext uri="{FF2B5EF4-FFF2-40B4-BE49-F238E27FC236}">
                    <a16:creationId xmlns:a16="http://schemas.microsoft.com/office/drawing/2014/main" id="{DFC85C25-4A5B-B815-2F18-8D38EEB31BB6}"/>
                  </a:ext>
                </a:extLst>
              </p:cNvPr>
              <p:cNvSpPr/>
              <p:nvPr/>
            </p:nvSpPr>
            <p:spPr>
              <a:xfrm>
                <a:off x="5668021" y="3352071"/>
                <a:ext cx="128108" cy="156650"/>
              </a:xfrm>
              <a:custGeom>
                <a:avLst/>
                <a:gdLst>
                  <a:gd name="connsiteX0" fmla="*/ 19877 w 128108"/>
                  <a:gd name="connsiteY0" fmla="*/ 84006 h 156650"/>
                  <a:gd name="connsiteX1" fmla="*/ 70759 w 128108"/>
                  <a:gd name="connsiteY1" fmla="*/ 141004 h 156650"/>
                  <a:gd name="connsiteX2" fmla="*/ 113937 w 128108"/>
                  <a:gd name="connsiteY2" fmla="*/ 125730 h 156650"/>
                  <a:gd name="connsiteX3" fmla="*/ 123163 w 128108"/>
                  <a:gd name="connsiteY3" fmla="*/ 138303 h 156650"/>
                  <a:gd name="connsiteX4" fmla="*/ 70759 w 128108"/>
                  <a:gd name="connsiteY4" fmla="*/ 156650 h 156650"/>
                  <a:gd name="connsiteX5" fmla="*/ 0 w 128108"/>
                  <a:gd name="connsiteY5" fmla="*/ 79815 h 156650"/>
                  <a:gd name="connsiteX6" fmla="*/ 65623 w 128108"/>
                  <a:gd name="connsiteY6" fmla="*/ 0 h 156650"/>
                  <a:gd name="connsiteX7" fmla="*/ 128108 w 128108"/>
                  <a:gd name="connsiteY7" fmla="*/ 84006 h 156650"/>
                  <a:gd name="connsiteX8" fmla="*/ 19877 w 128108"/>
                  <a:gd name="connsiteY8" fmla="*/ 84006 h 156650"/>
                  <a:gd name="connsiteX9" fmla="*/ 65528 w 128108"/>
                  <a:gd name="connsiteY9" fmla="*/ 14994 h 156650"/>
                  <a:gd name="connsiteX10" fmla="*/ 19877 w 128108"/>
                  <a:gd name="connsiteY10" fmla="*/ 69012 h 156650"/>
                  <a:gd name="connsiteX11" fmla="*/ 108802 w 128108"/>
                  <a:gd name="connsiteY11" fmla="*/ 69012 h 156650"/>
                  <a:gd name="connsiteX12" fmla="*/ 65623 w 128108"/>
                  <a:gd name="connsiteY12" fmla="*/ 14994 h 156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8108" h="156650">
                    <a:moveTo>
                      <a:pt x="19877" y="84006"/>
                    </a:moveTo>
                    <a:cubicBezTo>
                      <a:pt x="21399" y="122377"/>
                      <a:pt x="44700" y="141004"/>
                      <a:pt x="70759" y="141004"/>
                    </a:cubicBezTo>
                    <a:cubicBezTo>
                      <a:pt x="88829" y="141004"/>
                      <a:pt x="103285" y="133833"/>
                      <a:pt x="113937" y="125730"/>
                    </a:cubicBezTo>
                    <a:lnTo>
                      <a:pt x="123163" y="138303"/>
                    </a:lnTo>
                    <a:cubicBezTo>
                      <a:pt x="109087" y="149106"/>
                      <a:pt x="92824" y="156650"/>
                      <a:pt x="70759" y="156650"/>
                    </a:cubicBezTo>
                    <a:cubicBezTo>
                      <a:pt x="30910" y="156650"/>
                      <a:pt x="0" y="129642"/>
                      <a:pt x="0" y="79815"/>
                    </a:cubicBezTo>
                    <a:cubicBezTo>
                      <a:pt x="0" y="26077"/>
                      <a:pt x="31575" y="0"/>
                      <a:pt x="65623" y="0"/>
                    </a:cubicBezTo>
                    <a:cubicBezTo>
                      <a:pt x="113747" y="0"/>
                      <a:pt x="128108" y="36881"/>
                      <a:pt x="128108" y="84006"/>
                    </a:cubicBezTo>
                    <a:lnTo>
                      <a:pt x="19877" y="84006"/>
                    </a:lnTo>
                    <a:close/>
                    <a:moveTo>
                      <a:pt x="65528" y="14994"/>
                    </a:moveTo>
                    <a:cubicBezTo>
                      <a:pt x="40991" y="14994"/>
                      <a:pt x="22350" y="32969"/>
                      <a:pt x="19877" y="69012"/>
                    </a:cubicBezTo>
                    <a:lnTo>
                      <a:pt x="108802" y="69012"/>
                    </a:lnTo>
                    <a:cubicBezTo>
                      <a:pt x="108231" y="32690"/>
                      <a:pt x="92824" y="14994"/>
                      <a:pt x="65623" y="14994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15" name="Freeform 114">
                <a:extLst>
                  <a:ext uri="{FF2B5EF4-FFF2-40B4-BE49-F238E27FC236}">
                    <a16:creationId xmlns:a16="http://schemas.microsoft.com/office/drawing/2014/main" id="{C1D05752-8549-F1BE-1BAD-06A9DFA6E1AC}"/>
                  </a:ext>
                </a:extLst>
              </p:cNvPr>
              <p:cNvSpPr/>
              <p:nvPr/>
            </p:nvSpPr>
            <p:spPr>
              <a:xfrm>
                <a:off x="5836835" y="3289300"/>
                <a:ext cx="113461" cy="216162"/>
              </a:xfrm>
              <a:custGeom>
                <a:avLst/>
                <a:gdLst>
                  <a:gd name="connsiteX0" fmla="*/ 94726 w 113461"/>
                  <a:gd name="connsiteY0" fmla="*/ 216069 h 216162"/>
                  <a:gd name="connsiteX1" fmla="*/ 94726 w 113461"/>
                  <a:gd name="connsiteY1" fmla="*/ 120701 h 216162"/>
                  <a:gd name="connsiteX2" fmla="*/ 58586 w 113461"/>
                  <a:gd name="connsiteY2" fmla="*/ 78418 h 216162"/>
                  <a:gd name="connsiteX3" fmla="*/ 18736 w 113461"/>
                  <a:gd name="connsiteY3" fmla="*/ 102726 h 216162"/>
                  <a:gd name="connsiteX4" fmla="*/ 18736 w 113461"/>
                  <a:gd name="connsiteY4" fmla="*/ 216162 h 216162"/>
                  <a:gd name="connsiteX5" fmla="*/ 0 w 113461"/>
                  <a:gd name="connsiteY5" fmla="*/ 216162 h 216162"/>
                  <a:gd name="connsiteX6" fmla="*/ 0 w 113461"/>
                  <a:gd name="connsiteY6" fmla="*/ 0 h 216162"/>
                  <a:gd name="connsiteX7" fmla="*/ 18736 w 113461"/>
                  <a:gd name="connsiteY7" fmla="*/ 0 h 216162"/>
                  <a:gd name="connsiteX8" fmla="*/ 18736 w 113461"/>
                  <a:gd name="connsiteY8" fmla="*/ 84658 h 216162"/>
                  <a:gd name="connsiteX9" fmla="*/ 62580 w 113461"/>
                  <a:gd name="connsiteY9" fmla="*/ 62772 h 216162"/>
                  <a:gd name="connsiteX10" fmla="*/ 113462 w 113461"/>
                  <a:gd name="connsiteY10" fmla="*/ 122191 h 216162"/>
                  <a:gd name="connsiteX11" fmla="*/ 113462 w 113461"/>
                  <a:gd name="connsiteY11" fmla="*/ 216162 h 216162"/>
                  <a:gd name="connsiteX12" fmla="*/ 94726 w 113461"/>
                  <a:gd name="connsiteY12" fmla="*/ 216162 h 216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3461" h="216162">
                    <a:moveTo>
                      <a:pt x="94726" y="216069"/>
                    </a:moveTo>
                    <a:lnTo>
                      <a:pt x="94726" y="120701"/>
                    </a:lnTo>
                    <a:cubicBezTo>
                      <a:pt x="94726" y="93133"/>
                      <a:pt x="83694" y="78418"/>
                      <a:pt x="58586" y="78418"/>
                    </a:cubicBezTo>
                    <a:cubicBezTo>
                      <a:pt x="39850" y="78418"/>
                      <a:pt x="26725" y="90991"/>
                      <a:pt x="18736" y="102726"/>
                    </a:cubicBezTo>
                    <a:lnTo>
                      <a:pt x="18736" y="216162"/>
                    </a:lnTo>
                    <a:lnTo>
                      <a:pt x="0" y="216162"/>
                    </a:lnTo>
                    <a:lnTo>
                      <a:pt x="0" y="0"/>
                    </a:lnTo>
                    <a:lnTo>
                      <a:pt x="18736" y="0"/>
                    </a:lnTo>
                    <a:lnTo>
                      <a:pt x="18736" y="84658"/>
                    </a:lnTo>
                    <a:cubicBezTo>
                      <a:pt x="28532" y="71713"/>
                      <a:pt x="43844" y="62772"/>
                      <a:pt x="62580" y="62772"/>
                    </a:cubicBezTo>
                    <a:cubicBezTo>
                      <a:pt x="101193" y="62772"/>
                      <a:pt x="113462" y="86800"/>
                      <a:pt x="113462" y="122191"/>
                    </a:cubicBezTo>
                    <a:lnTo>
                      <a:pt x="113462" y="216162"/>
                    </a:lnTo>
                    <a:lnTo>
                      <a:pt x="94726" y="21616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16" name="Freeform 115">
                <a:extLst>
                  <a:ext uri="{FF2B5EF4-FFF2-40B4-BE49-F238E27FC236}">
                    <a16:creationId xmlns:a16="http://schemas.microsoft.com/office/drawing/2014/main" id="{0AB570E6-0954-DFB9-59F2-7AFC6B596F8D}"/>
                  </a:ext>
                </a:extLst>
              </p:cNvPr>
              <p:cNvSpPr/>
              <p:nvPr/>
            </p:nvSpPr>
            <p:spPr>
              <a:xfrm>
                <a:off x="5999371" y="3289300"/>
                <a:ext cx="21779" cy="216069"/>
              </a:xfrm>
              <a:custGeom>
                <a:avLst/>
                <a:gdLst>
                  <a:gd name="connsiteX0" fmla="*/ 0 w 21779"/>
                  <a:gd name="connsiteY0" fmla="*/ 23097 h 216069"/>
                  <a:gd name="connsiteX1" fmla="*/ 0 w 21779"/>
                  <a:gd name="connsiteY1" fmla="*/ 0 h 216069"/>
                  <a:gd name="connsiteX2" fmla="*/ 21779 w 21779"/>
                  <a:gd name="connsiteY2" fmla="*/ 0 h 216069"/>
                  <a:gd name="connsiteX3" fmla="*/ 21779 w 21779"/>
                  <a:gd name="connsiteY3" fmla="*/ 23097 h 216069"/>
                  <a:gd name="connsiteX4" fmla="*/ 0 w 21779"/>
                  <a:gd name="connsiteY4" fmla="*/ 23097 h 216069"/>
                  <a:gd name="connsiteX5" fmla="*/ 1522 w 21779"/>
                  <a:gd name="connsiteY5" fmla="*/ 216069 h 216069"/>
                  <a:gd name="connsiteX6" fmla="*/ 1522 w 21779"/>
                  <a:gd name="connsiteY6" fmla="*/ 66032 h 216069"/>
                  <a:gd name="connsiteX7" fmla="*/ 20258 w 21779"/>
                  <a:gd name="connsiteY7" fmla="*/ 66032 h 216069"/>
                  <a:gd name="connsiteX8" fmla="*/ 20258 w 21779"/>
                  <a:gd name="connsiteY8" fmla="*/ 216069 h 216069"/>
                  <a:gd name="connsiteX9" fmla="*/ 1522 w 21779"/>
                  <a:gd name="connsiteY9" fmla="*/ 216069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779" h="216069">
                    <a:moveTo>
                      <a:pt x="0" y="23097"/>
                    </a:moveTo>
                    <a:lnTo>
                      <a:pt x="0" y="0"/>
                    </a:lnTo>
                    <a:lnTo>
                      <a:pt x="21779" y="0"/>
                    </a:lnTo>
                    <a:lnTo>
                      <a:pt x="21779" y="23097"/>
                    </a:lnTo>
                    <a:lnTo>
                      <a:pt x="0" y="23097"/>
                    </a:lnTo>
                    <a:close/>
                    <a:moveTo>
                      <a:pt x="1522" y="216069"/>
                    </a:moveTo>
                    <a:lnTo>
                      <a:pt x="1522" y="66032"/>
                    </a:lnTo>
                    <a:lnTo>
                      <a:pt x="20258" y="66032"/>
                    </a:lnTo>
                    <a:lnTo>
                      <a:pt x="20258" y="216069"/>
                    </a:lnTo>
                    <a:lnTo>
                      <a:pt x="1522" y="21606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17" name="Freeform 116">
                <a:extLst>
                  <a:ext uri="{FF2B5EF4-FFF2-40B4-BE49-F238E27FC236}">
                    <a16:creationId xmlns:a16="http://schemas.microsoft.com/office/drawing/2014/main" id="{DCFC7D98-343F-5A9F-B2A7-0B64A838FD14}"/>
                  </a:ext>
                </a:extLst>
              </p:cNvPr>
              <p:cNvSpPr/>
              <p:nvPr/>
            </p:nvSpPr>
            <p:spPr>
              <a:xfrm>
                <a:off x="6069179" y="3351978"/>
                <a:ext cx="114222" cy="153390"/>
              </a:xfrm>
              <a:custGeom>
                <a:avLst/>
                <a:gdLst>
                  <a:gd name="connsiteX0" fmla="*/ 95677 w 114222"/>
                  <a:gd name="connsiteY0" fmla="*/ 153391 h 153390"/>
                  <a:gd name="connsiteX1" fmla="*/ 95677 w 114222"/>
                  <a:gd name="connsiteY1" fmla="*/ 58301 h 153390"/>
                  <a:gd name="connsiteX2" fmla="*/ 59537 w 114222"/>
                  <a:gd name="connsiteY2" fmla="*/ 15646 h 153390"/>
                  <a:gd name="connsiteX3" fmla="*/ 19687 w 114222"/>
                  <a:gd name="connsiteY3" fmla="*/ 39954 h 153390"/>
                  <a:gd name="connsiteX4" fmla="*/ 19687 w 114222"/>
                  <a:gd name="connsiteY4" fmla="*/ 153391 h 153390"/>
                  <a:gd name="connsiteX5" fmla="*/ 951 w 114222"/>
                  <a:gd name="connsiteY5" fmla="*/ 153391 h 153390"/>
                  <a:gd name="connsiteX6" fmla="*/ 951 w 114222"/>
                  <a:gd name="connsiteY6" fmla="*/ 30920 h 153390"/>
                  <a:gd name="connsiteX7" fmla="*/ 0 w 114222"/>
                  <a:gd name="connsiteY7" fmla="*/ 3353 h 153390"/>
                  <a:gd name="connsiteX8" fmla="*/ 15598 w 114222"/>
                  <a:gd name="connsiteY8" fmla="*/ 3353 h 153390"/>
                  <a:gd name="connsiteX9" fmla="*/ 17119 w 114222"/>
                  <a:gd name="connsiteY9" fmla="*/ 24028 h 153390"/>
                  <a:gd name="connsiteX10" fmla="*/ 63056 w 114222"/>
                  <a:gd name="connsiteY10" fmla="*/ 0 h 153390"/>
                  <a:gd name="connsiteX11" fmla="*/ 114223 w 114222"/>
                  <a:gd name="connsiteY11" fmla="*/ 59419 h 153390"/>
                  <a:gd name="connsiteX12" fmla="*/ 114223 w 114222"/>
                  <a:gd name="connsiteY12" fmla="*/ 153391 h 153390"/>
                  <a:gd name="connsiteX13" fmla="*/ 95487 w 114222"/>
                  <a:gd name="connsiteY13" fmla="*/ 153391 h 153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14222" h="153390">
                    <a:moveTo>
                      <a:pt x="95677" y="153391"/>
                    </a:moveTo>
                    <a:lnTo>
                      <a:pt x="95677" y="58301"/>
                    </a:lnTo>
                    <a:cubicBezTo>
                      <a:pt x="95677" y="31013"/>
                      <a:pt x="84359" y="15646"/>
                      <a:pt x="59537" y="15646"/>
                    </a:cubicBezTo>
                    <a:cubicBezTo>
                      <a:pt x="39279" y="15646"/>
                      <a:pt x="27010" y="29151"/>
                      <a:pt x="19687" y="39954"/>
                    </a:cubicBezTo>
                    <a:lnTo>
                      <a:pt x="19687" y="153391"/>
                    </a:lnTo>
                    <a:lnTo>
                      <a:pt x="951" y="153391"/>
                    </a:lnTo>
                    <a:lnTo>
                      <a:pt x="951" y="30920"/>
                    </a:lnTo>
                    <a:cubicBezTo>
                      <a:pt x="951" y="25798"/>
                      <a:pt x="381" y="8382"/>
                      <a:pt x="0" y="3353"/>
                    </a:cubicBezTo>
                    <a:lnTo>
                      <a:pt x="15598" y="3353"/>
                    </a:lnTo>
                    <a:lnTo>
                      <a:pt x="17119" y="24028"/>
                    </a:lnTo>
                    <a:cubicBezTo>
                      <a:pt x="26344" y="10803"/>
                      <a:pt x="42513" y="0"/>
                      <a:pt x="63056" y="0"/>
                    </a:cubicBezTo>
                    <a:cubicBezTo>
                      <a:pt x="100432" y="0"/>
                      <a:pt x="114223" y="23097"/>
                      <a:pt x="114223" y="59419"/>
                    </a:cubicBezTo>
                    <a:lnTo>
                      <a:pt x="114223" y="153391"/>
                    </a:lnTo>
                    <a:lnTo>
                      <a:pt x="95487" y="153391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18" name="Freeform 117">
                <a:extLst>
                  <a:ext uri="{FF2B5EF4-FFF2-40B4-BE49-F238E27FC236}">
                    <a16:creationId xmlns:a16="http://schemas.microsoft.com/office/drawing/2014/main" id="{685D4489-C858-97F3-64ED-B5442EA565B0}"/>
                  </a:ext>
                </a:extLst>
              </p:cNvPr>
              <p:cNvSpPr/>
              <p:nvPr/>
            </p:nvSpPr>
            <p:spPr>
              <a:xfrm>
                <a:off x="6224013" y="3289300"/>
                <a:ext cx="125730" cy="219328"/>
              </a:xfrm>
              <a:custGeom>
                <a:avLst/>
                <a:gdLst>
                  <a:gd name="connsiteX0" fmla="*/ 109753 w 125730"/>
                  <a:gd name="connsiteY0" fmla="*/ 216069 h 219328"/>
                  <a:gd name="connsiteX1" fmla="*/ 108231 w 125730"/>
                  <a:gd name="connsiteY1" fmla="*/ 192320 h 219328"/>
                  <a:gd name="connsiteX2" fmla="*/ 60392 w 125730"/>
                  <a:gd name="connsiteY2" fmla="*/ 219329 h 219328"/>
                  <a:gd name="connsiteX3" fmla="*/ 0 w 125730"/>
                  <a:gd name="connsiteY3" fmla="*/ 140352 h 219328"/>
                  <a:gd name="connsiteX4" fmla="*/ 63151 w 125730"/>
                  <a:gd name="connsiteY4" fmla="*/ 62586 h 219328"/>
                  <a:gd name="connsiteX5" fmla="*/ 106044 w 125730"/>
                  <a:gd name="connsiteY5" fmla="*/ 79350 h 219328"/>
                  <a:gd name="connsiteX6" fmla="*/ 106044 w 125730"/>
                  <a:gd name="connsiteY6" fmla="*/ 0 h 219328"/>
                  <a:gd name="connsiteX7" fmla="*/ 124779 w 125730"/>
                  <a:gd name="connsiteY7" fmla="*/ 0 h 219328"/>
                  <a:gd name="connsiteX8" fmla="*/ 124779 w 125730"/>
                  <a:gd name="connsiteY8" fmla="*/ 187850 h 219328"/>
                  <a:gd name="connsiteX9" fmla="*/ 125730 w 125730"/>
                  <a:gd name="connsiteY9" fmla="*/ 216069 h 219328"/>
                  <a:gd name="connsiteX10" fmla="*/ 109753 w 125730"/>
                  <a:gd name="connsiteY10" fmla="*/ 216069 h 219328"/>
                  <a:gd name="connsiteX11" fmla="*/ 106044 w 125730"/>
                  <a:gd name="connsiteY11" fmla="*/ 95369 h 219328"/>
                  <a:gd name="connsiteX12" fmla="*/ 67145 w 125730"/>
                  <a:gd name="connsiteY12" fmla="*/ 77953 h 219328"/>
                  <a:gd name="connsiteX13" fmla="*/ 19592 w 125730"/>
                  <a:gd name="connsiteY13" fmla="*/ 141004 h 219328"/>
                  <a:gd name="connsiteX14" fmla="*/ 64958 w 125730"/>
                  <a:gd name="connsiteY14" fmla="*/ 204055 h 219328"/>
                  <a:gd name="connsiteX15" fmla="*/ 106044 w 125730"/>
                  <a:gd name="connsiteY15" fmla="*/ 177046 h 219328"/>
                  <a:gd name="connsiteX16" fmla="*/ 106044 w 125730"/>
                  <a:gd name="connsiteY16" fmla="*/ 95462 h 2193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5730" h="219328">
                    <a:moveTo>
                      <a:pt x="109753" y="216069"/>
                    </a:moveTo>
                    <a:lnTo>
                      <a:pt x="108231" y="192320"/>
                    </a:lnTo>
                    <a:cubicBezTo>
                      <a:pt x="99386" y="204893"/>
                      <a:pt x="84645" y="219329"/>
                      <a:pt x="60392" y="219329"/>
                    </a:cubicBezTo>
                    <a:cubicBezTo>
                      <a:pt x="19592" y="219329"/>
                      <a:pt x="0" y="183938"/>
                      <a:pt x="0" y="140352"/>
                    </a:cubicBezTo>
                    <a:cubicBezTo>
                      <a:pt x="0" y="91736"/>
                      <a:pt x="28151" y="62586"/>
                      <a:pt x="63151" y="62586"/>
                    </a:cubicBezTo>
                    <a:cubicBezTo>
                      <a:pt x="82172" y="62586"/>
                      <a:pt x="97199" y="70409"/>
                      <a:pt x="106044" y="79350"/>
                    </a:cubicBezTo>
                    <a:lnTo>
                      <a:pt x="106044" y="0"/>
                    </a:lnTo>
                    <a:lnTo>
                      <a:pt x="124779" y="0"/>
                    </a:lnTo>
                    <a:lnTo>
                      <a:pt x="124779" y="187850"/>
                    </a:lnTo>
                    <a:cubicBezTo>
                      <a:pt x="124779" y="195021"/>
                      <a:pt x="125350" y="209457"/>
                      <a:pt x="125730" y="216069"/>
                    </a:cubicBezTo>
                    <a:lnTo>
                      <a:pt x="109753" y="216069"/>
                    </a:lnTo>
                    <a:close/>
                    <a:moveTo>
                      <a:pt x="106044" y="95369"/>
                    </a:moveTo>
                    <a:cubicBezTo>
                      <a:pt x="96533" y="86335"/>
                      <a:pt x="86737" y="77953"/>
                      <a:pt x="67145" y="77953"/>
                    </a:cubicBezTo>
                    <a:cubicBezTo>
                      <a:pt x="47553" y="77953"/>
                      <a:pt x="19592" y="93878"/>
                      <a:pt x="19592" y="141004"/>
                    </a:cubicBezTo>
                    <a:cubicBezTo>
                      <a:pt x="19592" y="178257"/>
                      <a:pt x="36140" y="204055"/>
                      <a:pt x="64958" y="204055"/>
                    </a:cubicBezTo>
                    <a:cubicBezTo>
                      <a:pt x="84264" y="204055"/>
                      <a:pt x="97484" y="190271"/>
                      <a:pt x="106044" y="177046"/>
                    </a:cubicBezTo>
                    <a:lnTo>
                      <a:pt x="106044" y="9546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</p:grpSp>
        <p:grpSp>
          <p:nvGrpSpPr>
            <p:cNvPr id="93" name="Graphic 17">
              <a:extLst>
                <a:ext uri="{FF2B5EF4-FFF2-40B4-BE49-F238E27FC236}">
                  <a16:creationId xmlns:a16="http://schemas.microsoft.com/office/drawing/2014/main" id="{203CA0CC-16E2-3402-A269-487056890B67}"/>
                </a:ext>
              </a:extLst>
            </p:cNvPr>
            <p:cNvGrpSpPr/>
            <p:nvPr/>
          </p:nvGrpSpPr>
          <p:grpSpPr>
            <a:xfrm>
              <a:off x="6465963" y="3289300"/>
              <a:ext cx="1730364" cy="282193"/>
              <a:chOff x="6465963" y="3289300"/>
              <a:chExt cx="1730364" cy="282193"/>
            </a:xfrm>
            <a:grpFill/>
          </p:grpSpPr>
          <p:sp>
            <p:nvSpPr>
              <p:cNvPr id="94" name="Freeform 93">
                <a:extLst>
                  <a:ext uri="{FF2B5EF4-FFF2-40B4-BE49-F238E27FC236}">
                    <a16:creationId xmlns:a16="http://schemas.microsoft.com/office/drawing/2014/main" id="{129F6DEE-D53D-B73A-7B67-0B9E13581D69}"/>
                  </a:ext>
                </a:extLst>
              </p:cNvPr>
              <p:cNvSpPr/>
              <p:nvPr/>
            </p:nvSpPr>
            <p:spPr>
              <a:xfrm>
                <a:off x="6465963" y="3355424"/>
                <a:ext cx="145512" cy="216069"/>
              </a:xfrm>
              <a:custGeom>
                <a:avLst/>
                <a:gdLst>
                  <a:gd name="connsiteX0" fmla="*/ 93204 w 145512"/>
                  <a:gd name="connsiteY0" fmla="*/ 161121 h 216069"/>
                  <a:gd name="connsiteX1" fmla="*/ 18451 w 145512"/>
                  <a:gd name="connsiteY1" fmla="*/ 216069 h 216069"/>
                  <a:gd name="connsiteX2" fmla="*/ 13220 w 145512"/>
                  <a:gd name="connsiteY2" fmla="*/ 189061 h 216069"/>
                  <a:gd name="connsiteX3" fmla="*/ 58871 w 145512"/>
                  <a:gd name="connsiteY3" fmla="*/ 159072 h 216069"/>
                  <a:gd name="connsiteX4" fmla="*/ 61914 w 145512"/>
                  <a:gd name="connsiteY4" fmla="*/ 149479 h 216069"/>
                  <a:gd name="connsiteX5" fmla="*/ 0 w 145512"/>
                  <a:gd name="connsiteY5" fmla="*/ 0 h 216069"/>
                  <a:gd name="connsiteX6" fmla="*/ 36426 w 145512"/>
                  <a:gd name="connsiteY6" fmla="*/ 0 h 216069"/>
                  <a:gd name="connsiteX7" fmla="*/ 63056 w 145512"/>
                  <a:gd name="connsiteY7" fmla="*/ 68453 h 216069"/>
                  <a:gd name="connsiteX8" fmla="*/ 78368 w 145512"/>
                  <a:gd name="connsiteY8" fmla="*/ 114368 h 216069"/>
                  <a:gd name="connsiteX9" fmla="*/ 111179 w 145512"/>
                  <a:gd name="connsiteY9" fmla="*/ 0 h 216069"/>
                  <a:gd name="connsiteX10" fmla="*/ 145513 w 145512"/>
                  <a:gd name="connsiteY10" fmla="*/ 0 h 216069"/>
                  <a:gd name="connsiteX11" fmla="*/ 93109 w 145512"/>
                  <a:gd name="connsiteY11" fmla="*/ 161214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5512" h="216069">
                    <a:moveTo>
                      <a:pt x="93204" y="161121"/>
                    </a:moveTo>
                    <a:cubicBezTo>
                      <a:pt x="80650" y="199492"/>
                      <a:pt x="52118" y="211878"/>
                      <a:pt x="18451" y="216069"/>
                    </a:cubicBezTo>
                    <a:lnTo>
                      <a:pt x="13220" y="189061"/>
                    </a:lnTo>
                    <a:cubicBezTo>
                      <a:pt x="37472" y="185428"/>
                      <a:pt x="53640" y="175277"/>
                      <a:pt x="58871" y="159072"/>
                    </a:cubicBezTo>
                    <a:lnTo>
                      <a:pt x="61914" y="149479"/>
                    </a:lnTo>
                    <a:lnTo>
                      <a:pt x="0" y="0"/>
                    </a:lnTo>
                    <a:lnTo>
                      <a:pt x="36426" y="0"/>
                    </a:lnTo>
                    <a:lnTo>
                      <a:pt x="63056" y="68453"/>
                    </a:lnTo>
                    <a:cubicBezTo>
                      <a:pt x="70379" y="87638"/>
                      <a:pt x="78368" y="114368"/>
                      <a:pt x="78368" y="114368"/>
                    </a:cubicBezTo>
                    <a:lnTo>
                      <a:pt x="111179" y="0"/>
                    </a:lnTo>
                    <a:lnTo>
                      <a:pt x="145513" y="0"/>
                    </a:lnTo>
                    <a:lnTo>
                      <a:pt x="93109" y="161214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95" name="Freeform 94">
                <a:extLst>
                  <a:ext uri="{FF2B5EF4-FFF2-40B4-BE49-F238E27FC236}">
                    <a16:creationId xmlns:a16="http://schemas.microsoft.com/office/drawing/2014/main" id="{C9FE5CFD-69DD-1289-96EA-9609DB673D30}"/>
                  </a:ext>
                </a:extLst>
              </p:cNvPr>
              <p:cNvSpPr/>
              <p:nvPr/>
            </p:nvSpPr>
            <p:spPr>
              <a:xfrm>
                <a:off x="6629927" y="3351140"/>
                <a:ext cx="147795" cy="158419"/>
              </a:xfrm>
              <a:custGeom>
                <a:avLst/>
                <a:gdLst>
                  <a:gd name="connsiteX0" fmla="*/ 73898 w 147795"/>
                  <a:gd name="connsiteY0" fmla="*/ 158420 h 158419"/>
                  <a:gd name="connsiteX1" fmla="*/ 0 w 147795"/>
                  <a:gd name="connsiteY1" fmla="*/ 78605 h 158419"/>
                  <a:gd name="connsiteX2" fmla="*/ 73898 w 147795"/>
                  <a:gd name="connsiteY2" fmla="*/ 0 h 158419"/>
                  <a:gd name="connsiteX3" fmla="*/ 147795 w 147795"/>
                  <a:gd name="connsiteY3" fmla="*/ 78605 h 158419"/>
                  <a:gd name="connsiteX4" fmla="*/ 73898 w 147795"/>
                  <a:gd name="connsiteY4" fmla="*/ 158420 h 158419"/>
                  <a:gd name="connsiteX5" fmla="*/ 73898 w 147795"/>
                  <a:gd name="connsiteY5" fmla="*/ 26357 h 158419"/>
                  <a:gd name="connsiteX6" fmla="*/ 34714 w 147795"/>
                  <a:gd name="connsiteY6" fmla="*/ 78605 h 158419"/>
                  <a:gd name="connsiteX7" fmla="*/ 73898 w 147795"/>
                  <a:gd name="connsiteY7" fmla="*/ 132063 h 158419"/>
                  <a:gd name="connsiteX8" fmla="*/ 113081 w 147795"/>
                  <a:gd name="connsiteY8" fmla="*/ 78605 h 158419"/>
                  <a:gd name="connsiteX9" fmla="*/ 73898 w 147795"/>
                  <a:gd name="connsiteY9" fmla="*/ 26357 h 158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7795" h="158419">
                    <a:moveTo>
                      <a:pt x="73898" y="158420"/>
                    </a:moveTo>
                    <a:cubicBezTo>
                      <a:pt x="26725" y="158420"/>
                      <a:pt x="0" y="124799"/>
                      <a:pt x="0" y="78605"/>
                    </a:cubicBezTo>
                    <a:cubicBezTo>
                      <a:pt x="0" y="32410"/>
                      <a:pt x="27581" y="0"/>
                      <a:pt x="73898" y="0"/>
                    </a:cubicBezTo>
                    <a:cubicBezTo>
                      <a:pt x="120214" y="0"/>
                      <a:pt x="147795" y="32410"/>
                      <a:pt x="147795" y="78605"/>
                    </a:cubicBezTo>
                    <a:cubicBezTo>
                      <a:pt x="147795" y="124799"/>
                      <a:pt x="120214" y="158420"/>
                      <a:pt x="73898" y="158420"/>
                    </a:cubicBezTo>
                    <a:close/>
                    <a:moveTo>
                      <a:pt x="73898" y="26357"/>
                    </a:moveTo>
                    <a:cubicBezTo>
                      <a:pt x="47838" y="26357"/>
                      <a:pt x="34714" y="47405"/>
                      <a:pt x="34714" y="78605"/>
                    </a:cubicBezTo>
                    <a:cubicBezTo>
                      <a:pt x="34714" y="109804"/>
                      <a:pt x="48504" y="132063"/>
                      <a:pt x="73898" y="132063"/>
                    </a:cubicBezTo>
                    <a:cubicBezTo>
                      <a:pt x="99291" y="132063"/>
                      <a:pt x="113081" y="109897"/>
                      <a:pt x="113081" y="78605"/>
                    </a:cubicBezTo>
                    <a:cubicBezTo>
                      <a:pt x="113081" y="47312"/>
                      <a:pt x="99005" y="26357"/>
                      <a:pt x="73898" y="26357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96" name="Freeform 95">
                <a:extLst>
                  <a:ext uri="{FF2B5EF4-FFF2-40B4-BE49-F238E27FC236}">
                    <a16:creationId xmlns:a16="http://schemas.microsoft.com/office/drawing/2014/main" id="{F8E61634-9F43-9D62-8898-8561F6F63460}"/>
                  </a:ext>
                </a:extLst>
              </p:cNvPr>
              <p:cNvSpPr/>
              <p:nvPr/>
            </p:nvSpPr>
            <p:spPr>
              <a:xfrm>
                <a:off x="6812911" y="3355331"/>
                <a:ext cx="127252" cy="153949"/>
              </a:xfrm>
              <a:custGeom>
                <a:avLst/>
                <a:gdLst>
                  <a:gd name="connsiteX0" fmla="*/ 99957 w 127252"/>
                  <a:gd name="connsiteY0" fmla="*/ 150038 h 153949"/>
                  <a:gd name="connsiteX1" fmla="*/ 97199 w 127252"/>
                  <a:gd name="connsiteY1" fmla="*/ 132622 h 153949"/>
                  <a:gd name="connsiteX2" fmla="*/ 53069 w 127252"/>
                  <a:gd name="connsiteY2" fmla="*/ 153949 h 153949"/>
                  <a:gd name="connsiteX3" fmla="*/ 0 w 127252"/>
                  <a:gd name="connsiteY3" fmla="*/ 95462 h 153949"/>
                  <a:gd name="connsiteX4" fmla="*/ 0 w 127252"/>
                  <a:gd name="connsiteY4" fmla="*/ 0 h 153949"/>
                  <a:gd name="connsiteX5" fmla="*/ 34048 w 127252"/>
                  <a:gd name="connsiteY5" fmla="*/ 0 h 153949"/>
                  <a:gd name="connsiteX6" fmla="*/ 34048 w 127252"/>
                  <a:gd name="connsiteY6" fmla="*/ 90619 h 153949"/>
                  <a:gd name="connsiteX7" fmla="*/ 60107 w 127252"/>
                  <a:gd name="connsiteY7" fmla="*/ 127220 h 153949"/>
                  <a:gd name="connsiteX8" fmla="*/ 91682 w 127252"/>
                  <a:gd name="connsiteY8" fmla="*/ 108035 h 153949"/>
                  <a:gd name="connsiteX9" fmla="*/ 91682 w 127252"/>
                  <a:gd name="connsiteY9" fmla="*/ 0 h 153949"/>
                  <a:gd name="connsiteX10" fmla="*/ 125731 w 127252"/>
                  <a:gd name="connsiteY10" fmla="*/ 0 h 153949"/>
                  <a:gd name="connsiteX11" fmla="*/ 125731 w 127252"/>
                  <a:gd name="connsiteY11" fmla="*/ 123029 h 153949"/>
                  <a:gd name="connsiteX12" fmla="*/ 127252 w 127252"/>
                  <a:gd name="connsiteY12" fmla="*/ 150038 h 153949"/>
                  <a:gd name="connsiteX13" fmla="*/ 99957 w 127252"/>
                  <a:gd name="connsiteY13" fmla="*/ 150038 h 153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7252" h="153949">
                    <a:moveTo>
                      <a:pt x="99957" y="150038"/>
                    </a:moveTo>
                    <a:lnTo>
                      <a:pt x="97199" y="132622"/>
                    </a:lnTo>
                    <a:cubicBezTo>
                      <a:pt x="86452" y="146126"/>
                      <a:pt x="71425" y="153949"/>
                      <a:pt x="53069" y="153949"/>
                    </a:cubicBezTo>
                    <a:cubicBezTo>
                      <a:pt x="15027" y="153949"/>
                      <a:pt x="0" y="131784"/>
                      <a:pt x="0" y="95462"/>
                    </a:cubicBezTo>
                    <a:lnTo>
                      <a:pt x="0" y="0"/>
                    </a:lnTo>
                    <a:lnTo>
                      <a:pt x="34048" y="0"/>
                    </a:lnTo>
                    <a:lnTo>
                      <a:pt x="34048" y="90619"/>
                    </a:lnTo>
                    <a:cubicBezTo>
                      <a:pt x="34048" y="117069"/>
                      <a:pt x="39850" y="127220"/>
                      <a:pt x="60107" y="127220"/>
                    </a:cubicBezTo>
                    <a:cubicBezTo>
                      <a:pt x="76085" y="127220"/>
                      <a:pt x="86452" y="115485"/>
                      <a:pt x="91682" y="108035"/>
                    </a:cubicBezTo>
                    <a:lnTo>
                      <a:pt x="91682" y="0"/>
                    </a:lnTo>
                    <a:lnTo>
                      <a:pt x="125731" y="0"/>
                    </a:lnTo>
                    <a:lnTo>
                      <a:pt x="125731" y="123029"/>
                    </a:lnTo>
                    <a:cubicBezTo>
                      <a:pt x="125731" y="128151"/>
                      <a:pt x="126967" y="144915"/>
                      <a:pt x="127252" y="150038"/>
                    </a:cubicBezTo>
                    <a:lnTo>
                      <a:pt x="99957" y="150038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97" name="Freeform 96">
                <a:extLst>
                  <a:ext uri="{FF2B5EF4-FFF2-40B4-BE49-F238E27FC236}">
                    <a16:creationId xmlns:a16="http://schemas.microsoft.com/office/drawing/2014/main" id="{72254182-CE66-4BDB-EAE6-BC52C1277189}"/>
                  </a:ext>
                </a:extLst>
              </p:cNvPr>
              <p:cNvSpPr/>
              <p:nvPr/>
            </p:nvSpPr>
            <p:spPr>
              <a:xfrm>
                <a:off x="6980013" y="3351140"/>
                <a:ext cx="93204" cy="154228"/>
              </a:xfrm>
              <a:custGeom>
                <a:avLst/>
                <a:gdLst>
                  <a:gd name="connsiteX0" fmla="*/ 83123 w 93204"/>
                  <a:gd name="connsiteY0" fmla="*/ 37160 h 154228"/>
                  <a:gd name="connsiteX1" fmla="*/ 68381 w 93204"/>
                  <a:gd name="connsiteY1" fmla="*/ 32690 h 154228"/>
                  <a:gd name="connsiteX2" fmla="*/ 35570 w 93204"/>
                  <a:gd name="connsiteY2" fmla="*/ 56066 h 154228"/>
                  <a:gd name="connsiteX3" fmla="*/ 35570 w 93204"/>
                  <a:gd name="connsiteY3" fmla="*/ 154229 h 154228"/>
                  <a:gd name="connsiteX4" fmla="*/ 1521 w 93204"/>
                  <a:gd name="connsiteY4" fmla="*/ 154229 h 154228"/>
                  <a:gd name="connsiteX5" fmla="*/ 1521 w 93204"/>
                  <a:gd name="connsiteY5" fmla="*/ 32410 h 154228"/>
                  <a:gd name="connsiteX6" fmla="*/ 0 w 93204"/>
                  <a:gd name="connsiteY6" fmla="*/ 4191 h 154228"/>
                  <a:gd name="connsiteX7" fmla="*/ 26059 w 93204"/>
                  <a:gd name="connsiteY7" fmla="*/ 4191 h 154228"/>
                  <a:gd name="connsiteX8" fmla="*/ 28817 w 93204"/>
                  <a:gd name="connsiteY8" fmla="*/ 29710 h 154228"/>
                  <a:gd name="connsiteX9" fmla="*/ 77892 w 93204"/>
                  <a:gd name="connsiteY9" fmla="*/ 0 h 154228"/>
                  <a:gd name="connsiteX10" fmla="*/ 93204 w 93204"/>
                  <a:gd name="connsiteY10" fmla="*/ 2421 h 154228"/>
                  <a:gd name="connsiteX11" fmla="*/ 83123 w 93204"/>
                  <a:gd name="connsiteY11" fmla="*/ 37253 h 1542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93204" h="154228">
                    <a:moveTo>
                      <a:pt x="83123" y="37160"/>
                    </a:moveTo>
                    <a:cubicBezTo>
                      <a:pt x="78177" y="34180"/>
                      <a:pt x="73898" y="32690"/>
                      <a:pt x="68381" y="32690"/>
                    </a:cubicBezTo>
                    <a:cubicBezTo>
                      <a:pt x="53640" y="32690"/>
                      <a:pt x="44129" y="42934"/>
                      <a:pt x="35570" y="56066"/>
                    </a:cubicBezTo>
                    <a:lnTo>
                      <a:pt x="35570" y="154229"/>
                    </a:lnTo>
                    <a:lnTo>
                      <a:pt x="1521" y="154229"/>
                    </a:lnTo>
                    <a:lnTo>
                      <a:pt x="1521" y="32410"/>
                    </a:lnTo>
                    <a:cubicBezTo>
                      <a:pt x="1521" y="27288"/>
                      <a:pt x="285" y="9313"/>
                      <a:pt x="0" y="4191"/>
                    </a:cubicBezTo>
                    <a:lnTo>
                      <a:pt x="26059" y="4191"/>
                    </a:lnTo>
                    <a:lnTo>
                      <a:pt x="28817" y="29710"/>
                    </a:lnTo>
                    <a:cubicBezTo>
                      <a:pt x="37091" y="14063"/>
                      <a:pt x="51452" y="0"/>
                      <a:pt x="77892" y="0"/>
                    </a:cubicBezTo>
                    <a:cubicBezTo>
                      <a:pt x="83123" y="0"/>
                      <a:pt x="88924" y="931"/>
                      <a:pt x="93204" y="2421"/>
                    </a:cubicBezTo>
                    <a:lnTo>
                      <a:pt x="83123" y="37253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98" name="Freeform 97">
                <a:extLst>
                  <a:ext uri="{FF2B5EF4-FFF2-40B4-BE49-F238E27FC236}">
                    <a16:creationId xmlns:a16="http://schemas.microsoft.com/office/drawing/2014/main" id="{D84BABCF-9622-7B11-58FA-664EED692ABF}"/>
                  </a:ext>
                </a:extLst>
              </p:cNvPr>
              <p:cNvSpPr/>
              <p:nvPr/>
            </p:nvSpPr>
            <p:spPr>
              <a:xfrm>
                <a:off x="7192956" y="3351140"/>
                <a:ext cx="218744" cy="154321"/>
              </a:xfrm>
              <a:custGeom>
                <a:avLst/>
                <a:gdLst>
                  <a:gd name="connsiteX0" fmla="*/ 184982 w 218744"/>
                  <a:gd name="connsiteY0" fmla="*/ 154229 h 154321"/>
                  <a:gd name="connsiteX1" fmla="*/ 184982 w 218744"/>
                  <a:gd name="connsiteY1" fmla="*/ 67242 h 154321"/>
                  <a:gd name="connsiteX2" fmla="*/ 157972 w 218744"/>
                  <a:gd name="connsiteY2" fmla="*/ 27288 h 154321"/>
                  <a:gd name="connsiteX3" fmla="*/ 126682 w 218744"/>
                  <a:gd name="connsiteY3" fmla="*/ 47405 h 154321"/>
                  <a:gd name="connsiteX4" fmla="*/ 127252 w 218744"/>
                  <a:gd name="connsiteY4" fmla="*/ 57277 h 154321"/>
                  <a:gd name="connsiteX5" fmla="*/ 127252 w 218744"/>
                  <a:gd name="connsiteY5" fmla="*/ 154229 h 154321"/>
                  <a:gd name="connsiteX6" fmla="*/ 93204 w 218744"/>
                  <a:gd name="connsiteY6" fmla="*/ 154229 h 154321"/>
                  <a:gd name="connsiteX7" fmla="*/ 93204 w 218744"/>
                  <a:gd name="connsiteY7" fmla="*/ 67522 h 154321"/>
                  <a:gd name="connsiteX8" fmla="*/ 66194 w 218744"/>
                  <a:gd name="connsiteY8" fmla="*/ 27288 h 154321"/>
                  <a:gd name="connsiteX9" fmla="*/ 35570 w 218744"/>
                  <a:gd name="connsiteY9" fmla="*/ 47405 h 154321"/>
                  <a:gd name="connsiteX10" fmla="*/ 35570 w 218744"/>
                  <a:gd name="connsiteY10" fmla="*/ 154229 h 154321"/>
                  <a:gd name="connsiteX11" fmla="*/ 1522 w 218744"/>
                  <a:gd name="connsiteY11" fmla="*/ 154229 h 154321"/>
                  <a:gd name="connsiteX12" fmla="*/ 1522 w 218744"/>
                  <a:gd name="connsiteY12" fmla="*/ 31200 h 154321"/>
                  <a:gd name="connsiteX13" fmla="*/ 0 w 218744"/>
                  <a:gd name="connsiteY13" fmla="*/ 4191 h 154321"/>
                  <a:gd name="connsiteX14" fmla="*/ 26630 w 218744"/>
                  <a:gd name="connsiteY14" fmla="*/ 4191 h 154321"/>
                  <a:gd name="connsiteX15" fmla="*/ 29958 w 218744"/>
                  <a:gd name="connsiteY15" fmla="*/ 22818 h 154321"/>
                  <a:gd name="connsiteX16" fmla="*/ 72281 w 218744"/>
                  <a:gd name="connsiteY16" fmla="*/ 0 h 154321"/>
                  <a:gd name="connsiteX17" fmla="*/ 118217 w 218744"/>
                  <a:gd name="connsiteY17" fmla="*/ 24028 h 154321"/>
                  <a:gd name="connsiteX18" fmla="*/ 164154 w 218744"/>
                  <a:gd name="connsiteY18" fmla="*/ 0 h 154321"/>
                  <a:gd name="connsiteX19" fmla="*/ 218745 w 218744"/>
                  <a:gd name="connsiteY19" fmla="*/ 68453 h 154321"/>
                  <a:gd name="connsiteX20" fmla="*/ 218745 w 218744"/>
                  <a:gd name="connsiteY20" fmla="*/ 154322 h 154321"/>
                  <a:gd name="connsiteX21" fmla="*/ 184697 w 218744"/>
                  <a:gd name="connsiteY21" fmla="*/ 154322 h 1543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18744" h="154321">
                    <a:moveTo>
                      <a:pt x="184982" y="154229"/>
                    </a:moveTo>
                    <a:lnTo>
                      <a:pt x="184982" y="67242"/>
                    </a:lnTo>
                    <a:cubicBezTo>
                      <a:pt x="184982" y="42655"/>
                      <a:pt x="179180" y="27288"/>
                      <a:pt x="157972" y="27288"/>
                    </a:cubicBezTo>
                    <a:cubicBezTo>
                      <a:pt x="144181" y="27288"/>
                      <a:pt x="133719" y="37160"/>
                      <a:pt x="126682" y="47405"/>
                    </a:cubicBezTo>
                    <a:cubicBezTo>
                      <a:pt x="126967" y="50106"/>
                      <a:pt x="127252" y="54297"/>
                      <a:pt x="127252" y="57277"/>
                    </a:cubicBezTo>
                    <a:lnTo>
                      <a:pt x="127252" y="154229"/>
                    </a:lnTo>
                    <a:lnTo>
                      <a:pt x="93204" y="154229"/>
                    </a:lnTo>
                    <a:lnTo>
                      <a:pt x="93204" y="67522"/>
                    </a:lnTo>
                    <a:cubicBezTo>
                      <a:pt x="93204" y="41724"/>
                      <a:pt x="88639" y="27288"/>
                      <a:pt x="66194" y="27288"/>
                    </a:cubicBezTo>
                    <a:cubicBezTo>
                      <a:pt x="53355" y="27288"/>
                      <a:pt x="42322" y="38092"/>
                      <a:pt x="35570" y="47405"/>
                    </a:cubicBezTo>
                    <a:lnTo>
                      <a:pt x="35570" y="154229"/>
                    </a:lnTo>
                    <a:lnTo>
                      <a:pt x="1522" y="154229"/>
                    </a:lnTo>
                    <a:lnTo>
                      <a:pt x="1522" y="31200"/>
                    </a:lnTo>
                    <a:cubicBezTo>
                      <a:pt x="1522" y="26077"/>
                      <a:pt x="285" y="9313"/>
                      <a:pt x="0" y="4191"/>
                    </a:cubicBezTo>
                    <a:lnTo>
                      <a:pt x="26630" y="4191"/>
                    </a:lnTo>
                    <a:lnTo>
                      <a:pt x="29958" y="22818"/>
                    </a:lnTo>
                    <a:cubicBezTo>
                      <a:pt x="40991" y="9872"/>
                      <a:pt x="55067" y="0"/>
                      <a:pt x="72281" y="0"/>
                    </a:cubicBezTo>
                    <a:cubicBezTo>
                      <a:pt x="96153" y="0"/>
                      <a:pt x="109087" y="9034"/>
                      <a:pt x="118217" y="24028"/>
                    </a:cubicBezTo>
                    <a:cubicBezTo>
                      <a:pt x="128013" y="11083"/>
                      <a:pt x="142755" y="0"/>
                      <a:pt x="164154" y="0"/>
                    </a:cubicBezTo>
                    <a:cubicBezTo>
                      <a:pt x="202481" y="0"/>
                      <a:pt x="218745" y="20676"/>
                      <a:pt x="218745" y="68453"/>
                    </a:cubicBezTo>
                    <a:lnTo>
                      <a:pt x="218745" y="154322"/>
                    </a:lnTo>
                    <a:lnTo>
                      <a:pt x="184697" y="15432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99" name="Freeform 98">
                <a:extLst>
                  <a:ext uri="{FF2B5EF4-FFF2-40B4-BE49-F238E27FC236}">
                    <a16:creationId xmlns:a16="http://schemas.microsoft.com/office/drawing/2014/main" id="{004FF60E-219A-BDFD-71ED-5A876EA7D49B}"/>
                  </a:ext>
                </a:extLst>
              </p:cNvPr>
              <p:cNvSpPr/>
              <p:nvPr/>
            </p:nvSpPr>
            <p:spPr>
              <a:xfrm>
                <a:off x="7454879" y="3289300"/>
                <a:ext cx="36425" cy="216069"/>
              </a:xfrm>
              <a:custGeom>
                <a:avLst/>
                <a:gdLst>
                  <a:gd name="connsiteX0" fmla="*/ 0 w 36425"/>
                  <a:gd name="connsiteY0" fmla="*/ 32969 h 216069"/>
                  <a:gd name="connsiteX1" fmla="*/ 0 w 36425"/>
                  <a:gd name="connsiteY1" fmla="*/ 0 h 216069"/>
                  <a:gd name="connsiteX2" fmla="*/ 36426 w 36425"/>
                  <a:gd name="connsiteY2" fmla="*/ 0 h 216069"/>
                  <a:gd name="connsiteX3" fmla="*/ 36426 w 36425"/>
                  <a:gd name="connsiteY3" fmla="*/ 32969 h 216069"/>
                  <a:gd name="connsiteX4" fmla="*/ 0 w 36425"/>
                  <a:gd name="connsiteY4" fmla="*/ 32969 h 216069"/>
                  <a:gd name="connsiteX5" fmla="*/ 1236 w 36425"/>
                  <a:gd name="connsiteY5" fmla="*/ 216069 h 216069"/>
                  <a:gd name="connsiteX6" fmla="*/ 1236 w 36425"/>
                  <a:gd name="connsiteY6" fmla="*/ 66032 h 216069"/>
                  <a:gd name="connsiteX7" fmla="*/ 35284 w 36425"/>
                  <a:gd name="connsiteY7" fmla="*/ 66032 h 216069"/>
                  <a:gd name="connsiteX8" fmla="*/ 35284 w 36425"/>
                  <a:gd name="connsiteY8" fmla="*/ 216069 h 216069"/>
                  <a:gd name="connsiteX9" fmla="*/ 1236 w 36425"/>
                  <a:gd name="connsiteY9" fmla="*/ 216069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6425" h="216069">
                    <a:moveTo>
                      <a:pt x="0" y="32969"/>
                    </a:moveTo>
                    <a:lnTo>
                      <a:pt x="0" y="0"/>
                    </a:lnTo>
                    <a:lnTo>
                      <a:pt x="36426" y="0"/>
                    </a:lnTo>
                    <a:lnTo>
                      <a:pt x="36426" y="32969"/>
                    </a:lnTo>
                    <a:lnTo>
                      <a:pt x="0" y="32969"/>
                    </a:lnTo>
                    <a:close/>
                    <a:moveTo>
                      <a:pt x="1236" y="216069"/>
                    </a:moveTo>
                    <a:lnTo>
                      <a:pt x="1236" y="66032"/>
                    </a:lnTo>
                    <a:lnTo>
                      <a:pt x="35284" y="66032"/>
                    </a:lnTo>
                    <a:lnTo>
                      <a:pt x="35284" y="216069"/>
                    </a:lnTo>
                    <a:lnTo>
                      <a:pt x="1236" y="21606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00" name="Freeform 99">
                <a:extLst>
                  <a:ext uri="{FF2B5EF4-FFF2-40B4-BE49-F238E27FC236}">
                    <a16:creationId xmlns:a16="http://schemas.microsoft.com/office/drawing/2014/main" id="{E0B45FBE-BD96-1FBB-B779-0866C4520A43}"/>
                  </a:ext>
                </a:extLst>
              </p:cNvPr>
              <p:cNvSpPr/>
              <p:nvPr/>
            </p:nvSpPr>
            <p:spPr>
              <a:xfrm>
                <a:off x="7520502" y="3351326"/>
                <a:ext cx="120689" cy="157954"/>
              </a:xfrm>
              <a:custGeom>
                <a:avLst/>
                <a:gdLst>
                  <a:gd name="connsiteX0" fmla="*/ 61914 w 120689"/>
                  <a:gd name="connsiteY0" fmla="*/ 157954 h 157954"/>
                  <a:gd name="connsiteX1" fmla="*/ 0 w 120689"/>
                  <a:gd name="connsiteY1" fmla="*/ 139048 h 157954"/>
                  <a:gd name="connsiteX2" fmla="*/ 15598 w 120689"/>
                  <a:gd name="connsiteY2" fmla="*/ 115299 h 157954"/>
                  <a:gd name="connsiteX3" fmla="*/ 60678 w 120689"/>
                  <a:gd name="connsiteY3" fmla="*/ 131784 h 157954"/>
                  <a:gd name="connsiteX4" fmla="*/ 85786 w 120689"/>
                  <a:gd name="connsiteY4" fmla="*/ 115020 h 157954"/>
                  <a:gd name="connsiteX5" fmla="*/ 55732 w 120689"/>
                  <a:gd name="connsiteY5" fmla="*/ 91271 h 157954"/>
                  <a:gd name="connsiteX6" fmla="*/ 6372 w 120689"/>
                  <a:gd name="connsiteY6" fmla="*/ 44145 h 157954"/>
                  <a:gd name="connsiteX7" fmla="*/ 64577 w 120689"/>
                  <a:gd name="connsiteY7" fmla="*/ 0 h 157954"/>
                  <a:gd name="connsiteX8" fmla="*/ 118788 w 120689"/>
                  <a:gd name="connsiteY8" fmla="*/ 16205 h 157954"/>
                  <a:gd name="connsiteX9" fmla="*/ 104427 w 120689"/>
                  <a:gd name="connsiteY9" fmla="*/ 39302 h 157954"/>
                  <a:gd name="connsiteX10" fmla="*/ 65528 w 120689"/>
                  <a:gd name="connsiteY10" fmla="*/ 26077 h 157954"/>
                  <a:gd name="connsiteX11" fmla="*/ 41276 w 120689"/>
                  <a:gd name="connsiteY11" fmla="*/ 41724 h 157954"/>
                  <a:gd name="connsiteX12" fmla="*/ 75895 w 120689"/>
                  <a:gd name="connsiteY12" fmla="*/ 64821 h 157954"/>
                  <a:gd name="connsiteX13" fmla="*/ 120690 w 120689"/>
                  <a:gd name="connsiteY13" fmla="*/ 113716 h 157954"/>
                  <a:gd name="connsiteX14" fmla="*/ 61819 w 120689"/>
                  <a:gd name="connsiteY14" fmla="*/ 157861 h 157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0689" h="157954">
                    <a:moveTo>
                      <a:pt x="61914" y="157954"/>
                    </a:moveTo>
                    <a:cubicBezTo>
                      <a:pt x="33097" y="157954"/>
                      <a:pt x="16263" y="149572"/>
                      <a:pt x="0" y="139048"/>
                    </a:cubicBezTo>
                    <a:lnTo>
                      <a:pt x="15598" y="115299"/>
                    </a:lnTo>
                    <a:cubicBezTo>
                      <a:pt x="28817" y="124612"/>
                      <a:pt x="44129" y="131784"/>
                      <a:pt x="60678" y="131784"/>
                    </a:cubicBezTo>
                    <a:cubicBezTo>
                      <a:pt x="77226" y="131784"/>
                      <a:pt x="85786" y="124612"/>
                      <a:pt x="85786" y="115020"/>
                    </a:cubicBezTo>
                    <a:cubicBezTo>
                      <a:pt x="85786" y="101795"/>
                      <a:pt x="76941" y="96672"/>
                      <a:pt x="55732" y="91271"/>
                    </a:cubicBezTo>
                    <a:cubicBezTo>
                      <a:pt x="32146" y="85310"/>
                      <a:pt x="6372" y="73855"/>
                      <a:pt x="6372" y="44145"/>
                    </a:cubicBezTo>
                    <a:cubicBezTo>
                      <a:pt x="6372" y="16578"/>
                      <a:pt x="30244" y="0"/>
                      <a:pt x="64577" y="0"/>
                    </a:cubicBezTo>
                    <a:cubicBezTo>
                      <a:pt x="86356" y="0"/>
                      <a:pt x="101669" y="4191"/>
                      <a:pt x="118788" y="16205"/>
                    </a:cubicBezTo>
                    <a:lnTo>
                      <a:pt x="104427" y="39302"/>
                    </a:lnTo>
                    <a:cubicBezTo>
                      <a:pt x="91207" y="29430"/>
                      <a:pt x="74659" y="26077"/>
                      <a:pt x="65528" y="26077"/>
                    </a:cubicBezTo>
                    <a:cubicBezTo>
                      <a:pt x="48029" y="26077"/>
                      <a:pt x="41276" y="32410"/>
                      <a:pt x="41276" y="41724"/>
                    </a:cubicBezTo>
                    <a:cubicBezTo>
                      <a:pt x="41276" y="54669"/>
                      <a:pt x="52594" y="58488"/>
                      <a:pt x="75895" y="64821"/>
                    </a:cubicBezTo>
                    <a:cubicBezTo>
                      <a:pt x="95487" y="69943"/>
                      <a:pt x="120690" y="80095"/>
                      <a:pt x="120690" y="113716"/>
                    </a:cubicBezTo>
                    <a:cubicBezTo>
                      <a:pt x="120690" y="144915"/>
                      <a:pt x="90922" y="157861"/>
                      <a:pt x="61819" y="157861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01" name="Freeform 100">
                <a:extLst>
                  <a:ext uri="{FF2B5EF4-FFF2-40B4-BE49-F238E27FC236}">
                    <a16:creationId xmlns:a16="http://schemas.microsoft.com/office/drawing/2014/main" id="{F630B30F-B5AD-7A8B-15A8-B42F0D9466FD}"/>
                  </a:ext>
                </a:extLst>
              </p:cNvPr>
              <p:cNvSpPr/>
              <p:nvPr/>
            </p:nvSpPr>
            <p:spPr>
              <a:xfrm>
                <a:off x="7658502" y="3351326"/>
                <a:ext cx="120689" cy="157954"/>
              </a:xfrm>
              <a:custGeom>
                <a:avLst/>
                <a:gdLst>
                  <a:gd name="connsiteX0" fmla="*/ 61914 w 120689"/>
                  <a:gd name="connsiteY0" fmla="*/ 157954 h 157954"/>
                  <a:gd name="connsiteX1" fmla="*/ 0 w 120689"/>
                  <a:gd name="connsiteY1" fmla="*/ 139048 h 157954"/>
                  <a:gd name="connsiteX2" fmla="*/ 15597 w 120689"/>
                  <a:gd name="connsiteY2" fmla="*/ 115299 h 157954"/>
                  <a:gd name="connsiteX3" fmla="*/ 60678 w 120689"/>
                  <a:gd name="connsiteY3" fmla="*/ 131784 h 157954"/>
                  <a:gd name="connsiteX4" fmla="*/ 85786 w 120689"/>
                  <a:gd name="connsiteY4" fmla="*/ 115020 h 157954"/>
                  <a:gd name="connsiteX5" fmla="*/ 55732 w 120689"/>
                  <a:gd name="connsiteY5" fmla="*/ 91271 h 157954"/>
                  <a:gd name="connsiteX6" fmla="*/ 6372 w 120689"/>
                  <a:gd name="connsiteY6" fmla="*/ 44145 h 157954"/>
                  <a:gd name="connsiteX7" fmla="*/ 64577 w 120689"/>
                  <a:gd name="connsiteY7" fmla="*/ 0 h 157954"/>
                  <a:gd name="connsiteX8" fmla="*/ 118788 w 120689"/>
                  <a:gd name="connsiteY8" fmla="*/ 16205 h 157954"/>
                  <a:gd name="connsiteX9" fmla="*/ 104427 w 120689"/>
                  <a:gd name="connsiteY9" fmla="*/ 39302 h 157954"/>
                  <a:gd name="connsiteX10" fmla="*/ 65528 w 120689"/>
                  <a:gd name="connsiteY10" fmla="*/ 26077 h 157954"/>
                  <a:gd name="connsiteX11" fmla="*/ 41276 w 120689"/>
                  <a:gd name="connsiteY11" fmla="*/ 41724 h 157954"/>
                  <a:gd name="connsiteX12" fmla="*/ 75895 w 120689"/>
                  <a:gd name="connsiteY12" fmla="*/ 64821 h 157954"/>
                  <a:gd name="connsiteX13" fmla="*/ 120690 w 120689"/>
                  <a:gd name="connsiteY13" fmla="*/ 113716 h 157954"/>
                  <a:gd name="connsiteX14" fmla="*/ 61819 w 120689"/>
                  <a:gd name="connsiteY14" fmla="*/ 157861 h 157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0689" h="157954">
                    <a:moveTo>
                      <a:pt x="61914" y="157954"/>
                    </a:moveTo>
                    <a:cubicBezTo>
                      <a:pt x="33097" y="157954"/>
                      <a:pt x="16263" y="149572"/>
                      <a:pt x="0" y="139048"/>
                    </a:cubicBezTo>
                    <a:lnTo>
                      <a:pt x="15597" y="115299"/>
                    </a:lnTo>
                    <a:cubicBezTo>
                      <a:pt x="28817" y="124612"/>
                      <a:pt x="44129" y="131784"/>
                      <a:pt x="60678" y="131784"/>
                    </a:cubicBezTo>
                    <a:cubicBezTo>
                      <a:pt x="77226" y="131784"/>
                      <a:pt x="85786" y="124612"/>
                      <a:pt x="85786" y="115020"/>
                    </a:cubicBezTo>
                    <a:cubicBezTo>
                      <a:pt x="85786" y="101795"/>
                      <a:pt x="76941" y="96672"/>
                      <a:pt x="55732" y="91271"/>
                    </a:cubicBezTo>
                    <a:cubicBezTo>
                      <a:pt x="32146" y="85310"/>
                      <a:pt x="6372" y="73855"/>
                      <a:pt x="6372" y="44145"/>
                    </a:cubicBezTo>
                    <a:cubicBezTo>
                      <a:pt x="6372" y="16578"/>
                      <a:pt x="30244" y="0"/>
                      <a:pt x="64577" y="0"/>
                    </a:cubicBezTo>
                    <a:cubicBezTo>
                      <a:pt x="86356" y="0"/>
                      <a:pt x="101669" y="4191"/>
                      <a:pt x="118788" y="16205"/>
                    </a:cubicBezTo>
                    <a:lnTo>
                      <a:pt x="104427" y="39302"/>
                    </a:lnTo>
                    <a:cubicBezTo>
                      <a:pt x="91207" y="29430"/>
                      <a:pt x="74659" y="26077"/>
                      <a:pt x="65528" y="26077"/>
                    </a:cubicBezTo>
                    <a:cubicBezTo>
                      <a:pt x="48029" y="26077"/>
                      <a:pt x="41276" y="32410"/>
                      <a:pt x="41276" y="41724"/>
                    </a:cubicBezTo>
                    <a:cubicBezTo>
                      <a:pt x="41276" y="54669"/>
                      <a:pt x="52594" y="58488"/>
                      <a:pt x="75895" y="64821"/>
                    </a:cubicBezTo>
                    <a:cubicBezTo>
                      <a:pt x="95487" y="69943"/>
                      <a:pt x="120690" y="80095"/>
                      <a:pt x="120690" y="113716"/>
                    </a:cubicBezTo>
                    <a:cubicBezTo>
                      <a:pt x="120690" y="144915"/>
                      <a:pt x="90922" y="157861"/>
                      <a:pt x="61819" y="157861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02" name="Freeform 101">
                <a:extLst>
                  <a:ext uri="{FF2B5EF4-FFF2-40B4-BE49-F238E27FC236}">
                    <a16:creationId xmlns:a16="http://schemas.microsoft.com/office/drawing/2014/main" id="{B24B97D9-B407-7306-3312-638F28834BF7}"/>
                  </a:ext>
                </a:extLst>
              </p:cNvPr>
              <p:cNvSpPr/>
              <p:nvPr/>
            </p:nvSpPr>
            <p:spPr>
              <a:xfrm>
                <a:off x="7812954" y="3289300"/>
                <a:ext cx="36425" cy="216069"/>
              </a:xfrm>
              <a:custGeom>
                <a:avLst/>
                <a:gdLst>
                  <a:gd name="connsiteX0" fmla="*/ 0 w 36425"/>
                  <a:gd name="connsiteY0" fmla="*/ 32969 h 216069"/>
                  <a:gd name="connsiteX1" fmla="*/ 0 w 36425"/>
                  <a:gd name="connsiteY1" fmla="*/ 0 h 216069"/>
                  <a:gd name="connsiteX2" fmla="*/ 36426 w 36425"/>
                  <a:gd name="connsiteY2" fmla="*/ 0 h 216069"/>
                  <a:gd name="connsiteX3" fmla="*/ 36426 w 36425"/>
                  <a:gd name="connsiteY3" fmla="*/ 32969 h 216069"/>
                  <a:gd name="connsiteX4" fmla="*/ 0 w 36425"/>
                  <a:gd name="connsiteY4" fmla="*/ 32969 h 216069"/>
                  <a:gd name="connsiteX5" fmla="*/ 1236 w 36425"/>
                  <a:gd name="connsiteY5" fmla="*/ 216069 h 216069"/>
                  <a:gd name="connsiteX6" fmla="*/ 1236 w 36425"/>
                  <a:gd name="connsiteY6" fmla="*/ 66032 h 216069"/>
                  <a:gd name="connsiteX7" fmla="*/ 35284 w 36425"/>
                  <a:gd name="connsiteY7" fmla="*/ 66032 h 216069"/>
                  <a:gd name="connsiteX8" fmla="*/ 35284 w 36425"/>
                  <a:gd name="connsiteY8" fmla="*/ 216069 h 216069"/>
                  <a:gd name="connsiteX9" fmla="*/ 1236 w 36425"/>
                  <a:gd name="connsiteY9" fmla="*/ 216069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6425" h="216069">
                    <a:moveTo>
                      <a:pt x="0" y="32969"/>
                    </a:moveTo>
                    <a:lnTo>
                      <a:pt x="0" y="0"/>
                    </a:lnTo>
                    <a:lnTo>
                      <a:pt x="36426" y="0"/>
                    </a:lnTo>
                    <a:lnTo>
                      <a:pt x="36426" y="32969"/>
                    </a:lnTo>
                    <a:lnTo>
                      <a:pt x="0" y="32969"/>
                    </a:lnTo>
                    <a:close/>
                    <a:moveTo>
                      <a:pt x="1236" y="216069"/>
                    </a:moveTo>
                    <a:lnTo>
                      <a:pt x="1236" y="66032"/>
                    </a:lnTo>
                    <a:lnTo>
                      <a:pt x="35284" y="66032"/>
                    </a:lnTo>
                    <a:lnTo>
                      <a:pt x="35284" y="216069"/>
                    </a:lnTo>
                    <a:lnTo>
                      <a:pt x="1236" y="21606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03" name="Freeform 102">
                <a:extLst>
                  <a:ext uri="{FF2B5EF4-FFF2-40B4-BE49-F238E27FC236}">
                    <a16:creationId xmlns:a16="http://schemas.microsoft.com/office/drawing/2014/main" id="{98A21CBB-C40C-0A05-FA18-36EE5BCA8CA7}"/>
                  </a:ext>
                </a:extLst>
              </p:cNvPr>
              <p:cNvSpPr/>
              <p:nvPr/>
            </p:nvSpPr>
            <p:spPr>
              <a:xfrm>
                <a:off x="7884664" y="3351140"/>
                <a:ext cx="147795" cy="158419"/>
              </a:xfrm>
              <a:custGeom>
                <a:avLst/>
                <a:gdLst>
                  <a:gd name="connsiteX0" fmla="*/ 73898 w 147795"/>
                  <a:gd name="connsiteY0" fmla="*/ 158420 h 158419"/>
                  <a:gd name="connsiteX1" fmla="*/ 0 w 147795"/>
                  <a:gd name="connsiteY1" fmla="*/ 78605 h 158419"/>
                  <a:gd name="connsiteX2" fmla="*/ 73898 w 147795"/>
                  <a:gd name="connsiteY2" fmla="*/ 0 h 158419"/>
                  <a:gd name="connsiteX3" fmla="*/ 147795 w 147795"/>
                  <a:gd name="connsiteY3" fmla="*/ 78605 h 158419"/>
                  <a:gd name="connsiteX4" fmla="*/ 73898 w 147795"/>
                  <a:gd name="connsiteY4" fmla="*/ 158420 h 158419"/>
                  <a:gd name="connsiteX5" fmla="*/ 73898 w 147795"/>
                  <a:gd name="connsiteY5" fmla="*/ 26357 h 158419"/>
                  <a:gd name="connsiteX6" fmla="*/ 34714 w 147795"/>
                  <a:gd name="connsiteY6" fmla="*/ 78605 h 158419"/>
                  <a:gd name="connsiteX7" fmla="*/ 73898 w 147795"/>
                  <a:gd name="connsiteY7" fmla="*/ 132063 h 158419"/>
                  <a:gd name="connsiteX8" fmla="*/ 113081 w 147795"/>
                  <a:gd name="connsiteY8" fmla="*/ 78605 h 158419"/>
                  <a:gd name="connsiteX9" fmla="*/ 73898 w 147795"/>
                  <a:gd name="connsiteY9" fmla="*/ 26357 h 158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7795" h="158419">
                    <a:moveTo>
                      <a:pt x="73898" y="158420"/>
                    </a:moveTo>
                    <a:cubicBezTo>
                      <a:pt x="26725" y="158420"/>
                      <a:pt x="0" y="124799"/>
                      <a:pt x="0" y="78605"/>
                    </a:cubicBezTo>
                    <a:cubicBezTo>
                      <a:pt x="0" y="32410"/>
                      <a:pt x="27581" y="0"/>
                      <a:pt x="73898" y="0"/>
                    </a:cubicBezTo>
                    <a:cubicBezTo>
                      <a:pt x="120214" y="0"/>
                      <a:pt x="147795" y="32410"/>
                      <a:pt x="147795" y="78605"/>
                    </a:cubicBezTo>
                    <a:cubicBezTo>
                      <a:pt x="147795" y="124799"/>
                      <a:pt x="120214" y="158420"/>
                      <a:pt x="73898" y="158420"/>
                    </a:cubicBezTo>
                    <a:close/>
                    <a:moveTo>
                      <a:pt x="73898" y="26357"/>
                    </a:moveTo>
                    <a:cubicBezTo>
                      <a:pt x="47838" y="26357"/>
                      <a:pt x="34714" y="47405"/>
                      <a:pt x="34714" y="78605"/>
                    </a:cubicBezTo>
                    <a:cubicBezTo>
                      <a:pt x="34714" y="109804"/>
                      <a:pt x="48504" y="132063"/>
                      <a:pt x="73898" y="132063"/>
                    </a:cubicBezTo>
                    <a:cubicBezTo>
                      <a:pt x="99291" y="132063"/>
                      <a:pt x="113081" y="109897"/>
                      <a:pt x="113081" y="78605"/>
                    </a:cubicBezTo>
                    <a:cubicBezTo>
                      <a:pt x="113081" y="47312"/>
                      <a:pt x="99006" y="26357"/>
                      <a:pt x="73898" y="26357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04" name="Freeform 103">
                <a:extLst>
                  <a:ext uri="{FF2B5EF4-FFF2-40B4-BE49-F238E27FC236}">
                    <a16:creationId xmlns:a16="http://schemas.microsoft.com/office/drawing/2014/main" id="{169ACFD3-18AB-FE19-69FE-3A8E7974E063}"/>
                  </a:ext>
                </a:extLst>
              </p:cNvPr>
              <p:cNvSpPr/>
              <p:nvPr/>
            </p:nvSpPr>
            <p:spPr>
              <a:xfrm>
                <a:off x="8066222" y="3351140"/>
                <a:ext cx="130105" cy="154228"/>
              </a:xfrm>
              <a:custGeom>
                <a:avLst/>
                <a:gdLst>
                  <a:gd name="connsiteX0" fmla="*/ 96248 w 130105"/>
                  <a:gd name="connsiteY0" fmla="*/ 154229 h 154228"/>
                  <a:gd name="connsiteX1" fmla="*/ 96248 w 130105"/>
                  <a:gd name="connsiteY1" fmla="*/ 67242 h 154228"/>
                  <a:gd name="connsiteX2" fmla="*/ 67716 w 130105"/>
                  <a:gd name="connsiteY2" fmla="*/ 27288 h 154228"/>
                  <a:gd name="connsiteX3" fmla="*/ 35570 w 130105"/>
                  <a:gd name="connsiteY3" fmla="*/ 47684 h 154228"/>
                  <a:gd name="connsiteX4" fmla="*/ 35570 w 130105"/>
                  <a:gd name="connsiteY4" fmla="*/ 154229 h 154228"/>
                  <a:gd name="connsiteX5" fmla="*/ 1522 w 130105"/>
                  <a:gd name="connsiteY5" fmla="*/ 154229 h 154228"/>
                  <a:gd name="connsiteX6" fmla="*/ 1522 w 130105"/>
                  <a:gd name="connsiteY6" fmla="*/ 31200 h 154228"/>
                  <a:gd name="connsiteX7" fmla="*/ 0 w 130105"/>
                  <a:gd name="connsiteY7" fmla="*/ 4191 h 154228"/>
                  <a:gd name="connsiteX8" fmla="*/ 26630 w 130105"/>
                  <a:gd name="connsiteY8" fmla="*/ 4191 h 154228"/>
                  <a:gd name="connsiteX9" fmla="*/ 29958 w 130105"/>
                  <a:gd name="connsiteY9" fmla="*/ 23376 h 154228"/>
                  <a:gd name="connsiteX10" fmla="*/ 75895 w 130105"/>
                  <a:gd name="connsiteY10" fmla="*/ 0 h 154228"/>
                  <a:gd name="connsiteX11" fmla="*/ 130105 w 130105"/>
                  <a:gd name="connsiteY11" fmla="*/ 69291 h 154228"/>
                  <a:gd name="connsiteX12" fmla="*/ 130105 w 130105"/>
                  <a:gd name="connsiteY12" fmla="*/ 154229 h 154228"/>
                  <a:gd name="connsiteX13" fmla="*/ 96057 w 130105"/>
                  <a:gd name="connsiteY13" fmla="*/ 154229 h 1542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30105" h="154228">
                    <a:moveTo>
                      <a:pt x="96248" y="154229"/>
                    </a:moveTo>
                    <a:lnTo>
                      <a:pt x="96248" y="67242"/>
                    </a:lnTo>
                    <a:cubicBezTo>
                      <a:pt x="96248" y="42934"/>
                      <a:pt x="91017" y="27288"/>
                      <a:pt x="67716" y="27288"/>
                    </a:cubicBezTo>
                    <a:cubicBezTo>
                      <a:pt x="53925" y="27288"/>
                      <a:pt x="43178" y="37533"/>
                      <a:pt x="35570" y="47684"/>
                    </a:cubicBezTo>
                    <a:lnTo>
                      <a:pt x="35570" y="154229"/>
                    </a:lnTo>
                    <a:lnTo>
                      <a:pt x="1522" y="154229"/>
                    </a:lnTo>
                    <a:lnTo>
                      <a:pt x="1522" y="31200"/>
                    </a:lnTo>
                    <a:cubicBezTo>
                      <a:pt x="1522" y="26077"/>
                      <a:pt x="285" y="9313"/>
                      <a:pt x="0" y="4191"/>
                    </a:cubicBezTo>
                    <a:lnTo>
                      <a:pt x="26630" y="4191"/>
                    </a:lnTo>
                    <a:lnTo>
                      <a:pt x="29958" y="23376"/>
                    </a:lnTo>
                    <a:cubicBezTo>
                      <a:pt x="39184" y="10803"/>
                      <a:pt x="54781" y="0"/>
                      <a:pt x="75895" y="0"/>
                    </a:cubicBezTo>
                    <a:cubicBezTo>
                      <a:pt x="115459" y="0"/>
                      <a:pt x="130105" y="21048"/>
                      <a:pt x="130105" y="69291"/>
                    </a:cubicBezTo>
                    <a:lnTo>
                      <a:pt x="130105" y="154229"/>
                    </a:lnTo>
                    <a:lnTo>
                      <a:pt x="96057" y="15422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004773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A60C8AD-2BB8-4513-4F7E-2D443D3B8D5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406538"/>
            <a:ext cx="12192000" cy="545146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4985672-1D22-1D18-B869-4C01A061C714}"/>
              </a:ext>
            </a:extLst>
          </p:cNvPr>
          <p:cNvSpPr/>
          <p:nvPr/>
        </p:nvSpPr>
        <p:spPr>
          <a:xfrm>
            <a:off x="0" y="6138000"/>
            <a:ext cx="12192000" cy="720000"/>
          </a:xfrm>
          <a:prstGeom prst="rect">
            <a:avLst/>
          </a:prstGeom>
          <a:gradFill flip="none" rotWithShape="1">
            <a:gsLst>
              <a:gs pos="100000">
                <a:schemeClr val="tx1">
                  <a:alpha val="0"/>
                </a:schemeClr>
              </a:gs>
              <a:gs pos="0">
                <a:schemeClr val="tx1">
                  <a:alpha val="5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641DD1-7679-677C-E5F7-106CA2181E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3678" y="2276475"/>
            <a:ext cx="10801350" cy="2305050"/>
          </a:xfrm>
          <a:noFill/>
        </p:spPr>
        <p:txBody>
          <a:bodyPr anchor="b" anchorCtr="0">
            <a:noAutofit/>
          </a:bodyPr>
          <a:lstStyle>
            <a:lvl1pPr algn="l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D6AF788A-E08C-BD2E-6C5D-C8C5954A02D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67162" y="53134"/>
            <a:ext cx="1897200" cy="1044114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BB33BBA0-4572-0EFB-9D24-1C221E3044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2914" y="4972430"/>
            <a:ext cx="7632700" cy="307777"/>
          </a:xfrm>
        </p:spPr>
        <p:txBody>
          <a:bodyPr anchor="t" anchorCtr="0">
            <a:sp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K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DDA069-1327-124F-225A-A74D981CE04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98761"/>
            <a:ext cx="12192000" cy="307777"/>
          </a:xfrm>
          <a:prstGeom prst="rect">
            <a:avLst/>
          </a:prstGeom>
        </p:spPr>
      </p:pic>
      <p:grpSp>
        <p:nvGrpSpPr>
          <p:cNvPr id="12" name="Graphic 17">
            <a:extLst>
              <a:ext uri="{FF2B5EF4-FFF2-40B4-BE49-F238E27FC236}">
                <a16:creationId xmlns:a16="http://schemas.microsoft.com/office/drawing/2014/main" id="{842BF3AA-0DBD-3297-1431-ED48CF0F71E2}"/>
              </a:ext>
            </a:extLst>
          </p:cNvPr>
          <p:cNvGrpSpPr>
            <a:grpSpLocks noChangeAspect="1"/>
          </p:cNvGrpSpPr>
          <p:nvPr/>
        </p:nvGrpSpPr>
        <p:grpSpPr>
          <a:xfrm>
            <a:off x="9103088" y="6458998"/>
            <a:ext cx="2646000" cy="177687"/>
            <a:chOff x="3994150" y="3289300"/>
            <a:chExt cx="4202178" cy="282193"/>
          </a:xfrm>
          <a:solidFill>
            <a:schemeClr val="bg1"/>
          </a:solidFill>
        </p:grpSpPr>
        <p:grpSp>
          <p:nvGrpSpPr>
            <p:cNvPr id="13" name="Graphic 17">
              <a:extLst>
                <a:ext uri="{FF2B5EF4-FFF2-40B4-BE49-F238E27FC236}">
                  <a16:creationId xmlns:a16="http://schemas.microsoft.com/office/drawing/2014/main" id="{16A51C42-1309-6349-3930-422884ACDD8A}"/>
                </a:ext>
              </a:extLst>
            </p:cNvPr>
            <p:cNvGrpSpPr/>
            <p:nvPr/>
          </p:nvGrpSpPr>
          <p:grpSpPr>
            <a:xfrm>
              <a:off x="3994150" y="3289300"/>
              <a:ext cx="2355593" cy="276140"/>
              <a:chOff x="3994150" y="3289300"/>
              <a:chExt cx="2355593" cy="276140"/>
            </a:xfrm>
            <a:grpFill/>
          </p:grpSpPr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638AD2AF-5C7E-9003-37E7-CCC3343DB851}"/>
                  </a:ext>
                </a:extLst>
              </p:cNvPr>
              <p:cNvSpPr/>
              <p:nvPr/>
            </p:nvSpPr>
            <p:spPr>
              <a:xfrm>
                <a:off x="3994150" y="3293770"/>
                <a:ext cx="153596" cy="211598"/>
              </a:xfrm>
              <a:custGeom>
                <a:avLst/>
                <a:gdLst>
                  <a:gd name="connsiteX0" fmla="*/ 86452 w 153596"/>
                  <a:gd name="connsiteY0" fmla="*/ 16857 h 211598"/>
                  <a:gd name="connsiteX1" fmla="*/ 86452 w 153596"/>
                  <a:gd name="connsiteY1" fmla="*/ 211599 h 211598"/>
                  <a:gd name="connsiteX2" fmla="*/ 67145 w 153596"/>
                  <a:gd name="connsiteY2" fmla="*/ 211599 h 211598"/>
                  <a:gd name="connsiteX3" fmla="*/ 67145 w 153596"/>
                  <a:gd name="connsiteY3" fmla="*/ 16857 h 211598"/>
                  <a:gd name="connsiteX4" fmla="*/ 0 w 153596"/>
                  <a:gd name="connsiteY4" fmla="*/ 16857 h 211598"/>
                  <a:gd name="connsiteX5" fmla="*/ 0 w 153596"/>
                  <a:gd name="connsiteY5" fmla="*/ 0 h 211598"/>
                  <a:gd name="connsiteX6" fmla="*/ 153597 w 153596"/>
                  <a:gd name="connsiteY6" fmla="*/ 0 h 211598"/>
                  <a:gd name="connsiteX7" fmla="*/ 153597 w 153596"/>
                  <a:gd name="connsiteY7" fmla="*/ 16764 h 211598"/>
                  <a:gd name="connsiteX8" fmla="*/ 86452 w 153596"/>
                  <a:gd name="connsiteY8" fmla="*/ 16764 h 2115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3596" h="211598">
                    <a:moveTo>
                      <a:pt x="86452" y="16857"/>
                    </a:moveTo>
                    <a:lnTo>
                      <a:pt x="86452" y="211599"/>
                    </a:lnTo>
                    <a:lnTo>
                      <a:pt x="67145" y="211599"/>
                    </a:lnTo>
                    <a:lnTo>
                      <a:pt x="67145" y="16857"/>
                    </a:lnTo>
                    <a:lnTo>
                      <a:pt x="0" y="16857"/>
                    </a:lnTo>
                    <a:lnTo>
                      <a:pt x="0" y="0"/>
                    </a:lnTo>
                    <a:lnTo>
                      <a:pt x="153597" y="0"/>
                    </a:lnTo>
                    <a:lnTo>
                      <a:pt x="153597" y="16764"/>
                    </a:lnTo>
                    <a:lnTo>
                      <a:pt x="86452" y="16764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9E319C03-71A8-FDC4-0458-2B3CE0E80709}"/>
                  </a:ext>
                </a:extLst>
              </p:cNvPr>
              <p:cNvSpPr/>
              <p:nvPr/>
            </p:nvSpPr>
            <p:spPr>
              <a:xfrm>
                <a:off x="4182936" y="3289300"/>
                <a:ext cx="113461" cy="216162"/>
              </a:xfrm>
              <a:custGeom>
                <a:avLst/>
                <a:gdLst>
                  <a:gd name="connsiteX0" fmla="*/ 94726 w 113461"/>
                  <a:gd name="connsiteY0" fmla="*/ 216069 h 216162"/>
                  <a:gd name="connsiteX1" fmla="*/ 94726 w 113461"/>
                  <a:gd name="connsiteY1" fmla="*/ 120701 h 216162"/>
                  <a:gd name="connsiteX2" fmla="*/ 58586 w 113461"/>
                  <a:gd name="connsiteY2" fmla="*/ 78418 h 216162"/>
                  <a:gd name="connsiteX3" fmla="*/ 18736 w 113461"/>
                  <a:gd name="connsiteY3" fmla="*/ 102726 h 216162"/>
                  <a:gd name="connsiteX4" fmla="*/ 18736 w 113461"/>
                  <a:gd name="connsiteY4" fmla="*/ 216162 h 216162"/>
                  <a:gd name="connsiteX5" fmla="*/ 0 w 113461"/>
                  <a:gd name="connsiteY5" fmla="*/ 216162 h 216162"/>
                  <a:gd name="connsiteX6" fmla="*/ 0 w 113461"/>
                  <a:gd name="connsiteY6" fmla="*/ 0 h 216162"/>
                  <a:gd name="connsiteX7" fmla="*/ 18736 w 113461"/>
                  <a:gd name="connsiteY7" fmla="*/ 0 h 216162"/>
                  <a:gd name="connsiteX8" fmla="*/ 18736 w 113461"/>
                  <a:gd name="connsiteY8" fmla="*/ 84658 h 216162"/>
                  <a:gd name="connsiteX9" fmla="*/ 62580 w 113461"/>
                  <a:gd name="connsiteY9" fmla="*/ 62772 h 216162"/>
                  <a:gd name="connsiteX10" fmla="*/ 113462 w 113461"/>
                  <a:gd name="connsiteY10" fmla="*/ 122191 h 216162"/>
                  <a:gd name="connsiteX11" fmla="*/ 113462 w 113461"/>
                  <a:gd name="connsiteY11" fmla="*/ 216162 h 216162"/>
                  <a:gd name="connsiteX12" fmla="*/ 94726 w 113461"/>
                  <a:gd name="connsiteY12" fmla="*/ 216162 h 216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3461" h="216162">
                    <a:moveTo>
                      <a:pt x="94726" y="216069"/>
                    </a:moveTo>
                    <a:lnTo>
                      <a:pt x="94726" y="120701"/>
                    </a:lnTo>
                    <a:cubicBezTo>
                      <a:pt x="94726" y="93133"/>
                      <a:pt x="83694" y="78418"/>
                      <a:pt x="58586" y="78418"/>
                    </a:cubicBezTo>
                    <a:cubicBezTo>
                      <a:pt x="39850" y="78418"/>
                      <a:pt x="26725" y="90991"/>
                      <a:pt x="18736" y="102726"/>
                    </a:cubicBezTo>
                    <a:lnTo>
                      <a:pt x="18736" y="216162"/>
                    </a:lnTo>
                    <a:lnTo>
                      <a:pt x="0" y="216162"/>
                    </a:lnTo>
                    <a:lnTo>
                      <a:pt x="0" y="0"/>
                    </a:lnTo>
                    <a:lnTo>
                      <a:pt x="18736" y="0"/>
                    </a:lnTo>
                    <a:lnTo>
                      <a:pt x="18736" y="84658"/>
                    </a:lnTo>
                    <a:cubicBezTo>
                      <a:pt x="28532" y="71713"/>
                      <a:pt x="43844" y="62772"/>
                      <a:pt x="62580" y="62772"/>
                    </a:cubicBezTo>
                    <a:cubicBezTo>
                      <a:pt x="101193" y="62772"/>
                      <a:pt x="113462" y="86800"/>
                      <a:pt x="113462" y="122191"/>
                    </a:cubicBezTo>
                    <a:lnTo>
                      <a:pt x="113462" y="216162"/>
                    </a:lnTo>
                    <a:lnTo>
                      <a:pt x="94726" y="21616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26AB0F95-0D2E-7925-292D-3B787F2866C7}"/>
                  </a:ext>
                </a:extLst>
              </p:cNvPr>
              <p:cNvSpPr/>
              <p:nvPr/>
            </p:nvSpPr>
            <p:spPr>
              <a:xfrm>
                <a:off x="4338434" y="3352071"/>
                <a:ext cx="128108" cy="156650"/>
              </a:xfrm>
              <a:custGeom>
                <a:avLst/>
                <a:gdLst>
                  <a:gd name="connsiteX0" fmla="*/ 19877 w 128108"/>
                  <a:gd name="connsiteY0" fmla="*/ 84006 h 156650"/>
                  <a:gd name="connsiteX1" fmla="*/ 70759 w 128108"/>
                  <a:gd name="connsiteY1" fmla="*/ 141004 h 156650"/>
                  <a:gd name="connsiteX2" fmla="*/ 113937 w 128108"/>
                  <a:gd name="connsiteY2" fmla="*/ 125730 h 156650"/>
                  <a:gd name="connsiteX3" fmla="*/ 123163 w 128108"/>
                  <a:gd name="connsiteY3" fmla="*/ 138303 h 156650"/>
                  <a:gd name="connsiteX4" fmla="*/ 70759 w 128108"/>
                  <a:gd name="connsiteY4" fmla="*/ 156650 h 156650"/>
                  <a:gd name="connsiteX5" fmla="*/ 0 w 128108"/>
                  <a:gd name="connsiteY5" fmla="*/ 79815 h 156650"/>
                  <a:gd name="connsiteX6" fmla="*/ 65623 w 128108"/>
                  <a:gd name="connsiteY6" fmla="*/ 0 h 156650"/>
                  <a:gd name="connsiteX7" fmla="*/ 128108 w 128108"/>
                  <a:gd name="connsiteY7" fmla="*/ 84006 h 156650"/>
                  <a:gd name="connsiteX8" fmla="*/ 19877 w 128108"/>
                  <a:gd name="connsiteY8" fmla="*/ 84006 h 156650"/>
                  <a:gd name="connsiteX9" fmla="*/ 65528 w 128108"/>
                  <a:gd name="connsiteY9" fmla="*/ 14994 h 156650"/>
                  <a:gd name="connsiteX10" fmla="*/ 19877 w 128108"/>
                  <a:gd name="connsiteY10" fmla="*/ 69012 h 156650"/>
                  <a:gd name="connsiteX11" fmla="*/ 108802 w 128108"/>
                  <a:gd name="connsiteY11" fmla="*/ 69012 h 156650"/>
                  <a:gd name="connsiteX12" fmla="*/ 65623 w 128108"/>
                  <a:gd name="connsiteY12" fmla="*/ 14994 h 156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8108" h="156650">
                    <a:moveTo>
                      <a:pt x="19877" y="84006"/>
                    </a:moveTo>
                    <a:cubicBezTo>
                      <a:pt x="21399" y="122377"/>
                      <a:pt x="44700" y="141004"/>
                      <a:pt x="70759" y="141004"/>
                    </a:cubicBezTo>
                    <a:cubicBezTo>
                      <a:pt x="88829" y="141004"/>
                      <a:pt x="103285" y="133833"/>
                      <a:pt x="113937" y="125730"/>
                    </a:cubicBezTo>
                    <a:lnTo>
                      <a:pt x="123163" y="138303"/>
                    </a:lnTo>
                    <a:cubicBezTo>
                      <a:pt x="109087" y="149106"/>
                      <a:pt x="92824" y="156650"/>
                      <a:pt x="70759" y="156650"/>
                    </a:cubicBezTo>
                    <a:cubicBezTo>
                      <a:pt x="30910" y="156650"/>
                      <a:pt x="0" y="129642"/>
                      <a:pt x="0" y="79815"/>
                    </a:cubicBezTo>
                    <a:cubicBezTo>
                      <a:pt x="0" y="26077"/>
                      <a:pt x="31575" y="0"/>
                      <a:pt x="65623" y="0"/>
                    </a:cubicBezTo>
                    <a:cubicBezTo>
                      <a:pt x="113747" y="0"/>
                      <a:pt x="128108" y="36881"/>
                      <a:pt x="128108" y="84006"/>
                    </a:cubicBezTo>
                    <a:lnTo>
                      <a:pt x="19877" y="84006"/>
                    </a:lnTo>
                    <a:close/>
                    <a:moveTo>
                      <a:pt x="65528" y="14994"/>
                    </a:moveTo>
                    <a:cubicBezTo>
                      <a:pt x="40991" y="14994"/>
                      <a:pt x="22350" y="32969"/>
                      <a:pt x="19877" y="69012"/>
                    </a:cubicBezTo>
                    <a:lnTo>
                      <a:pt x="108802" y="69012"/>
                    </a:lnTo>
                    <a:cubicBezTo>
                      <a:pt x="108231" y="32690"/>
                      <a:pt x="92824" y="14994"/>
                      <a:pt x="65623" y="14994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0F387F20-ECFE-7FF7-20DF-4F503B37A167}"/>
                  </a:ext>
                </a:extLst>
              </p:cNvPr>
              <p:cNvSpPr/>
              <p:nvPr/>
            </p:nvSpPr>
            <p:spPr>
              <a:xfrm>
                <a:off x="4595317" y="3352071"/>
                <a:ext cx="123828" cy="213368"/>
              </a:xfrm>
              <a:custGeom>
                <a:avLst/>
                <a:gdLst>
                  <a:gd name="connsiteX0" fmla="*/ 62865 w 123828"/>
                  <a:gd name="connsiteY0" fmla="*/ 156650 h 213368"/>
                  <a:gd name="connsiteX1" fmla="*/ 19687 w 123828"/>
                  <a:gd name="connsiteY1" fmla="*/ 138676 h 213368"/>
                  <a:gd name="connsiteX2" fmla="*/ 19687 w 123828"/>
                  <a:gd name="connsiteY2" fmla="*/ 213368 h 213368"/>
                  <a:gd name="connsiteX3" fmla="*/ 951 w 123828"/>
                  <a:gd name="connsiteY3" fmla="*/ 213368 h 213368"/>
                  <a:gd name="connsiteX4" fmla="*/ 951 w 123828"/>
                  <a:gd name="connsiteY4" fmla="*/ 31479 h 213368"/>
                  <a:gd name="connsiteX5" fmla="*/ 0 w 123828"/>
                  <a:gd name="connsiteY5" fmla="*/ 3260 h 213368"/>
                  <a:gd name="connsiteX6" fmla="*/ 15597 w 123828"/>
                  <a:gd name="connsiteY6" fmla="*/ 3260 h 213368"/>
                  <a:gd name="connsiteX7" fmla="*/ 17119 w 123828"/>
                  <a:gd name="connsiteY7" fmla="*/ 26077 h 213368"/>
                  <a:gd name="connsiteX8" fmla="*/ 65243 w 123828"/>
                  <a:gd name="connsiteY8" fmla="*/ 0 h 213368"/>
                  <a:gd name="connsiteX9" fmla="*/ 123828 w 123828"/>
                  <a:gd name="connsiteY9" fmla="*/ 76835 h 213368"/>
                  <a:gd name="connsiteX10" fmla="*/ 62865 w 123828"/>
                  <a:gd name="connsiteY10" fmla="*/ 156650 h 213368"/>
                  <a:gd name="connsiteX11" fmla="*/ 61058 w 123828"/>
                  <a:gd name="connsiteY11" fmla="*/ 15274 h 213368"/>
                  <a:gd name="connsiteX12" fmla="*/ 19687 w 123828"/>
                  <a:gd name="connsiteY12" fmla="*/ 42003 h 213368"/>
                  <a:gd name="connsiteX13" fmla="*/ 19687 w 123828"/>
                  <a:gd name="connsiteY13" fmla="*/ 123309 h 213368"/>
                  <a:gd name="connsiteX14" fmla="*/ 58300 w 123828"/>
                  <a:gd name="connsiteY14" fmla="*/ 141283 h 213368"/>
                  <a:gd name="connsiteX15" fmla="*/ 104237 w 123828"/>
                  <a:gd name="connsiteY15" fmla="*/ 78232 h 213368"/>
                  <a:gd name="connsiteX16" fmla="*/ 61058 w 123828"/>
                  <a:gd name="connsiteY16" fmla="*/ 15181 h 213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3828" h="213368">
                    <a:moveTo>
                      <a:pt x="62865" y="156650"/>
                    </a:moveTo>
                    <a:cubicBezTo>
                      <a:pt x="44129" y="156650"/>
                      <a:pt x="28817" y="149758"/>
                      <a:pt x="19687" y="138676"/>
                    </a:cubicBezTo>
                    <a:lnTo>
                      <a:pt x="19687" y="213368"/>
                    </a:lnTo>
                    <a:lnTo>
                      <a:pt x="951" y="213368"/>
                    </a:lnTo>
                    <a:lnTo>
                      <a:pt x="951" y="31479"/>
                    </a:lnTo>
                    <a:cubicBezTo>
                      <a:pt x="951" y="24308"/>
                      <a:pt x="380" y="9872"/>
                      <a:pt x="0" y="3260"/>
                    </a:cubicBezTo>
                    <a:lnTo>
                      <a:pt x="15597" y="3260"/>
                    </a:lnTo>
                    <a:lnTo>
                      <a:pt x="17119" y="26077"/>
                    </a:lnTo>
                    <a:cubicBezTo>
                      <a:pt x="27200" y="13132"/>
                      <a:pt x="40420" y="0"/>
                      <a:pt x="65243" y="0"/>
                    </a:cubicBezTo>
                    <a:cubicBezTo>
                      <a:pt x="102334" y="0"/>
                      <a:pt x="123828" y="32131"/>
                      <a:pt x="123828" y="76835"/>
                    </a:cubicBezTo>
                    <a:cubicBezTo>
                      <a:pt x="123828" y="121539"/>
                      <a:pt x="102049" y="156650"/>
                      <a:pt x="62865" y="156650"/>
                    </a:cubicBezTo>
                    <a:close/>
                    <a:moveTo>
                      <a:pt x="61058" y="15274"/>
                    </a:moveTo>
                    <a:cubicBezTo>
                      <a:pt x="40515" y="15274"/>
                      <a:pt x="26440" y="32410"/>
                      <a:pt x="19687" y="42003"/>
                    </a:cubicBezTo>
                    <a:lnTo>
                      <a:pt x="19687" y="123309"/>
                    </a:lnTo>
                    <a:cubicBezTo>
                      <a:pt x="28247" y="132622"/>
                      <a:pt x="39564" y="141283"/>
                      <a:pt x="58300" y="141283"/>
                    </a:cubicBezTo>
                    <a:cubicBezTo>
                      <a:pt x="83123" y="141283"/>
                      <a:pt x="104237" y="121446"/>
                      <a:pt x="104237" y="78232"/>
                    </a:cubicBezTo>
                    <a:cubicBezTo>
                      <a:pt x="104237" y="35018"/>
                      <a:pt x="86166" y="15181"/>
                      <a:pt x="61058" y="15181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AFFA88D1-1CC8-924E-6ACB-6FD39E8B713E}"/>
                  </a:ext>
                </a:extLst>
              </p:cNvPr>
              <p:cNvSpPr/>
              <p:nvPr/>
            </p:nvSpPr>
            <p:spPr>
              <a:xfrm>
                <a:off x="4752813" y="3351978"/>
                <a:ext cx="136762" cy="156743"/>
              </a:xfrm>
              <a:custGeom>
                <a:avLst/>
                <a:gdLst>
                  <a:gd name="connsiteX0" fmla="*/ 68381 w 136762"/>
                  <a:gd name="connsiteY0" fmla="*/ 156743 h 156743"/>
                  <a:gd name="connsiteX1" fmla="*/ 0 w 136762"/>
                  <a:gd name="connsiteY1" fmla="*/ 77766 h 156743"/>
                  <a:gd name="connsiteX2" fmla="*/ 68381 w 136762"/>
                  <a:gd name="connsiteY2" fmla="*/ 0 h 156743"/>
                  <a:gd name="connsiteX3" fmla="*/ 136763 w 136762"/>
                  <a:gd name="connsiteY3" fmla="*/ 77766 h 156743"/>
                  <a:gd name="connsiteX4" fmla="*/ 68381 w 136762"/>
                  <a:gd name="connsiteY4" fmla="*/ 156743 h 156743"/>
                  <a:gd name="connsiteX5" fmla="*/ 68381 w 136762"/>
                  <a:gd name="connsiteY5" fmla="*/ 15367 h 156743"/>
                  <a:gd name="connsiteX6" fmla="*/ 19687 w 136762"/>
                  <a:gd name="connsiteY6" fmla="*/ 77766 h 156743"/>
                  <a:gd name="connsiteX7" fmla="*/ 68381 w 136762"/>
                  <a:gd name="connsiteY7" fmla="*/ 141376 h 156743"/>
                  <a:gd name="connsiteX8" fmla="*/ 117076 w 136762"/>
                  <a:gd name="connsiteY8" fmla="*/ 77766 h 156743"/>
                  <a:gd name="connsiteX9" fmla="*/ 68381 w 136762"/>
                  <a:gd name="connsiteY9" fmla="*/ 15367 h 156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6762" h="156743">
                    <a:moveTo>
                      <a:pt x="68381" y="156743"/>
                    </a:moveTo>
                    <a:cubicBezTo>
                      <a:pt x="21494" y="156743"/>
                      <a:pt x="0" y="120701"/>
                      <a:pt x="0" y="77766"/>
                    </a:cubicBezTo>
                    <a:cubicBezTo>
                      <a:pt x="0" y="34832"/>
                      <a:pt x="22635" y="0"/>
                      <a:pt x="68381" y="0"/>
                    </a:cubicBezTo>
                    <a:cubicBezTo>
                      <a:pt x="114128" y="0"/>
                      <a:pt x="136763" y="36043"/>
                      <a:pt x="136763" y="77766"/>
                    </a:cubicBezTo>
                    <a:cubicBezTo>
                      <a:pt x="136763" y="119490"/>
                      <a:pt x="116220" y="156743"/>
                      <a:pt x="68381" y="156743"/>
                    </a:cubicBezTo>
                    <a:close/>
                    <a:moveTo>
                      <a:pt x="68381" y="15367"/>
                    </a:moveTo>
                    <a:cubicBezTo>
                      <a:pt x="36806" y="15367"/>
                      <a:pt x="19687" y="41817"/>
                      <a:pt x="19687" y="77766"/>
                    </a:cubicBezTo>
                    <a:cubicBezTo>
                      <a:pt x="19687" y="113716"/>
                      <a:pt x="35665" y="141376"/>
                      <a:pt x="68381" y="141376"/>
                    </a:cubicBezTo>
                    <a:cubicBezTo>
                      <a:pt x="101098" y="141376"/>
                      <a:pt x="117076" y="114088"/>
                      <a:pt x="117076" y="77766"/>
                    </a:cubicBezTo>
                    <a:cubicBezTo>
                      <a:pt x="117076" y="41444"/>
                      <a:pt x="100813" y="15367"/>
                      <a:pt x="68381" y="15367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D18402FC-D9EE-6502-DF70-9AF1DB9ED11F}"/>
                  </a:ext>
                </a:extLst>
              </p:cNvPr>
              <p:cNvSpPr/>
              <p:nvPr/>
            </p:nvSpPr>
            <p:spPr>
              <a:xfrm>
                <a:off x="4912686" y="3355331"/>
                <a:ext cx="210089" cy="150037"/>
              </a:xfrm>
              <a:custGeom>
                <a:avLst/>
                <a:gdLst>
                  <a:gd name="connsiteX0" fmla="*/ 165390 w 210089"/>
                  <a:gd name="connsiteY0" fmla="*/ 150038 h 150037"/>
                  <a:gd name="connsiteX1" fmla="*/ 141518 w 210089"/>
                  <a:gd name="connsiteY1" fmla="*/ 150038 h 150037"/>
                  <a:gd name="connsiteX2" fmla="*/ 115174 w 210089"/>
                  <a:gd name="connsiteY2" fmla="*/ 60909 h 150037"/>
                  <a:gd name="connsiteX3" fmla="*/ 105092 w 210089"/>
                  <a:gd name="connsiteY3" fmla="*/ 23376 h 150037"/>
                  <a:gd name="connsiteX4" fmla="*/ 95011 w 210089"/>
                  <a:gd name="connsiteY4" fmla="*/ 60909 h 150037"/>
                  <a:gd name="connsiteX5" fmla="*/ 67716 w 210089"/>
                  <a:gd name="connsiteY5" fmla="*/ 150038 h 150037"/>
                  <a:gd name="connsiteX6" fmla="*/ 44129 w 210089"/>
                  <a:gd name="connsiteY6" fmla="*/ 150038 h 150037"/>
                  <a:gd name="connsiteX7" fmla="*/ 0 w 210089"/>
                  <a:gd name="connsiteY7" fmla="*/ 0 h 150037"/>
                  <a:gd name="connsiteX8" fmla="*/ 19877 w 210089"/>
                  <a:gd name="connsiteY8" fmla="*/ 0 h 150037"/>
                  <a:gd name="connsiteX9" fmla="*/ 48029 w 210089"/>
                  <a:gd name="connsiteY9" fmla="*/ 95741 h 150037"/>
                  <a:gd name="connsiteX10" fmla="*/ 56588 w 210089"/>
                  <a:gd name="connsiteY10" fmla="*/ 129921 h 150037"/>
                  <a:gd name="connsiteX11" fmla="*/ 65814 w 210089"/>
                  <a:gd name="connsiteY11" fmla="*/ 95741 h 150037"/>
                  <a:gd name="connsiteX12" fmla="*/ 94631 w 210089"/>
                  <a:gd name="connsiteY12" fmla="*/ 0 h 150037"/>
                  <a:gd name="connsiteX13" fmla="*/ 116410 w 210089"/>
                  <a:gd name="connsiteY13" fmla="*/ 0 h 150037"/>
                  <a:gd name="connsiteX14" fmla="*/ 145227 w 210089"/>
                  <a:gd name="connsiteY14" fmla="*/ 95741 h 150037"/>
                  <a:gd name="connsiteX15" fmla="*/ 154072 w 210089"/>
                  <a:gd name="connsiteY15" fmla="*/ 129921 h 150037"/>
                  <a:gd name="connsiteX16" fmla="*/ 162917 w 210089"/>
                  <a:gd name="connsiteY16" fmla="*/ 95741 h 150037"/>
                  <a:gd name="connsiteX17" fmla="*/ 191734 w 210089"/>
                  <a:gd name="connsiteY17" fmla="*/ 0 h 150037"/>
                  <a:gd name="connsiteX18" fmla="*/ 210090 w 210089"/>
                  <a:gd name="connsiteY18" fmla="*/ 0 h 150037"/>
                  <a:gd name="connsiteX19" fmla="*/ 165295 w 210089"/>
                  <a:gd name="connsiteY19" fmla="*/ 150038 h 150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10089" h="150037">
                    <a:moveTo>
                      <a:pt x="165390" y="150038"/>
                    </a:moveTo>
                    <a:lnTo>
                      <a:pt x="141518" y="150038"/>
                    </a:lnTo>
                    <a:lnTo>
                      <a:pt x="115174" y="60909"/>
                    </a:lnTo>
                    <a:cubicBezTo>
                      <a:pt x="111179" y="47125"/>
                      <a:pt x="105092" y="23376"/>
                      <a:pt x="105092" y="23376"/>
                    </a:cubicBezTo>
                    <a:cubicBezTo>
                      <a:pt x="105092" y="23376"/>
                      <a:pt x="99291" y="46474"/>
                      <a:pt x="95011" y="60909"/>
                    </a:cubicBezTo>
                    <a:lnTo>
                      <a:pt x="67716" y="150038"/>
                    </a:lnTo>
                    <a:lnTo>
                      <a:pt x="44129" y="150038"/>
                    </a:lnTo>
                    <a:lnTo>
                      <a:pt x="0" y="0"/>
                    </a:lnTo>
                    <a:lnTo>
                      <a:pt x="19877" y="0"/>
                    </a:lnTo>
                    <a:lnTo>
                      <a:pt x="48029" y="95741"/>
                    </a:lnTo>
                    <a:cubicBezTo>
                      <a:pt x="51738" y="108314"/>
                      <a:pt x="56588" y="129921"/>
                      <a:pt x="56588" y="129921"/>
                    </a:cubicBezTo>
                    <a:cubicBezTo>
                      <a:pt x="56588" y="129921"/>
                      <a:pt x="62104" y="108314"/>
                      <a:pt x="65814" y="95741"/>
                    </a:cubicBezTo>
                    <a:lnTo>
                      <a:pt x="94631" y="0"/>
                    </a:lnTo>
                    <a:lnTo>
                      <a:pt x="116410" y="0"/>
                    </a:lnTo>
                    <a:lnTo>
                      <a:pt x="145227" y="95741"/>
                    </a:lnTo>
                    <a:cubicBezTo>
                      <a:pt x="149222" y="109245"/>
                      <a:pt x="154072" y="129921"/>
                      <a:pt x="154072" y="129921"/>
                    </a:cubicBezTo>
                    <a:cubicBezTo>
                      <a:pt x="154072" y="129921"/>
                      <a:pt x="159018" y="108873"/>
                      <a:pt x="162917" y="95741"/>
                    </a:cubicBezTo>
                    <a:lnTo>
                      <a:pt x="191734" y="0"/>
                    </a:lnTo>
                    <a:lnTo>
                      <a:pt x="210090" y="0"/>
                    </a:lnTo>
                    <a:lnTo>
                      <a:pt x="165295" y="150038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2FB896B4-ACD9-6EAB-6ED5-B3CC68D26774}"/>
                  </a:ext>
                </a:extLst>
              </p:cNvPr>
              <p:cNvSpPr/>
              <p:nvPr/>
            </p:nvSpPr>
            <p:spPr>
              <a:xfrm>
                <a:off x="5146838" y="3352071"/>
                <a:ext cx="128108" cy="156650"/>
              </a:xfrm>
              <a:custGeom>
                <a:avLst/>
                <a:gdLst>
                  <a:gd name="connsiteX0" fmla="*/ 19877 w 128108"/>
                  <a:gd name="connsiteY0" fmla="*/ 84006 h 156650"/>
                  <a:gd name="connsiteX1" fmla="*/ 70759 w 128108"/>
                  <a:gd name="connsiteY1" fmla="*/ 141004 h 156650"/>
                  <a:gd name="connsiteX2" fmla="*/ 113937 w 128108"/>
                  <a:gd name="connsiteY2" fmla="*/ 125730 h 156650"/>
                  <a:gd name="connsiteX3" fmla="*/ 123163 w 128108"/>
                  <a:gd name="connsiteY3" fmla="*/ 138303 h 156650"/>
                  <a:gd name="connsiteX4" fmla="*/ 70759 w 128108"/>
                  <a:gd name="connsiteY4" fmla="*/ 156650 h 156650"/>
                  <a:gd name="connsiteX5" fmla="*/ 0 w 128108"/>
                  <a:gd name="connsiteY5" fmla="*/ 79815 h 156650"/>
                  <a:gd name="connsiteX6" fmla="*/ 65623 w 128108"/>
                  <a:gd name="connsiteY6" fmla="*/ 0 h 156650"/>
                  <a:gd name="connsiteX7" fmla="*/ 128108 w 128108"/>
                  <a:gd name="connsiteY7" fmla="*/ 84006 h 156650"/>
                  <a:gd name="connsiteX8" fmla="*/ 19877 w 128108"/>
                  <a:gd name="connsiteY8" fmla="*/ 84006 h 156650"/>
                  <a:gd name="connsiteX9" fmla="*/ 65528 w 128108"/>
                  <a:gd name="connsiteY9" fmla="*/ 14994 h 156650"/>
                  <a:gd name="connsiteX10" fmla="*/ 19877 w 128108"/>
                  <a:gd name="connsiteY10" fmla="*/ 69012 h 156650"/>
                  <a:gd name="connsiteX11" fmla="*/ 108802 w 128108"/>
                  <a:gd name="connsiteY11" fmla="*/ 69012 h 156650"/>
                  <a:gd name="connsiteX12" fmla="*/ 65623 w 128108"/>
                  <a:gd name="connsiteY12" fmla="*/ 14994 h 156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8108" h="156650">
                    <a:moveTo>
                      <a:pt x="19877" y="84006"/>
                    </a:moveTo>
                    <a:cubicBezTo>
                      <a:pt x="21399" y="122377"/>
                      <a:pt x="44700" y="141004"/>
                      <a:pt x="70759" y="141004"/>
                    </a:cubicBezTo>
                    <a:cubicBezTo>
                      <a:pt x="88829" y="141004"/>
                      <a:pt x="103285" y="133833"/>
                      <a:pt x="113937" y="125730"/>
                    </a:cubicBezTo>
                    <a:lnTo>
                      <a:pt x="123163" y="138303"/>
                    </a:lnTo>
                    <a:cubicBezTo>
                      <a:pt x="109087" y="149106"/>
                      <a:pt x="92824" y="156650"/>
                      <a:pt x="70759" y="156650"/>
                    </a:cubicBezTo>
                    <a:cubicBezTo>
                      <a:pt x="30910" y="156650"/>
                      <a:pt x="0" y="129642"/>
                      <a:pt x="0" y="79815"/>
                    </a:cubicBezTo>
                    <a:cubicBezTo>
                      <a:pt x="0" y="26077"/>
                      <a:pt x="31575" y="0"/>
                      <a:pt x="65623" y="0"/>
                    </a:cubicBezTo>
                    <a:cubicBezTo>
                      <a:pt x="113747" y="0"/>
                      <a:pt x="128108" y="36881"/>
                      <a:pt x="128108" y="84006"/>
                    </a:cubicBezTo>
                    <a:lnTo>
                      <a:pt x="19877" y="84006"/>
                    </a:lnTo>
                    <a:close/>
                    <a:moveTo>
                      <a:pt x="65528" y="14994"/>
                    </a:moveTo>
                    <a:cubicBezTo>
                      <a:pt x="40991" y="14994"/>
                      <a:pt x="22350" y="32969"/>
                      <a:pt x="19877" y="69012"/>
                    </a:cubicBezTo>
                    <a:lnTo>
                      <a:pt x="108802" y="69012"/>
                    </a:lnTo>
                    <a:cubicBezTo>
                      <a:pt x="108231" y="32690"/>
                      <a:pt x="92824" y="14994"/>
                      <a:pt x="65623" y="14994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E1D163FC-2B4A-F6A1-4BB7-50E1DA8E5902}"/>
                  </a:ext>
                </a:extLst>
              </p:cNvPr>
              <p:cNvSpPr/>
              <p:nvPr/>
            </p:nvSpPr>
            <p:spPr>
              <a:xfrm>
                <a:off x="5314796" y="3351978"/>
                <a:ext cx="81506" cy="153390"/>
              </a:xfrm>
              <a:custGeom>
                <a:avLst/>
                <a:gdLst>
                  <a:gd name="connsiteX0" fmla="*/ 76370 w 81506"/>
                  <a:gd name="connsiteY0" fmla="*/ 21700 h 153390"/>
                  <a:gd name="connsiteX1" fmla="*/ 59822 w 81506"/>
                  <a:gd name="connsiteY1" fmla="*/ 17509 h 153390"/>
                  <a:gd name="connsiteX2" fmla="*/ 19687 w 81506"/>
                  <a:gd name="connsiteY2" fmla="*/ 46287 h 153390"/>
                  <a:gd name="connsiteX3" fmla="*/ 19687 w 81506"/>
                  <a:gd name="connsiteY3" fmla="*/ 153391 h 153390"/>
                  <a:gd name="connsiteX4" fmla="*/ 951 w 81506"/>
                  <a:gd name="connsiteY4" fmla="*/ 153391 h 153390"/>
                  <a:gd name="connsiteX5" fmla="*/ 951 w 81506"/>
                  <a:gd name="connsiteY5" fmla="*/ 30641 h 153390"/>
                  <a:gd name="connsiteX6" fmla="*/ 0 w 81506"/>
                  <a:gd name="connsiteY6" fmla="*/ 3353 h 153390"/>
                  <a:gd name="connsiteX7" fmla="*/ 15027 w 81506"/>
                  <a:gd name="connsiteY7" fmla="*/ 3353 h 153390"/>
                  <a:gd name="connsiteX8" fmla="*/ 16834 w 81506"/>
                  <a:gd name="connsiteY8" fmla="*/ 28219 h 153390"/>
                  <a:gd name="connsiteX9" fmla="*/ 63721 w 81506"/>
                  <a:gd name="connsiteY9" fmla="*/ 0 h 153390"/>
                  <a:gd name="connsiteX10" fmla="*/ 81506 w 81506"/>
                  <a:gd name="connsiteY10" fmla="*/ 2701 h 153390"/>
                  <a:gd name="connsiteX11" fmla="*/ 76275 w 81506"/>
                  <a:gd name="connsiteY11" fmla="*/ 21607 h 153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1506" h="153390">
                    <a:moveTo>
                      <a:pt x="76370" y="21700"/>
                    </a:moveTo>
                    <a:cubicBezTo>
                      <a:pt x="71425" y="18999"/>
                      <a:pt x="66289" y="17509"/>
                      <a:pt x="59822" y="17509"/>
                    </a:cubicBezTo>
                    <a:cubicBezTo>
                      <a:pt x="41086" y="17509"/>
                      <a:pt x="29768" y="28871"/>
                      <a:pt x="19687" y="46287"/>
                    </a:cubicBezTo>
                    <a:lnTo>
                      <a:pt x="19687" y="153391"/>
                    </a:lnTo>
                    <a:lnTo>
                      <a:pt x="951" y="153391"/>
                    </a:lnTo>
                    <a:lnTo>
                      <a:pt x="951" y="30641"/>
                    </a:lnTo>
                    <a:cubicBezTo>
                      <a:pt x="951" y="25519"/>
                      <a:pt x="380" y="8475"/>
                      <a:pt x="0" y="3353"/>
                    </a:cubicBezTo>
                    <a:lnTo>
                      <a:pt x="15027" y="3353"/>
                    </a:lnTo>
                    <a:lnTo>
                      <a:pt x="16834" y="28219"/>
                    </a:lnTo>
                    <a:cubicBezTo>
                      <a:pt x="26059" y="11083"/>
                      <a:pt x="41371" y="0"/>
                      <a:pt x="63721" y="0"/>
                    </a:cubicBezTo>
                    <a:cubicBezTo>
                      <a:pt x="70189" y="0"/>
                      <a:pt x="76275" y="931"/>
                      <a:pt x="81506" y="2701"/>
                    </a:cubicBezTo>
                    <a:lnTo>
                      <a:pt x="76275" y="21607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3CC4DE58-0262-6318-DECE-D7527F42B18C}"/>
                  </a:ext>
                </a:extLst>
              </p:cNvPr>
              <p:cNvSpPr/>
              <p:nvPr/>
            </p:nvSpPr>
            <p:spPr>
              <a:xfrm>
                <a:off x="5510715" y="3289300"/>
                <a:ext cx="123923" cy="219422"/>
              </a:xfrm>
              <a:custGeom>
                <a:avLst/>
                <a:gdLst>
                  <a:gd name="connsiteX0" fmla="*/ 63436 w 123923"/>
                  <a:gd name="connsiteY0" fmla="*/ 219422 h 219422"/>
                  <a:gd name="connsiteX1" fmla="*/ 17119 w 123923"/>
                  <a:gd name="connsiteY1" fmla="*/ 199026 h 219422"/>
                  <a:gd name="connsiteX2" fmla="*/ 15597 w 123923"/>
                  <a:gd name="connsiteY2" fmla="*/ 216162 h 219422"/>
                  <a:gd name="connsiteX3" fmla="*/ 0 w 123923"/>
                  <a:gd name="connsiteY3" fmla="*/ 216162 h 219422"/>
                  <a:gd name="connsiteX4" fmla="*/ 951 w 123923"/>
                  <a:gd name="connsiteY4" fmla="*/ 187943 h 219422"/>
                  <a:gd name="connsiteX5" fmla="*/ 951 w 123923"/>
                  <a:gd name="connsiteY5" fmla="*/ 0 h 219422"/>
                  <a:gd name="connsiteX6" fmla="*/ 19687 w 123923"/>
                  <a:gd name="connsiteY6" fmla="*/ 0 h 219422"/>
                  <a:gd name="connsiteX7" fmla="*/ 19687 w 123923"/>
                  <a:gd name="connsiteY7" fmla="*/ 86707 h 219422"/>
                  <a:gd name="connsiteX8" fmla="*/ 65053 w 123923"/>
                  <a:gd name="connsiteY8" fmla="*/ 62679 h 219422"/>
                  <a:gd name="connsiteX9" fmla="*/ 123924 w 123923"/>
                  <a:gd name="connsiteY9" fmla="*/ 140445 h 219422"/>
                  <a:gd name="connsiteX10" fmla="*/ 63531 w 123923"/>
                  <a:gd name="connsiteY10" fmla="*/ 219422 h 219422"/>
                  <a:gd name="connsiteX11" fmla="*/ 60963 w 123923"/>
                  <a:gd name="connsiteY11" fmla="*/ 78046 h 219422"/>
                  <a:gd name="connsiteX12" fmla="*/ 19592 w 123923"/>
                  <a:gd name="connsiteY12" fmla="*/ 105334 h 219422"/>
                  <a:gd name="connsiteX13" fmla="*/ 19592 w 123923"/>
                  <a:gd name="connsiteY13" fmla="*/ 186080 h 219422"/>
                  <a:gd name="connsiteX14" fmla="*/ 58776 w 123923"/>
                  <a:gd name="connsiteY14" fmla="*/ 204055 h 219422"/>
                  <a:gd name="connsiteX15" fmla="*/ 104141 w 123923"/>
                  <a:gd name="connsiteY15" fmla="*/ 141004 h 219422"/>
                  <a:gd name="connsiteX16" fmla="*/ 60963 w 123923"/>
                  <a:gd name="connsiteY16" fmla="*/ 77953 h 219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3923" h="219422">
                    <a:moveTo>
                      <a:pt x="63436" y="219422"/>
                    </a:moveTo>
                    <a:cubicBezTo>
                      <a:pt x="41086" y="219422"/>
                      <a:pt x="27010" y="211040"/>
                      <a:pt x="17119" y="199026"/>
                    </a:cubicBezTo>
                    <a:lnTo>
                      <a:pt x="15597" y="216162"/>
                    </a:lnTo>
                    <a:lnTo>
                      <a:pt x="0" y="216162"/>
                    </a:lnTo>
                    <a:cubicBezTo>
                      <a:pt x="285" y="209550"/>
                      <a:pt x="951" y="195114"/>
                      <a:pt x="951" y="187943"/>
                    </a:cubicBezTo>
                    <a:lnTo>
                      <a:pt x="951" y="0"/>
                    </a:lnTo>
                    <a:lnTo>
                      <a:pt x="19687" y="0"/>
                    </a:lnTo>
                    <a:lnTo>
                      <a:pt x="19687" y="86707"/>
                    </a:lnTo>
                    <a:cubicBezTo>
                      <a:pt x="27961" y="75904"/>
                      <a:pt x="40801" y="62679"/>
                      <a:pt x="65053" y="62679"/>
                    </a:cubicBezTo>
                    <a:cubicBezTo>
                      <a:pt x="100908" y="62679"/>
                      <a:pt x="123924" y="92668"/>
                      <a:pt x="123924" y="140445"/>
                    </a:cubicBezTo>
                    <a:cubicBezTo>
                      <a:pt x="123924" y="184311"/>
                      <a:pt x="103381" y="219422"/>
                      <a:pt x="63531" y="219422"/>
                    </a:cubicBezTo>
                    <a:close/>
                    <a:moveTo>
                      <a:pt x="60963" y="78046"/>
                    </a:moveTo>
                    <a:cubicBezTo>
                      <a:pt x="39849" y="78046"/>
                      <a:pt x="26059" y="95462"/>
                      <a:pt x="19592" y="105334"/>
                    </a:cubicBezTo>
                    <a:lnTo>
                      <a:pt x="19592" y="186080"/>
                    </a:lnTo>
                    <a:cubicBezTo>
                      <a:pt x="29673" y="196325"/>
                      <a:pt x="39849" y="204055"/>
                      <a:pt x="58776" y="204055"/>
                    </a:cubicBezTo>
                    <a:cubicBezTo>
                      <a:pt x="85405" y="204055"/>
                      <a:pt x="104141" y="180679"/>
                      <a:pt x="104141" y="141004"/>
                    </a:cubicBezTo>
                    <a:cubicBezTo>
                      <a:pt x="104141" y="93878"/>
                      <a:pt x="82647" y="77953"/>
                      <a:pt x="60963" y="77953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34123698-1069-7C33-6451-589895D15371}"/>
                  </a:ext>
                </a:extLst>
              </p:cNvPr>
              <p:cNvSpPr/>
              <p:nvPr/>
            </p:nvSpPr>
            <p:spPr>
              <a:xfrm>
                <a:off x="5668021" y="3352071"/>
                <a:ext cx="128108" cy="156650"/>
              </a:xfrm>
              <a:custGeom>
                <a:avLst/>
                <a:gdLst>
                  <a:gd name="connsiteX0" fmla="*/ 19877 w 128108"/>
                  <a:gd name="connsiteY0" fmla="*/ 84006 h 156650"/>
                  <a:gd name="connsiteX1" fmla="*/ 70759 w 128108"/>
                  <a:gd name="connsiteY1" fmla="*/ 141004 h 156650"/>
                  <a:gd name="connsiteX2" fmla="*/ 113937 w 128108"/>
                  <a:gd name="connsiteY2" fmla="*/ 125730 h 156650"/>
                  <a:gd name="connsiteX3" fmla="*/ 123163 w 128108"/>
                  <a:gd name="connsiteY3" fmla="*/ 138303 h 156650"/>
                  <a:gd name="connsiteX4" fmla="*/ 70759 w 128108"/>
                  <a:gd name="connsiteY4" fmla="*/ 156650 h 156650"/>
                  <a:gd name="connsiteX5" fmla="*/ 0 w 128108"/>
                  <a:gd name="connsiteY5" fmla="*/ 79815 h 156650"/>
                  <a:gd name="connsiteX6" fmla="*/ 65623 w 128108"/>
                  <a:gd name="connsiteY6" fmla="*/ 0 h 156650"/>
                  <a:gd name="connsiteX7" fmla="*/ 128108 w 128108"/>
                  <a:gd name="connsiteY7" fmla="*/ 84006 h 156650"/>
                  <a:gd name="connsiteX8" fmla="*/ 19877 w 128108"/>
                  <a:gd name="connsiteY8" fmla="*/ 84006 h 156650"/>
                  <a:gd name="connsiteX9" fmla="*/ 65528 w 128108"/>
                  <a:gd name="connsiteY9" fmla="*/ 14994 h 156650"/>
                  <a:gd name="connsiteX10" fmla="*/ 19877 w 128108"/>
                  <a:gd name="connsiteY10" fmla="*/ 69012 h 156650"/>
                  <a:gd name="connsiteX11" fmla="*/ 108802 w 128108"/>
                  <a:gd name="connsiteY11" fmla="*/ 69012 h 156650"/>
                  <a:gd name="connsiteX12" fmla="*/ 65623 w 128108"/>
                  <a:gd name="connsiteY12" fmla="*/ 14994 h 156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8108" h="156650">
                    <a:moveTo>
                      <a:pt x="19877" y="84006"/>
                    </a:moveTo>
                    <a:cubicBezTo>
                      <a:pt x="21399" y="122377"/>
                      <a:pt x="44700" y="141004"/>
                      <a:pt x="70759" y="141004"/>
                    </a:cubicBezTo>
                    <a:cubicBezTo>
                      <a:pt x="88829" y="141004"/>
                      <a:pt x="103285" y="133833"/>
                      <a:pt x="113937" y="125730"/>
                    </a:cubicBezTo>
                    <a:lnTo>
                      <a:pt x="123163" y="138303"/>
                    </a:lnTo>
                    <a:cubicBezTo>
                      <a:pt x="109087" y="149106"/>
                      <a:pt x="92824" y="156650"/>
                      <a:pt x="70759" y="156650"/>
                    </a:cubicBezTo>
                    <a:cubicBezTo>
                      <a:pt x="30910" y="156650"/>
                      <a:pt x="0" y="129642"/>
                      <a:pt x="0" y="79815"/>
                    </a:cubicBezTo>
                    <a:cubicBezTo>
                      <a:pt x="0" y="26077"/>
                      <a:pt x="31575" y="0"/>
                      <a:pt x="65623" y="0"/>
                    </a:cubicBezTo>
                    <a:cubicBezTo>
                      <a:pt x="113747" y="0"/>
                      <a:pt x="128108" y="36881"/>
                      <a:pt x="128108" y="84006"/>
                    </a:cubicBezTo>
                    <a:lnTo>
                      <a:pt x="19877" y="84006"/>
                    </a:lnTo>
                    <a:close/>
                    <a:moveTo>
                      <a:pt x="65528" y="14994"/>
                    </a:moveTo>
                    <a:cubicBezTo>
                      <a:pt x="40991" y="14994"/>
                      <a:pt x="22350" y="32969"/>
                      <a:pt x="19877" y="69012"/>
                    </a:cubicBezTo>
                    <a:lnTo>
                      <a:pt x="108802" y="69012"/>
                    </a:lnTo>
                    <a:cubicBezTo>
                      <a:pt x="108231" y="32690"/>
                      <a:pt x="92824" y="14994"/>
                      <a:pt x="65623" y="14994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36" name="Freeform 35">
                <a:extLst>
                  <a:ext uri="{FF2B5EF4-FFF2-40B4-BE49-F238E27FC236}">
                    <a16:creationId xmlns:a16="http://schemas.microsoft.com/office/drawing/2014/main" id="{12CFCE80-1F72-58CC-47FF-BC764BAE4356}"/>
                  </a:ext>
                </a:extLst>
              </p:cNvPr>
              <p:cNvSpPr/>
              <p:nvPr/>
            </p:nvSpPr>
            <p:spPr>
              <a:xfrm>
                <a:off x="5836835" y="3289300"/>
                <a:ext cx="113461" cy="216162"/>
              </a:xfrm>
              <a:custGeom>
                <a:avLst/>
                <a:gdLst>
                  <a:gd name="connsiteX0" fmla="*/ 94726 w 113461"/>
                  <a:gd name="connsiteY0" fmla="*/ 216069 h 216162"/>
                  <a:gd name="connsiteX1" fmla="*/ 94726 w 113461"/>
                  <a:gd name="connsiteY1" fmla="*/ 120701 h 216162"/>
                  <a:gd name="connsiteX2" fmla="*/ 58586 w 113461"/>
                  <a:gd name="connsiteY2" fmla="*/ 78418 h 216162"/>
                  <a:gd name="connsiteX3" fmla="*/ 18736 w 113461"/>
                  <a:gd name="connsiteY3" fmla="*/ 102726 h 216162"/>
                  <a:gd name="connsiteX4" fmla="*/ 18736 w 113461"/>
                  <a:gd name="connsiteY4" fmla="*/ 216162 h 216162"/>
                  <a:gd name="connsiteX5" fmla="*/ 0 w 113461"/>
                  <a:gd name="connsiteY5" fmla="*/ 216162 h 216162"/>
                  <a:gd name="connsiteX6" fmla="*/ 0 w 113461"/>
                  <a:gd name="connsiteY6" fmla="*/ 0 h 216162"/>
                  <a:gd name="connsiteX7" fmla="*/ 18736 w 113461"/>
                  <a:gd name="connsiteY7" fmla="*/ 0 h 216162"/>
                  <a:gd name="connsiteX8" fmla="*/ 18736 w 113461"/>
                  <a:gd name="connsiteY8" fmla="*/ 84658 h 216162"/>
                  <a:gd name="connsiteX9" fmla="*/ 62580 w 113461"/>
                  <a:gd name="connsiteY9" fmla="*/ 62772 h 216162"/>
                  <a:gd name="connsiteX10" fmla="*/ 113462 w 113461"/>
                  <a:gd name="connsiteY10" fmla="*/ 122191 h 216162"/>
                  <a:gd name="connsiteX11" fmla="*/ 113462 w 113461"/>
                  <a:gd name="connsiteY11" fmla="*/ 216162 h 216162"/>
                  <a:gd name="connsiteX12" fmla="*/ 94726 w 113461"/>
                  <a:gd name="connsiteY12" fmla="*/ 216162 h 216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3461" h="216162">
                    <a:moveTo>
                      <a:pt x="94726" y="216069"/>
                    </a:moveTo>
                    <a:lnTo>
                      <a:pt x="94726" y="120701"/>
                    </a:lnTo>
                    <a:cubicBezTo>
                      <a:pt x="94726" y="93133"/>
                      <a:pt x="83694" y="78418"/>
                      <a:pt x="58586" y="78418"/>
                    </a:cubicBezTo>
                    <a:cubicBezTo>
                      <a:pt x="39850" y="78418"/>
                      <a:pt x="26725" y="90991"/>
                      <a:pt x="18736" y="102726"/>
                    </a:cubicBezTo>
                    <a:lnTo>
                      <a:pt x="18736" y="216162"/>
                    </a:lnTo>
                    <a:lnTo>
                      <a:pt x="0" y="216162"/>
                    </a:lnTo>
                    <a:lnTo>
                      <a:pt x="0" y="0"/>
                    </a:lnTo>
                    <a:lnTo>
                      <a:pt x="18736" y="0"/>
                    </a:lnTo>
                    <a:lnTo>
                      <a:pt x="18736" y="84658"/>
                    </a:lnTo>
                    <a:cubicBezTo>
                      <a:pt x="28532" y="71713"/>
                      <a:pt x="43844" y="62772"/>
                      <a:pt x="62580" y="62772"/>
                    </a:cubicBezTo>
                    <a:cubicBezTo>
                      <a:pt x="101193" y="62772"/>
                      <a:pt x="113462" y="86800"/>
                      <a:pt x="113462" y="122191"/>
                    </a:cubicBezTo>
                    <a:lnTo>
                      <a:pt x="113462" y="216162"/>
                    </a:lnTo>
                    <a:lnTo>
                      <a:pt x="94726" y="21616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37" name="Freeform 36">
                <a:extLst>
                  <a:ext uri="{FF2B5EF4-FFF2-40B4-BE49-F238E27FC236}">
                    <a16:creationId xmlns:a16="http://schemas.microsoft.com/office/drawing/2014/main" id="{6FDDFBDC-B453-7D2A-C574-D85BCC191BA0}"/>
                  </a:ext>
                </a:extLst>
              </p:cNvPr>
              <p:cNvSpPr/>
              <p:nvPr/>
            </p:nvSpPr>
            <p:spPr>
              <a:xfrm>
                <a:off x="5999371" y="3289300"/>
                <a:ext cx="21779" cy="216069"/>
              </a:xfrm>
              <a:custGeom>
                <a:avLst/>
                <a:gdLst>
                  <a:gd name="connsiteX0" fmla="*/ 0 w 21779"/>
                  <a:gd name="connsiteY0" fmla="*/ 23097 h 216069"/>
                  <a:gd name="connsiteX1" fmla="*/ 0 w 21779"/>
                  <a:gd name="connsiteY1" fmla="*/ 0 h 216069"/>
                  <a:gd name="connsiteX2" fmla="*/ 21779 w 21779"/>
                  <a:gd name="connsiteY2" fmla="*/ 0 h 216069"/>
                  <a:gd name="connsiteX3" fmla="*/ 21779 w 21779"/>
                  <a:gd name="connsiteY3" fmla="*/ 23097 h 216069"/>
                  <a:gd name="connsiteX4" fmla="*/ 0 w 21779"/>
                  <a:gd name="connsiteY4" fmla="*/ 23097 h 216069"/>
                  <a:gd name="connsiteX5" fmla="*/ 1522 w 21779"/>
                  <a:gd name="connsiteY5" fmla="*/ 216069 h 216069"/>
                  <a:gd name="connsiteX6" fmla="*/ 1522 w 21779"/>
                  <a:gd name="connsiteY6" fmla="*/ 66032 h 216069"/>
                  <a:gd name="connsiteX7" fmla="*/ 20258 w 21779"/>
                  <a:gd name="connsiteY7" fmla="*/ 66032 h 216069"/>
                  <a:gd name="connsiteX8" fmla="*/ 20258 w 21779"/>
                  <a:gd name="connsiteY8" fmla="*/ 216069 h 216069"/>
                  <a:gd name="connsiteX9" fmla="*/ 1522 w 21779"/>
                  <a:gd name="connsiteY9" fmla="*/ 216069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779" h="216069">
                    <a:moveTo>
                      <a:pt x="0" y="23097"/>
                    </a:moveTo>
                    <a:lnTo>
                      <a:pt x="0" y="0"/>
                    </a:lnTo>
                    <a:lnTo>
                      <a:pt x="21779" y="0"/>
                    </a:lnTo>
                    <a:lnTo>
                      <a:pt x="21779" y="23097"/>
                    </a:lnTo>
                    <a:lnTo>
                      <a:pt x="0" y="23097"/>
                    </a:lnTo>
                    <a:close/>
                    <a:moveTo>
                      <a:pt x="1522" y="216069"/>
                    </a:moveTo>
                    <a:lnTo>
                      <a:pt x="1522" y="66032"/>
                    </a:lnTo>
                    <a:lnTo>
                      <a:pt x="20258" y="66032"/>
                    </a:lnTo>
                    <a:lnTo>
                      <a:pt x="20258" y="216069"/>
                    </a:lnTo>
                    <a:lnTo>
                      <a:pt x="1522" y="21606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38" name="Freeform 37">
                <a:extLst>
                  <a:ext uri="{FF2B5EF4-FFF2-40B4-BE49-F238E27FC236}">
                    <a16:creationId xmlns:a16="http://schemas.microsoft.com/office/drawing/2014/main" id="{80F813B3-C579-E53D-C075-FDBF2A80D2DA}"/>
                  </a:ext>
                </a:extLst>
              </p:cNvPr>
              <p:cNvSpPr/>
              <p:nvPr/>
            </p:nvSpPr>
            <p:spPr>
              <a:xfrm>
                <a:off x="6069179" y="3351978"/>
                <a:ext cx="114222" cy="153390"/>
              </a:xfrm>
              <a:custGeom>
                <a:avLst/>
                <a:gdLst>
                  <a:gd name="connsiteX0" fmla="*/ 95677 w 114222"/>
                  <a:gd name="connsiteY0" fmla="*/ 153391 h 153390"/>
                  <a:gd name="connsiteX1" fmla="*/ 95677 w 114222"/>
                  <a:gd name="connsiteY1" fmla="*/ 58301 h 153390"/>
                  <a:gd name="connsiteX2" fmla="*/ 59537 w 114222"/>
                  <a:gd name="connsiteY2" fmla="*/ 15646 h 153390"/>
                  <a:gd name="connsiteX3" fmla="*/ 19687 w 114222"/>
                  <a:gd name="connsiteY3" fmla="*/ 39954 h 153390"/>
                  <a:gd name="connsiteX4" fmla="*/ 19687 w 114222"/>
                  <a:gd name="connsiteY4" fmla="*/ 153391 h 153390"/>
                  <a:gd name="connsiteX5" fmla="*/ 951 w 114222"/>
                  <a:gd name="connsiteY5" fmla="*/ 153391 h 153390"/>
                  <a:gd name="connsiteX6" fmla="*/ 951 w 114222"/>
                  <a:gd name="connsiteY6" fmla="*/ 30920 h 153390"/>
                  <a:gd name="connsiteX7" fmla="*/ 0 w 114222"/>
                  <a:gd name="connsiteY7" fmla="*/ 3353 h 153390"/>
                  <a:gd name="connsiteX8" fmla="*/ 15598 w 114222"/>
                  <a:gd name="connsiteY8" fmla="*/ 3353 h 153390"/>
                  <a:gd name="connsiteX9" fmla="*/ 17119 w 114222"/>
                  <a:gd name="connsiteY9" fmla="*/ 24028 h 153390"/>
                  <a:gd name="connsiteX10" fmla="*/ 63056 w 114222"/>
                  <a:gd name="connsiteY10" fmla="*/ 0 h 153390"/>
                  <a:gd name="connsiteX11" fmla="*/ 114223 w 114222"/>
                  <a:gd name="connsiteY11" fmla="*/ 59419 h 153390"/>
                  <a:gd name="connsiteX12" fmla="*/ 114223 w 114222"/>
                  <a:gd name="connsiteY12" fmla="*/ 153391 h 153390"/>
                  <a:gd name="connsiteX13" fmla="*/ 95487 w 114222"/>
                  <a:gd name="connsiteY13" fmla="*/ 153391 h 153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14222" h="153390">
                    <a:moveTo>
                      <a:pt x="95677" y="153391"/>
                    </a:moveTo>
                    <a:lnTo>
                      <a:pt x="95677" y="58301"/>
                    </a:lnTo>
                    <a:cubicBezTo>
                      <a:pt x="95677" y="31013"/>
                      <a:pt x="84359" y="15646"/>
                      <a:pt x="59537" y="15646"/>
                    </a:cubicBezTo>
                    <a:cubicBezTo>
                      <a:pt x="39279" y="15646"/>
                      <a:pt x="27010" y="29151"/>
                      <a:pt x="19687" y="39954"/>
                    </a:cubicBezTo>
                    <a:lnTo>
                      <a:pt x="19687" y="153391"/>
                    </a:lnTo>
                    <a:lnTo>
                      <a:pt x="951" y="153391"/>
                    </a:lnTo>
                    <a:lnTo>
                      <a:pt x="951" y="30920"/>
                    </a:lnTo>
                    <a:cubicBezTo>
                      <a:pt x="951" y="25798"/>
                      <a:pt x="381" y="8382"/>
                      <a:pt x="0" y="3353"/>
                    </a:cubicBezTo>
                    <a:lnTo>
                      <a:pt x="15598" y="3353"/>
                    </a:lnTo>
                    <a:lnTo>
                      <a:pt x="17119" y="24028"/>
                    </a:lnTo>
                    <a:cubicBezTo>
                      <a:pt x="26344" y="10803"/>
                      <a:pt x="42513" y="0"/>
                      <a:pt x="63056" y="0"/>
                    </a:cubicBezTo>
                    <a:cubicBezTo>
                      <a:pt x="100432" y="0"/>
                      <a:pt x="114223" y="23097"/>
                      <a:pt x="114223" y="59419"/>
                    </a:cubicBezTo>
                    <a:lnTo>
                      <a:pt x="114223" y="153391"/>
                    </a:lnTo>
                    <a:lnTo>
                      <a:pt x="95487" y="153391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39" name="Freeform 38">
                <a:extLst>
                  <a:ext uri="{FF2B5EF4-FFF2-40B4-BE49-F238E27FC236}">
                    <a16:creationId xmlns:a16="http://schemas.microsoft.com/office/drawing/2014/main" id="{A245479B-4B83-C686-1227-4B0E2A9D2B84}"/>
                  </a:ext>
                </a:extLst>
              </p:cNvPr>
              <p:cNvSpPr/>
              <p:nvPr/>
            </p:nvSpPr>
            <p:spPr>
              <a:xfrm>
                <a:off x="6224013" y="3289300"/>
                <a:ext cx="125730" cy="219328"/>
              </a:xfrm>
              <a:custGeom>
                <a:avLst/>
                <a:gdLst>
                  <a:gd name="connsiteX0" fmla="*/ 109753 w 125730"/>
                  <a:gd name="connsiteY0" fmla="*/ 216069 h 219328"/>
                  <a:gd name="connsiteX1" fmla="*/ 108231 w 125730"/>
                  <a:gd name="connsiteY1" fmla="*/ 192320 h 219328"/>
                  <a:gd name="connsiteX2" fmla="*/ 60392 w 125730"/>
                  <a:gd name="connsiteY2" fmla="*/ 219329 h 219328"/>
                  <a:gd name="connsiteX3" fmla="*/ 0 w 125730"/>
                  <a:gd name="connsiteY3" fmla="*/ 140352 h 219328"/>
                  <a:gd name="connsiteX4" fmla="*/ 63151 w 125730"/>
                  <a:gd name="connsiteY4" fmla="*/ 62586 h 219328"/>
                  <a:gd name="connsiteX5" fmla="*/ 106044 w 125730"/>
                  <a:gd name="connsiteY5" fmla="*/ 79350 h 219328"/>
                  <a:gd name="connsiteX6" fmla="*/ 106044 w 125730"/>
                  <a:gd name="connsiteY6" fmla="*/ 0 h 219328"/>
                  <a:gd name="connsiteX7" fmla="*/ 124779 w 125730"/>
                  <a:gd name="connsiteY7" fmla="*/ 0 h 219328"/>
                  <a:gd name="connsiteX8" fmla="*/ 124779 w 125730"/>
                  <a:gd name="connsiteY8" fmla="*/ 187850 h 219328"/>
                  <a:gd name="connsiteX9" fmla="*/ 125730 w 125730"/>
                  <a:gd name="connsiteY9" fmla="*/ 216069 h 219328"/>
                  <a:gd name="connsiteX10" fmla="*/ 109753 w 125730"/>
                  <a:gd name="connsiteY10" fmla="*/ 216069 h 219328"/>
                  <a:gd name="connsiteX11" fmla="*/ 106044 w 125730"/>
                  <a:gd name="connsiteY11" fmla="*/ 95369 h 219328"/>
                  <a:gd name="connsiteX12" fmla="*/ 67145 w 125730"/>
                  <a:gd name="connsiteY12" fmla="*/ 77953 h 219328"/>
                  <a:gd name="connsiteX13" fmla="*/ 19592 w 125730"/>
                  <a:gd name="connsiteY13" fmla="*/ 141004 h 219328"/>
                  <a:gd name="connsiteX14" fmla="*/ 64958 w 125730"/>
                  <a:gd name="connsiteY14" fmla="*/ 204055 h 219328"/>
                  <a:gd name="connsiteX15" fmla="*/ 106044 w 125730"/>
                  <a:gd name="connsiteY15" fmla="*/ 177046 h 219328"/>
                  <a:gd name="connsiteX16" fmla="*/ 106044 w 125730"/>
                  <a:gd name="connsiteY16" fmla="*/ 95462 h 2193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5730" h="219328">
                    <a:moveTo>
                      <a:pt x="109753" y="216069"/>
                    </a:moveTo>
                    <a:lnTo>
                      <a:pt x="108231" y="192320"/>
                    </a:lnTo>
                    <a:cubicBezTo>
                      <a:pt x="99386" y="204893"/>
                      <a:pt x="84645" y="219329"/>
                      <a:pt x="60392" y="219329"/>
                    </a:cubicBezTo>
                    <a:cubicBezTo>
                      <a:pt x="19592" y="219329"/>
                      <a:pt x="0" y="183938"/>
                      <a:pt x="0" y="140352"/>
                    </a:cubicBezTo>
                    <a:cubicBezTo>
                      <a:pt x="0" y="91736"/>
                      <a:pt x="28151" y="62586"/>
                      <a:pt x="63151" y="62586"/>
                    </a:cubicBezTo>
                    <a:cubicBezTo>
                      <a:pt x="82172" y="62586"/>
                      <a:pt x="97199" y="70409"/>
                      <a:pt x="106044" y="79350"/>
                    </a:cubicBezTo>
                    <a:lnTo>
                      <a:pt x="106044" y="0"/>
                    </a:lnTo>
                    <a:lnTo>
                      <a:pt x="124779" y="0"/>
                    </a:lnTo>
                    <a:lnTo>
                      <a:pt x="124779" y="187850"/>
                    </a:lnTo>
                    <a:cubicBezTo>
                      <a:pt x="124779" y="195021"/>
                      <a:pt x="125350" y="209457"/>
                      <a:pt x="125730" y="216069"/>
                    </a:cubicBezTo>
                    <a:lnTo>
                      <a:pt x="109753" y="216069"/>
                    </a:lnTo>
                    <a:close/>
                    <a:moveTo>
                      <a:pt x="106044" y="95369"/>
                    </a:moveTo>
                    <a:cubicBezTo>
                      <a:pt x="96533" y="86335"/>
                      <a:pt x="86737" y="77953"/>
                      <a:pt x="67145" y="77953"/>
                    </a:cubicBezTo>
                    <a:cubicBezTo>
                      <a:pt x="47553" y="77953"/>
                      <a:pt x="19592" y="93878"/>
                      <a:pt x="19592" y="141004"/>
                    </a:cubicBezTo>
                    <a:cubicBezTo>
                      <a:pt x="19592" y="178257"/>
                      <a:pt x="36140" y="204055"/>
                      <a:pt x="64958" y="204055"/>
                    </a:cubicBezTo>
                    <a:cubicBezTo>
                      <a:pt x="84264" y="204055"/>
                      <a:pt x="97484" y="190271"/>
                      <a:pt x="106044" y="177046"/>
                    </a:cubicBezTo>
                    <a:lnTo>
                      <a:pt x="106044" y="9546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</p:grpSp>
        <p:grpSp>
          <p:nvGrpSpPr>
            <p:cNvPr id="14" name="Graphic 17">
              <a:extLst>
                <a:ext uri="{FF2B5EF4-FFF2-40B4-BE49-F238E27FC236}">
                  <a16:creationId xmlns:a16="http://schemas.microsoft.com/office/drawing/2014/main" id="{BAD01340-3C66-5E17-379B-D843827E50B3}"/>
                </a:ext>
              </a:extLst>
            </p:cNvPr>
            <p:cNvGrpSpPr/>
            <p:nvPr/>
          </p:nvGrpSpPr>
          <p:grpSpPr>
            <a:xfrm>
              <a:off x="6465963" y="3289300"/>
              <a:ext cx="1730364" cy="282193"/>
              <a:chOff x="6465963" y="3289300"/>
              <a:chExt cx="1730364" cy="282193"/>
            </a:xfrm>
            <a:grpFill/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93F44E80-8447-343F-D655-26FC41862E89}"/>
                  </a:ext>
                </a:extLst>
              </p:cNvPr>
              <p:cNvSpPr/>
              <p:nvPr/>
            </p:nvSpPr>
            <p:spPr>
              <a:xfrm>
                <a:off x="6465963" y="3355424"/>
                <a:ext cx="145512" cy="216069"/>
              </a:xfrm>
              <a:custGeom>
                <a:avLst/>
                <a:gdLst>
                  <a:gd name="connsiteX0" fmla="*/ 93204 w 145512"/>
                  <a:gd name="connsiteY0" fmla="*/ 161121 h 216069"/>
                  <a:gd name="connsiteX1" fmla="*/ 18451 w 145512"/>
                  <a:gd name="connsiteY1" fmla="*/ 216069 h 216069"/>
                  <a:gd name="connsiteX2" fmla="*/ 13220 w 145512"/>
                  <a:gd name="connsiteY2" fmla="*/ 189061 h 216069"/>
                  <a:gd name="connsiteX3" fmla="*/ 58871 w 145512"/>
                  <a:gd name="connsiteY3" fmla="*/ 159072 h 216069"/>
                  <a:gd name="connsiteX4" fmla="*/ 61914 w 145512"/>
                  <a:gd name="connsiteY4" fmla="*/ 149479 h 216069"/>
                  <a:gd name="connsiteX5" fmla="*/ 0 w 145512"/>
                  <a:gd name="connsiteY5" fmla="*/ 0 h 216069"/>
                  <a:gd name="connsiteX6" fmla="*/ 36426 w 145512"/>
                  <a:gd name="connsiteY6" fmla="*/ 0 h 216069"/>
                  <a:gd name="connsiteX7" fmla="*/ 63056 w 145512"/>
                  <a:gd name="connsiteY7" fmla="*/ 68453 h 216069"/>
                  <a:gd name="connsiteX8" fmla="*/ 78368 w 145512"/>
                  <a:gd name="connsiteY8" fmla="*/ 114368 h 216069"/>
                  <a:gd name="connsiteX9" fmla="*/ 111179 w 145512"/>
                  <a:gd name="connsiteY9" fmla="*/ 0 h 216069"/>
                  <a:gd name="connsiteX10" fmla="*/ 145513 w 145512"/>
                  <a:gd name="connsiteY10" fmla="*/ 0 h 216069"/>
                  <a:gd name="connsiteX11" fmla="*/ 93109 w 145512"/>
                  <a:gd name="connsiteY11" fmla="*/ 161214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5512" h="216069">
                    <a:moveTo>
                      <a:pt x="93204" y="161121"/>
                    </a:moveTo>
                    <a:cubicBezTo>
                      <a:pt x="80650" y="199492"/>
                      <a:pt x="52118" y="211878"/>
                      <a:pt x="18451" y="216069"/>
                    </a:cubicBezTo>
                    <a:lnTo>
                      <a:pt x="13220" y="189061"/>
                    </a:lnTo>
                    <a:cubicBezTo>
                      <a:pt x="37472" y="185428"/>
                      <a:pt x="53640" y="175277"/>
                      <a:pt x="58871" y="159072"/>
                    </a:cubicBezTo>
                    <a:lnTo>
                      <a:pt x="61914" y="149479"/>
                    </a:lnTo>
                    <a:lnTo>
                      <a:pt x="0" y="0"/>
                    </a:lnTo>
                    <a:lnTo>
                      <a:pt x="36426" y="0"/>
                    </a:lnTo>
                    <a:lnTo>
                      <a:pt x="63056" y="68453"/>
                    </a:lnTo>
                    <a:cubicBezTo>
                      <a:pt x="70379" y="87638"/>
                      <a:pt x="78368" y="114368"/>
                      <a:pt x="78368" y="114368"/>
                    </a:cubicBezTo>
                    <a:lnTo>
                      <a:pt x="111179" y="0"/>
                    </a:lnTo>
                    <a:lnTo>
                      <a:pt x="145513" y="0"/>
                    </a:lnTo>
                    <a:lnTo>
                      <a:pt x="93109" y="161214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FEF9EAD4-EDFA-C006-DE69-63EDA03DFF0B}"/>
                  </a:ext>
                </a:extLst>
              </p:cNvPr>
              <p:cNvSpPr/>
              <p:nvPr/>
            </p:nvSpPr>
            <p:spPr>
              <a:xfrm>
                <a:off x="6629927" y="3351140"/>
                <a:ext cx="147795" cy="158419"/>
              </a:xfrm>
              <a:custGeom>
                <a:avLst/>
                <a:gdLst>
                  <a:gd name="connsiteX0" fmla="*/ 73898 w 147795"/>
                  <a:gd name="connsiteY0" fmla="*/ 158420 h 158419"/>
                  <a:gd name="connsiteX1" fmla="*/ 0 w 147795"/>
                  <a:gd name="connsiteY1" fmla="*/ 78605 h 158419"/>
                  <a:gd name="connsiteX2" fmla="*/ 73898 w 147795"/>
                  <a:gd name="connsiteY2" fmla="*/ 0 h 158419"/>
                  <a:gd name="connsiteX3" fmla="*/ 147795 w 147795"/>
                  <a:gd name="connsiteY3" fmla="*/ 78605 h 158419"/>
                  <a:gd name="connsiteX4" fmla="*/ 73898 w 147795"/>
                  <a:gd name="connsiteY4" fmla="*/ 158420 h 158419"/>
                  <a:gd name="connsiteX5" fmla="*/ 73898 w 147795"/>
                  <a:gd name="connsiteY5" fmla="*/ 26357 h 158419"/>
                  <a:gd name="connsiteX6" fmla="*/ 34714 w 147795"/>
                  <a:gd name="connsiteY6" fmla="*/ 78605 h 158419"/>
                  <a:gd name="connsiteX7" fmla="*/ 73898 w 147795"/>
                  <a:gd name="connsiteY7" fmla="*/ 132063 h 158419"/>
                  <a:gd name="connsiteX8" fmla="*/ 113081 w 147795"/>
                  <a:gd name="connsiteY8" fmla="*/ 78605 h 158419"/>
                  <a:gd name="connsiteX9" fmla="*/ 73898 w 147795"/>
                  <a:gd name="connsiteY9" fmla="*/ 26357 h 158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7795" h="158419">
                    <a:moveTo>
                      <a:pt x="73898" y="158420"/>
                    </a:moveTo>
                    <a:cubicBezTo>
                      <a:pt x="26725" y="158420"/>
                      <a:pt x="0" y="124799"/>
                      <a:pt x="0" y="78605"/>
                    </a:cubicBezTo>
                    <a:cubicBezTo>
                      <a:pt x="0" y="32410"/>
                      <a:pt x="27581" y="0"/>
                      <a:pt x="73898" y="0"/>
                    </a:cubicBezTo>
                    <a:cubicBezTo>
                      <a:pt x="120214" y="0"/>
                      <a:pt x="147795" y="32410"/>
                      <a:pt x="147795" y="78605"/>
                    </a:cubicBezTo>
                    <a:cubicBezTo>
                      <a:pt x="147795" y="124799"/>
                      <a:pt x="120214" y="158420"/>
                      <a:pt x="73898" y="158420"/>
                    </a:cubicBezTo>
                    <a:close/>
                    <a:moveTo>
                      <a:pt x="73898" y="26357"/>
                    </a:moveTo>
                    <a:cubicBezTo>
                      <a:pt x="47838" y="26357"/>
                      <a:pt x="34714" y="47405"/>
                      <a:pt x="34714" y="78605"/>
                    </a:cubicBezTo>
                    <a:cubicBezTo>
                      <a:pt x="34714" y="109804"/>
                      <a:pt x="48504" y="132063"/>
                      <a:pt x="73898" y="132063"/>
                    </a:cubicBezTo>
                    <a:cubicBezTo>
                      <a:pt x="99291" y="132063"/>
                      <a:pt x="113081" y="109897"/>
                      <a:pt x="113081" y="78605"/>
                    </a:cubicBezTo>
                    <a:cubicBezTo>
                      <a:pt x="113081" y="47312"/>
                      <a:pt x="99005" y="26357"/>
                      <a:pt x="73898" y="26357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77BF0AAC-0CBC-F279-24CC-E5A021AC360C}"/>
                  </a:ext>
                </a:extLst>
              </p:cNvPr>
              <p:cNvSpPr/>
              <p:nvPr/>
            </p:nvSpPr>
            <p:spPr>
              <a:xfrm>
                <a:off x="6812911" y="3355331"/>
                <a:ext cx="127252" cy="153949"/>
              </a:xfrm>
              <a:custGeom>
                <a:avLst/>
                <a:gdLst>
                  <a:gd name="connsiteX0" fmla="*/ 99957 w 127252"/>
                  <a:gd name="connsiteY0" fmla="*/ 150038 h 153949"/>
                  <a:gd name="connsiteX1" fmla="*/ 97199 w 127252"/>
                  <a:gd name="connsiteY1" fmla="*/ 132622 h 153949"/>
                  <a:gd name="connsiteX2" fmla="*/ 53069 w 127252"/>
                  <a:gd name="connsiteY2" fmla="*/ 153949 h 153949"/>
                  <a:gd name="connsiteX3" fmla="*/ 0 w 127252"/>
                  <a:gd name="connsiteY3" fmla="*/ 95462 h 153949"/>
                  <a:gd name="connsiteX4" fmla="*/ 0 w 127252"/>
                  <a:gd name="connsiteY4" fmla="*/ 0 h 153949"/>
                  <a:gd name="connsiteX5" fmla="*/ 34048 w 127252"/>
                  <a:gd name="connsiteY5" fmla="*/ 0 h 153949"/>
                  <a:gd name="connsiteX6" fmla="*/ 34048 w 127252"/>
                  <a:gd name="connsiteY6" fmla="*/ 90619 h 153949"/>
                  <a:gd name="connsiteX7" fmla="*/ 60107 w 127252"/>
                  <a:gd name="connsiteY7" fmla="*/ 127220 h 153949"/>
                  <a:gd name="connsiteX8" fmla="*/ 91682 w 127252"/>
                  <a:gd name="connsiteY8" fmla="*/ 108035 h 153949"/>
                  <a:gd name="connsiteX9" fmla="*/ 91682 w 127252"/>
                  <a:gd name="connsiteY9" fmla="*/ 0 h 153949"/>
                  <a:gd name="connsiteX10" fmla="*/ 125731 w 127252"/>
                  <a:gd name="connsiteY10" fmla="*/ 0 h 153949"/>
                  <a:gd name="connsiteX11" fmla="*/ 125731 w 127252"/>
                  <a:gd name="connsiteY11" fmla="*/ 123029 h 153949"/>
                  <a:gd name="connsiteX12" fmla="*/ 127252 w 127252"/>
                  <a:gd name="connsiteY12" fmla="*/ 150038 h 153949"/>
                  <a:gd name="connsiteX13" fmla="*/ 99957 w 127252"/>
                  <a:gd name="connsiteY13" fmla="*/ 150038 h 153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7252" h="153949">
                    <a:moveTo>
                      <a:pt x="99957" y="150038"/>
                    </a:moveTo>
                    <a:lnTo>
                      <a:pt x="97199" y="132622"/>
                    </a:lnTo>
                    <a:cubicBezTo>
                      <a:pt x="86452" y="146126"/>
                      <a:pt x="71425" y="153949"/>
                      <a:pt x="53069" y="153949"/>
                    </a:cubicBezTo>
                    <a:cubicBezTo>
                      <a:pt x="15027" y="153949"/>
                      <a:pt x="0" y="131784"/>
                      <a:pt x="0" y="95462"/>
                    </a:cubicBezTo>
                    <a:lnTo>
                      <a:pt x="0" y="0"/>
                    </a:lnTo>
                    <a:lnTo>
                      <a:pt x="34048" y="0"/>
                    </a:lnTo>
                    <a:lnTo>
                      <a:pt x="34048" y="90619"/>
                    </a:lnTo>
                    <a:cubicBezTo>
                      <a:pt x="34048" y="117069"/>
                      <a:pt x="39850" y="127220"/>
                      <a:pt x="60107" y="127220"/>
                    </a:cubicBezTo>
                    <a:cubicBezTo>
                      <a:pt x="76085" y="127220"/>
                      <a:pt x="86452" y="115485"/>
                      <a:pt x="91682" y="108035"/>
                    </a:cubicBezTo>
                    <a:lnTo>
                      <a:pt x="91682" y="0"/>
                    </a:lnTo>
                    <a:lnTo>
                      <a:pt x="125731" y="0"/>
                    </a:lnTo>
                    <a:lnTo>
                      <a:pt x="125731" y="123029"/>
                    </a:lnTo>
                    <a:cubicBezTo>
                      <a:pt x="125731" y="128151"/>
                      <a:pt x="126967" y="144915"/>
                      <a:pt x="127252" y="150038"/>
                    </a:cubicBezTo>
                    <a:lnTo>
                      <a:pt x="99957" y="150038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9F132D36-DBE9-EB79-7DE2-E716F58641B1}"/>
                  </a:ext>
                </a:extLst>
              </p:cNvPr>
              <p:cNvSpPr/>
              <p:nvPr/>
            </p:nvSpPr>
            <p:spPr>
              <a:xfrm>
                <a:off x="6980013" y="3351140"/>
                <a:ext cx="93204" cy="154228"/>
              </a:xfrm>
              <a:custGeom>
                <a:avLst/>
                <a:gdLst>
                  <a:gd name="connsiteX0" fmla="*/ 83123 w 93204"/>
                  <a:gd name="connsiteY0" fmla="*/ 37160 h 154228"/>
                  <a:gd name="connsiteX1" fmla="*/ 68381 w 93204"/>
                  <a:gd name="connsiteY1" fmla="*/ 32690 h 154228"/>
                  <a:gd name="connsiteX2" fmla="*/ 35570 w 93204"/>
                  <a:gd name="connsiteY2" fmla="*/ 56066 h 154228"/>
                  <a:gd name="connsiteX3" fmla="*/ 35570 w 93204"/>
                  <a:gd name="connsiteY3" fmla="*/ 154229 h 154228"/>
                  <a:gd name="connsiteX4" fmla="*/ 1521 w 93204"/>
                  <a:gd name="connsiteY4" fmla="*/ 154229 h 154228"/>
                  <a:gd name="connsiteX5" fmla="*/ 1521 w 93204"/>
                  <a:gd name="connsiteY5" fmla="*/ 32410 h 154228"/>
                  <a:gd name="connsiteX6" fmla="*/ 0 w 93204"/>
                  <a:gd name="connsiteY6" fmla="*/ 4191 h 154228"/>
                  <a:gd name="connsiteX7" fmla="*/ 26059 w 93204"/>
                  <a:gd name="connsiteY7" fmla="*/ 4191 h 154228"/>
                  <a:gd name="connsiteX8" fmla="*/ 28817 w 93204"/>
                  <a:gd name="connsiteY8" fmla="*/ 29710 h 154228"/>
                  <a:gd name="connsiteX9" fmla="*/ 77892 w 93204"/>
                  <a:gd name="connsiteY9" fmla="*/ 0 h 154228"/>
                  <a:gd name="connsiteX10" fmla="*/ 93204 w 93204"/>
                  <a:gd name="connsiteY10" fmla="*/ 2421 h 154228"/>
                  <a:gd name="connsiteX11" fmla="*/ 83123 w 93204"/>
                  <a:gd name="connsiteY11" fmla="*/ 37253 h 1542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93204" h="154228">
                    <a:moveTo>
                      <a:pt x="83123" y="37160"/>
                    </a:moveTo>
                    <a:cubicBezTo>
                      <a:pt x="78177" y="34180"/>
                      <a:pt x="73898" y="32690"/>
                      <a:pt x="68381" y="32690"/>
                    </a:cubicBezTo>
                    <a:cubicBezTo>
                      <a:pt x="53640" y="32690"/>
                      <a:pt x="44129" y="42934"/>
                      <a:pt x="35570" y="56066"/>
                    </a:cubicBezTo>
                    <a:lnTo>
                      <a:pt x="35570" y="154229"/>
                    </a:lnTo>
                    <a:lnTo>
                      <a:pt x="1521" y="154229"/>
                    </a:lnTo>
                    <a:lnTo>
                      <a:pt x="1521" y="32410"/>
                    </a:lnTo>
                    <a:cubicBezTo>
                      <a:pt x="1521" y="27288"/>
                      <a:pt x="285" y="9313"/>
                      <a:pt x="0" y="4191"/>
                    </a:cubicBezTo>
                    <a:lnTo>
                      <a:pt x="26059" y="4191"/>
                    </a:lnTo>
                    <a:lnTo>
                      <a:pt x="28817" y="29710"/>
                    </a:lnTo>
                    <a:cubicBezTo>
                      <a:pt x="37091" y="14063"/>
                      <a:pt x="51452" y="0"/>
                      <a:pt x="77892" y="0"/>
                    </a:cubicBezTo>
                    <a:cubicBezTo>
                      <a:pt x="83123" y="0"/>
                      <a:pt x="88924" y="931"/>
                      <a:pt x="93204" y="2421"/>
                    </a:cubicBezTo>
                    <a:lnTo>
                      <a:pt x="83123" y="37253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10DCBF52-0351-AD78-9AF6-AA27C7FDB235}"/>
                  </a:ext>
                </a:extLst>
              </p:cNvPr>
              <p:cNvSpPr/>
              <p:nvPr/>
            </p:nvSpPr>
            <p:spPr>
              <a:xfrm>
                <a:off x="7192956" y="3351140"/>
                <a:ext cx="218744" cy="154321"/>
              </a:xfrm>
              <a:custGeom>
                <a:avLst/>
                <a:gdLst>
                  <a:gd name="connsiteX0" fmla="*/ 184982 w 218744"/>
                  <a:gd name="connsiteY0" fmla="*/ 154229 h 154321"/>
                  <a:gd name="connsiteX1" fmla="*/ 184982 w 218744"/>
                  <a:gd name="connsiteY1" fmla="*/ 67242 h 154321"/>
                  <a:gd name="connsiteX2" fmla="*/ 157972 w 218744"/>
                  <a:gd name="connsiteY2" fmla="*/ 27288 h 154321"/>
                  <a:gd name="connsiteX3" fmla="*/ 126682 w 218744"/>
                  <a:gd name="connsiteY3" fmla="*/ 47405 h 154321"/>
                  <a:gd name="connsiteX4" fmla="*/ 127252 w 218744"/>
                  <a:gd name="connsiteY4" fmla="*/ 57277 h 154321"/>
                  <a:gd name="connsiteX5" fmla="*/ 127252 w 218744"/>
                  <a:gd name="connsiteY5" fmla="*/ 154229 h 154321"/>
                  <a:gd name="connsiteX6" fmla="*/ 93204 w 218744"/>
                  <a:gd name="connsiteY6" fmla="*/ 154229 h 154321"/>
                  <a:gd name="connsiteX7" fmla="*/ 93204 w 218744"/>
                  <a:gd name="connsiteY7" fmla="*/ 67522 h 154321"/>
                  <a:gd name="connsiteX8" fmla="*/ 66194 w 218744"/>
                  <a:gd name="connsiteY8" fmla="*/ 27288 h 154321"/>
                  <a:gd name="connsiteX9" fmla="*/ 35570 w 218744"/>
                  <a:gd name="connsiteY9" fmla="*/ 47405 h 154321"/>
                  <a:gd name="connsiteX10" fmla="*/ 35570 w 218744"/>
                  <a:gd name="connsiteY10" fmla="*/ 154229 h 154321"/>
                  <a:gd name="connsiteX11" fmla="*/ 1522 w 218744"/>
                  <a:gd name="connsiteY11" fmla="*/ 154229 h 154321"/>
                  <a:gd name="connsiteX12" fmla="*/ 1522 w 218744"/>
                  <a:gd name="connsiteY12" fmla="*/ 31200 h 154321"/>
                  <a:gd name="connsiteX13" fmla="*/ 0 w 218744"/>
                  <a:gd name="connsiteY13" fmla="*/ 4191 h 154321"/>
                  <a:gd name="connsiteX14" fmla="*/ 26630 w 218744"/>
                  <a:gd name="connsiteY14" fmla="*/ 4191 h 154321"/>
                  <a:gd name="connsiteX15" fmla="*/ 29958 w 218744"/>
                  <a:gd name="connsiteY15" fmla="*/ 22818 h 154321"/>
                  <a:gd name="connsiteX16" fmla="*/ 72281 w 218744"/>
                  <a:gd name="connsiteY16" fmla="*/ 0 h 154321"/>
                  <a:gd name="connsiteX17" fmla="*/ 118217 w 218744"/>
                  <a:gd name="connsiteY17" fmla="*/ 24028 h 154321"/>
                  <a:gd name="connsiteX18" fmla="*/ 164154 w 218744"/>
                  <a:gd name="connsiteY18" fmla="*/ 0 h 154321"/>
                  <a:gd name="connsiteX19" fmla="*/ 218745 w 218744"/>
                  <a:gd name="connsiteY19" fmla="*/ 68453 h 154321"/>
                  <a:gd name="connsiteX20" fmla="*/ 218745 w 218744"/>
                  <a:gd name="connsiteY20" fmla="*/ 154322 h 154321"/>
                  <a:gd name="connsiteX21" fmla="*/ 184697 w 218744"/>
                  <a:gd name="connsiteY21" fmla="*/ 154322 h 1543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18744" h="154321">
                    <a:moveTo>
                      <a:pt x="184982" y="154229"/>
                    </a:moveTo>
                    <a:lnTo>
                      <a:pt x="184982" y="67242"/>
                    </a:lnTo>
                    <a:cubicBezTo>
                      <a:pt x="184982" y="42655"/>
                      <a:pt x="179180" y="27288"/>
                      <a:pt x="157972" y="27288"/>
                    </a:cubicBezTo>
                    <a:cubicBezTo>
                      <a:pt x="144181" y="27288"/>
                      <a:pt x="133719" y="37160"/>
                      <a:pt x="126682" y="47405"/>
                    </a:cubicBezTo>
                    <a:cubicBezTo>
                      <a:pt x="126967" y="50106"/>
                      <a:pt x="127252" y="54297"/>
                      <a:pt x="127252" y="57277"/>
                    </a:cubicBezTo>
                    <a:lnTo>
                      <a:pt x="127252" y="154229"/>
                    </a:lnTo>
                    <a:lnTo>
                      <a:pt x="93204" y="154229"/>
                    </a:lnTo>
                    <a:lnTo>
                      <a:pt x="93204" y="67522"/>
                    </a:lnTo>
                    <a:cubicBezTo>
                      <a:pt x="93204" y="41724"/>
                      <a:pt x="88639" y="27288"/>
                      <a:pt x="66194" y="27288"/>
                    </a:cubicBezTo>
                    <a:cubicBezTo>
                      <a:pt x="53355" y="27288"/>
                      <a:pt x="42322" y="38092"/>
                      <a:pt x="35570" y="47405"/>
                    </a:cubicBezTo>
                    <a:lnTo>
                      <a:pt x="35570" y="154229"/>
                    </a:lnTo>
                    <a:lnTo>
                      <a:pt x="1522" y="154229"/>
                    </a:lnTo>
                    <a:lnTo>
                      <a:pt x="1522" y="31200"/>
                    </a:lnTo>
                    <a:cubicBezTo>
                      <a:pt x="1522" y="26077"/>
                      <a:pt x="285" y="9313"/>
                      <a:pt x="0" y="4191"/>
                    </a:cubicBezTo>
                    <a:lnTo>
                      <a:pt x="26630" y="4191"/>
                    </a:lnTo>
                    <a:lnTo>
                      <a:pt x="29958" y="22818"/>
                    </a:lnTo>
                    <a:cubicBezTo>
                      <a:pt x="40991" y="9872"/>
                      <a:pt x="55067" y="0"/>
                      <a:pt x="72281" y="0"/>
                    </a:cubicBezTo>
                    <a:cubicBezTo>
                      <a:pt x="96153" y="0"/>
                      <a:pt x="109087" y="9034"/>
                      <a:pt x="118217" y="24028"/>
                    </a:cubicBezTo>
                    <a:cubicBezTo>
                      <a:pt x="128013" y="11083"/>
                      <a:pt x="142755" y="0"/>
                      <a:pt x="164154" y="0"/>
                    </a:cubicBezTo>
                    <a:cubicBezTo>
                      <a:pt x="202481" y="0"/>
                      <a:pt x="218745" y="20676"/>
                      <a:pt x="218745" y="68453"/>
                    </a:cubicBezTo>
                    <a:lnTo>
                      <a:pt x="218745" y="154322"/>
                    </a:lnTo>
                    <a:lnTo>
                      <a:pt x="184697" y="15432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7A2BE8D5-042D-1A27-C4BE-0DF6F3EF2DA0}"/>
                  </a:ext>
                </a:extLst>
              </p:cNvPr>
              <p:cNvSpPr/>
              <p:nvPr/>
            </p:nvSpPr>
            <p:spPr>
              <a:xfrm>
                <a:off x="7454879" y="3289300"/>
                <a:ext cx="36425" cy="216069"/>
              </a:xfrm>
              <a:custGeom>
                <a:avLst/>
                <a:gdLst>
                  <a:gd name="connsiteX0" fmla="*/ 0 w 36425"/>
                  <a:gd name="connsiteY0" fmla="*/ 32969 h 216069"/>
                  <a:gd name="connsiteX1" fmla="*/ 0 w 36425"/>
                  <a:gd name="connsiteY1" fmla="*/ 0 h 216069"/>
                  <a:gd name="connsiteX2" fmla="*/ 36426 w 36425"/>
                  <a:gd name="connsiteY2" fmla="*/ 0 h 216069"/>
                  <a:gd name="connsiteX3" fmla="*/ 36426 w 36425"/>
                  <a:gd name="connsiteY3" fmla="*/ 32969 h 216069"/>
                  <a:gd name="connsiteX4" fmla="*/ 0 w 36425"/>
                  <a:gd name="connsiteY4" fmla="*/ 32969 h 216069"/>
                  <a:gd name="connsiteX5" fmla="*/ 1236 w 36425"/>
                  <a:gd name="connsiteY5" fmla="*/ 216069 h 216069"/>
                  <a:gd name="connsiteX6" fmla="*/ 1236 w 36425"/>
                  <a:gd name="connsiteY6" fmla="*/ 66032 h 216069"/>
                  <a:gd name="connsiteX7" fmla="*/ 35284 w 36425"/>
                  <a:gd name="connsiteY7" fmla="*/ 66032 h 216069"/>
                  <a:gd name="connsiteX8" fmla="*/ 35284 w 36425"/>
                  <a:gd name="connsiteY8" fmla="*/ 216069 h 216069"/>
                  <a:gd name="connsiteX9" fmla="*/ 1236 w 36425"/>
                  <a:gd name="connsiteY9" fmla="*/ 216069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6425" h="216069">
                    <a:moveTo>
                      <a:pt x="0" y="32969"/>
                    </a:moveTo>
                    <a:lnTo>
                      <a:pt x="0" y="0"/>
                    </a:lnTo>
                    <a:lnTo>
                      <a:pt x="36426" y="0"/>
                    </a:lnTo>
                    <a:lnTo>
                      <a:pt x="36426" y="32969"/>
                    </a:lnTo>
                    <a:lnTo>
                      <a:pt x="0" y="32969"/>
                    </a:lnTo>
                    <a:close/>
                    <a:moveTo>
                      <a:pt x="1236" y="216069"/>
                    </a:moveTo>
                    <a:lnTo>
                      <a:pt x="1236" y="66032"/>
                    </a:lnTo>
                    <a:lnTo>
                      <a:pt x="35284" y="66032"/>
                    </a:lnTo>
                    <a:lnTo>
                      <a:pt x="35284" y="216069"/>
                    </a:lnTo>
                    <a:lnTo>
                      <a:pt x="1236" y="21606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8BBC0770-2629-ECF2-F877-444A21CD1196}"/>
                  </a:ext>
                </a:extLst>
              </p:cNvPr>
              <p:cNvSpPr/>
              <p:nvPr/>
            </p:nvSpPr>
            <p:spPr>
              <a:xfrm>
                <a:off x="7520502" y="3351326"/>
                <a:ext cx="120689" cy="157954"/>
              </a:xfrm>
              <a:custGeom>
                <a:avLst/>
                <a:gdLst>
                  <a:gd name="connsiteX0" fmla="*/ 61914 w 120689"/>
                  <a:gd name="connsiteY0" fmla="*/ 157954 h 157954"/>
                  <a:gd name="connsiteX1" fmla="*/ 0 w 120689"/>
                  <a:gd name="connsiteY1" fmla="*/ 139048 h 157954"/>
                  <a:gd name="connsiteX2" fmla="*/ 15598 w 120689"/>
                  <a:gd name="connsiteY2" fmla="*/ 115299 h 157954"/>
                  <a:gd name="connsiteX3" fmla="*/ 60678 w 120689"/>
                  <a:gd name="connsiteY3" fmla="*/ 131784 h 157954"/>
                  <a:gd name="connsiteX4" fmla="*/ 85786 w 120689"/>
                  <a:gd name="connsiteY4" fmla="*/ 115020 h 157954"/>
                  <a:gd name="connsiteX5" fmla="*/ 55732 w 120689"/>
                  <a:gd name="connsiteY5" fmla="*/ 91271 h 157954"/>
                  <a:gd name="connsiteX6" fmla="*/ 6372 w 120689"/>
                  <a:gd name="connsiteY6" fmla="*/ 44145 h 157954"/>
                  <a:gd name="connsiteX7" fmla="*/ 64577 w 120689"/>
                  <a:gd name="connsiteY7" fmla="*/ 0 h 157954"/>
                  <a:gd name="connsiteX8" fmla="*/ 118788 w 120689"/>
                  <a:gd name="connsiteY8" fmla="*/ 16205 h 157954"/>
                  <a:gd name="connsiteX9" fmla="*/ 104427 w 120689"/>
                  <a:gd name="connsiteY9" fmla="*/ 39302 h 157954"/>
                  <a:gd name="connsiteX10" fmla="*/ 65528 w 120689"/>
                  <a:gd name="connsiteY10" fmla="*/ 26077 h 157954"/>
                  <a:gd name="connsiteX11" fmla="*/ 41276 w 120689"/>
                  <a:gd name="connsiteY11" fmla="*/ 41724 h 157954"/>
                  <a:gd name="connsiteX12" fmla="*/ 75895 w 120689"/>
                  <a:gd name="connsiteY12" fmla="*/ 64821 h 157954"/>
                  <a:gd name="connsiteX13" fmla="*/ 120690 w 120689"/>
                  <a:gd name="connsiteY13" fmla="*/ 113716 h 157954"/>
                  <a:gd name="connsiteX14" fmla="*/ 61819 w 120689"/>
                  <a:gd name="connsiteY14" fmla="*/ 157861 h 157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0689" h="157954">
                    <a:moveTo>
                      <a:pt x="61914" y="157954"/>
                    </a:moveTo>
                    <a:cubicBezTo>
                      <a:pt x="33097" y="157954"/>
                      <a:pt x="16263" y="149572"/>
                      <a:pt x="0" y="139048"/>
                    </a:cubicBezTo>
                    <a:lnTo>
                      <a:pt x="15598" y="115299"/>
                    </a:lnTo>
                    <a:cubicBezTo>
                      <a:pt x="28817" y="124612"/>
                      <a:pt x="44129" y="131784"/>
                      <a:pt x="60678" y="131784"/>
                    </a:cubicBezTo>
                    <a:cubicBezTo>
                      <a:pt x="77226" y="131784"/>
                      <a:pt x="85786" y="124612"/>
                      <a:pt x="85786" y="115020"/>
                    </a:cubicBezTo>
                    <a:cubicBezTo>
                      <a:pt x="85786" y="101795"/>
                      <a:pt x="76941" y="96672"/>
                      <a:pt x="55732" y="91271"/>
                    </a:cubicBezTo>
                    <a:cubicBezTo>
                      <a:pt x="32146" y="85310"/>
                      <a:pt x="6372" y="73855"/>
                      <a:pt x="6372" y="44145"/>
                    </a:cubicBezTo>
                    <a:cubicBezTo>
                      <a:pt x="6372" y="16578"/>
                      <a:pt x="30244" y="0"/>
                      <a:pt x="64577" y="0"/>
                    </a:cubicBezTo>
                    <a:cubicBezTo>
                      <a:pt x="86356" y="0"/>
                      <a:pt x="101669" y="4191"/>
                      <a:pt x="118788" y="16205"/>
                    </a:cubicBezTo>
                    <a:lnTo>
                      <a:pt x="104427" y="39302"/>
                    </a:lnTo>
                    <a:cubicBezTo>
                      <a:pt x="91207" y="29430"/>
                      <a:pt x="74659" y="26077"/>
                      <a:pt x="65528" y="26077"/>
                    </a:cubicBezTo>
                    <a:cubicBezTo>
                      <a:pt x="48029" y="26077"/>
                      <a:pt x="41276" y="32410"/>
                      <a:pt x="41276" y="41724"/>
                    </a:cubicBezTo>
                    <a:cubicBezTo>
                      <a:pt x="41276" y="54669"/>
                      <a:pt x="52594" y="58488"/>
                      <a:pt x="75895" y="64821"/>
                    </a:cubicBezTo>
                    <a:cubicBezTo>
                      <a:pt x="95487" y="69943"/>
                      <a:pt x="120690" y="80095"/>
                      <a:pt x="120690" y="113716"/>
                    </a:cubicBezTo>
                    <a:cubicBezTo>
                      <a:pt x="120690" y="144915"/>
                      <a:pt x="90922" y="157861"/>
                      <a:pt x="61819" y="157861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6E52C48F-4E41-581C-0E20-D0B1337AEFA5}"/>
                  </a:ext>
                </a:extLst>
              </p:cNvPr>
              <p:cNvSpPr/>
              <p:nvPr/>
            </p:nvSpPr>
            <p:spPr>
              <a:xfrm>
                <a:off x="7658502" y="3351326"/>
                <a:ext cx="120689" cy="157954"/>
              </a:xfrm>
              <a:custGeom>
                <a:avLst/>
                <a:gdLst>
                  <a:gd name="connsiteX0" fmla="*/ 61914 w 120689"/>
                  <a:gd name="connsiteY0" fmla="*/ 157954 h 157954"/>
                  <a:gd name="connsiteX1" fmla="*/ 0 w 120689"/>
                  <a:gd name="connsiteY1" fmla="*/ 139048 h 157954"/>
                  <a:gd name="connsiteX2" fmla="*/ 15597 w 120689"/>
                  <a:gd name="connsiteY2" fmla="*/ 115299 h 157954"/>
                  <a:gd name="connsiteX3" fmla="*/ 60678 w 120689"/>
                  <a:gd name="connsiteY3" fmla="*/ 131784 h 157954"/>
                  <a:gd name="connsiteX4" fmla="*/ 85786 w 120689"/>
                  <a:gd name="connsiteY4" fmla="*/ 115020 h 157954"/>
                  <a:gd name="connsiteX5" fmla="*/ 55732 w 120689"/>
                  <a:gd name="connsiteY5" fmla="*/ 91271 h 157954"/>
                  <a:gd name="connsiteX6" fmla="*/ 6372 w 120689"/>
                  <a:gd name="connsiteY6" fmla="*/ 44145 h 157954"/>
                  <a:gd name="connsiteX7" fmla="*/ 64577 w 120689"/>
                  <a:gd name="connsiteY7" fmla="*/ 0 h 157954"/>
                  <a:gd name="connsiteX8" fmla="*/ 118788 w 120689"/>
                  <a:gd name="connsiteY8" fmla="*/ 16205 h 157954"/>
                  <a:gd name="connsiteX9" fmla="*/ 104427 w 120689"/>
                  <a:gd name="connsiteY9" fmla="*/ 39302 h 157954"/>
                  <a:gd name="connsiteX10" fmla="*/ 65528 w 120689"/>
                  <a:gd name="connsiteY10" fmla="*/ 26077 h 157954"/>
                  <a:gd name="connsiteX11" fmla="*/ 41276 w 120689"/>
                  <a:gd name="connsiteY11" fmla="*/ 41724 h 157954"/>
                  <a:gd name="connsiteX12" fmla="*/ 75895 w 120689"/>
                  <a:gd name="connsiteY12" fmla="*/ 64821 h 157954"/>
                  <a:gd name="connsiteX13" fmla="*/ 120690 w 120689"/>
                  <a:gd name="connsiteY13" fmla="*/ 113716 h 157954"/>
                  <a:gd name="connsiteX14" fmla="*/ 61819 w 120689"/>
                  <a:gd name="connsiteY14" fmla="*/ 157861 h 157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0689" h="157954">
                    <a:moveTo>
                      <a:pt x="61914" y="157954"/>
                    </a:moveTo>
                    <a:cubicBezTo>
                      <a:pt x="33097" y="157954"/>
                      <a:pt x="16263" y="149572"/>
                      <a:pt x="0" y="139048"/>
                    </a:cubicBezTo>
                    <a:lnTo>
                      <a:pt x="15597" y="115299"/>
                    </a:lnTo>
                    <a:cubicBezTo>
                      <a:pt x="28817" y="124612"/>
                      <a:pt x="44129" y="131784"/>
                      <a:pt x="60678" y="131784"/>
                    </a:cubicBezTo>
                    <a:cubicBezTo>
                      <a:pt x="77226" y="131784"/>
                      <a:pt x="85786" y="124612"/>
                      <a:pt x="85786" y="115020"/>
                    </a:cubicBezTo>
                    <a:cubicBezTo>
                      <a:pt x="85786" y="101795"/>
                      <a:pt x="76941" y="96672"/>
                      <a:pt x="55732" y="91271"/>
                    </a:cubicBezTo>
                    <a:cubicBezTo>
                      <a:pt x="32146" y="85310"/>
                      <a:pt x="6372" y="73855"/>
                      <a:pt x="6372" y="44145"/>
                    </a:cubicBezTo>
                    <a:cubicBezTo>
                      <a:pt x="6372" y="16578"/>
                      <a:pt x="30244" y="0"/>
                      <a:pt x="64577" y="0"/>
                    </a:cubicBezTo>
                    <a:cubicBezTo>
                      <a:pt x="86356" y="0"/>
                      <a:pt x="101669" y="4191"/>
                      <a:pt x="118788" y="16205"/>
                    </a:cubicBezTo>
                    <a:lnTo>
                      <a:pt x="104427" y="39302"/>
                    </a:lnTo>
                    <a:cubicBezTo>
                      <a:pt x="91207" y="29430"/>
                      <a:pt x="74659" y="26077"/>
                      <a:pt x="65528" y="26077"/>
                    </a:cubicBezTo>
                    <a:cubicBezTo>
                      <a:pt x="48029" y="26077"/>
                      <a:pt x="41276" y="32410"/>
                      <a:pt x="41276" y="41724"/>
                    </a:cubicBezTo>
                    <a:cubicBezTo>
                      <a:pt x="41276" y="54669"/>
                      <a:pt x="52594" y="58488"/>
                      <a:pt x="75895" y="64821"/>
                    </a:cubicBezTo>
                    <a:cubicBezTo>
                      <a:pt x="95487" y="69943"/>
                      <a:pt x="120690" y="80095"/>
                      <a:pt x="120690" y="113716"/>
                    </a:cubicBezTo>
                    <a:cubicBezTo>
                      <a:pt x="120690" y="144915"/>
                      <a:pt x="90922" y="157861"/>
                      <a:pt x="61819" y="157861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6C1F57CE-E6C4-C3A7-E0CE-58F921EFB2BD}"/>
                  </a:ext>
                </a:extLst>
              </p:cNvPr>
              <p:cNvSpPr/>
              <p:nvPr/>
            </p:nvSpPr>
            <p:spPr>
              <a:xfrm>
                <a:off x="7812954" y="3289300"/>
                <a:ext cx="36425" cy="216069"/>
              </a:xfrm>
              <a:custGeom>
                <a:avLst/>
                <a:gdLst>
                  <a:gd name="connsiteX0" fmla="*/ 0 w 36425"/>
                  <a:gd name="connsiteY0" fmla="*/ 32969 h 216069"/>
                  <a:gd name="connsiteX1" fmla="*/ 0 w 36425"/>
                  <a:gd name="connsiteY1" fmla="*/ 0 h 216069"/>
                  <a:gd name="connsiteX2" fmla="*/ 36426 w 36425"/>
                  <a:gd name="connsiteY2" fmla="*/ 0 h 216069"/>
                  <a:gd name="connsiteX3" fmla="*/ 36426 w 36425"/>
                  <a:gd name="connsiteY3" fmla="*/ 32969 h 216069"/>
                  <a:gd name="connsiteX4" fmla="*/ 0 w 36425"/>
                  <a:gd name="connsiteY4" fmla="*/ 32969 h 216069"/>
                  <a:gd name="connsiteX5" fmla="*/ 1236 w 36425"/>
                  <a:gd name="connsiteY5" fmla="*/ 216069 h 216069"/>
                  <a:gd name="connsiteX6" fmla="*/ 1236 w 36425"/>
                  <a:gd name="connsiteY6" fmla="*/ 66032 h 216069"/>
                  <a:gd name="connsiteX7" fmla="*/ 35284 w 36425"/>
                  <a:gd name="connsiteY7" fmla="*/ 66032 h 216069"/>
                  <a:gd name="connsiteX8" fmla="*/ 35284 w 36425"/>
                  <a:gd name="connsiteY8" fmla="*/ 216069 h 216069"/>
                  <a:gd name="connsiteX9" fmla="*/ 1236 w 36425"/>
                  <a:gd name="connsiteY9" fmla="*/ 216069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6425" h="216069">
                    <a:moveTo>
                      <a:pt x="0" y="32969"/>
                    </a:moveTo>
                    <a:lnTo>
                      <a:pt x="0" y="0"/>
                    </a:lnTo>
                    <a:lnTo>
                      <a:pt x="36426" y="0"/>
                    </a:lnTo>
                    <a:lnTo>
                      <a:pt x="36426" y="32969"/>
                    </a:lnTo>
                    <a:lnTo>
                      <a:pt x="0" y="32969"/>
                    </a:lnTo>
                    <a:close/>
                    <a:moveTo>
                      <a:pt x="1236" y="216069"/>
                    </a:moveTo>
                    <a:lnTo>
                      <a:pt x="1236" y="66032"/>
                    </a:lnTo>
                    <a:lnTo>
                      <a:pt x="35284" y="66032"/>
                    </a:lnTo>
                    <a:lnTo>
                      <a:pt x="35284" y="216069"/>
                    </a:lnTo>
                    <a:lnTo>
                      <a:pt x="1236" y="21606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731E96B7-E74F-C264-B64F-68289A6A9EF0}"/>
                  </a:ext>
                </a:extLst>
              </p:cNvPr>
              <p:cNvSpPr/>
              <p:nvPr/>
            </p:nvSpPr>
            <p:spPr>
              <a:xfrm>
                <a:off x="7884664" y="3351140"/>
                <a:ext cx="147795" cy="158419"/>
              </a:xfrm>
              <a:custGeom>
                <a:avLst/>
                <a:gdLst>
                  <a:gd name="connsiteX0" fmla="*/ 73898 w 147795"/>
                  <a:gd name="connsiteY0" fmla="*/ 158420 h 158419"/>
                  <a:gd name="connsiteX1" fmla="*/ 0 w 147795"/>
                  <a:gd name="connsiteY1" fmla="*/ 78605 h 158419"/>
                  <a:gd name="connsiteX2" fmla="*/ 73898 w 147795"/>
                  <a:gd name="connsiteY2" fmla="*/ 0 h 158419"/>
                  <a:gd name="connsiteX3" fmla="*/ 147795 w 147795"/>
                  <a:gd name="connsiteY3" fmla="*/ 78605 h 158419"/>
                  <a:gd name="connsiteX4" fmla="*/ 73898 w 147795"/>
                  <a:gd name="connsiteY4" fmla="*/ 158420 h 158419"/>
                  <a:gd name="connsiteX5" fmla="*/ 73898 w 147795"/>
                  <a:gd name="connsiteY5" fmla="*/ 26357 h 158419"/>
                  <a:gd name="connsiteX6" fmla="*/ 34714 w 147795"/>
                  <a:gd name="connsiteY6" fmla="*/ 78605 h 158419"/>
                  <a:gd name="connsiteX7" fmla="*/ 73898 w 147795"/>
                  <a:gd name="connsiteY7" fmla="*/ 132063 h 158419"/>
                  <a:gd name="connsiteX8" fmla="*/ 113081 w 147795"/>
                  <a:gd name="connsiteY8" fmla="*/ 78605 h 158419"/>
                  <a:gd name="connsiteX9" fmla="*/ 73898 w 147795"/>
                  <a:gd name="connsiteY9" fmla="*/ 26357 h 158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7795" h="158419">
                    <a:moveTo>
                      <a:pt x="73898" y="158420"/>
                    </a:moveTo>
                    <a:cubicBezTo>
                      <a:pt x="26725" y="158420"/>
                      <a:pt x="0" y="124799"/>
                      <a:pt x="0" y="78605"/>
                    </a:cubicBezTo>
                    <a:cubicBezTo>
                      <a:pt x="0" y="32410"/>
                      <a:pt x="27581" y="0"/>
                      <a:pt x="73898" y="0"/>
                    </a:cubicBezTo>
                    <a:cubicBezTo>
                      <a:pt x="120214" y="0"/>
                      <a:pt x="147795" y="32410"/>
                      <a:pt x="147795" y="78605"/>
                    </a:cubicBezTo>
                    <a:cubicBezTo>
                      <a:pt x="147795" y="124799"/>
                      <a:pt x="120214" y="158420"/>
                      <a:pt x="73898" y="158420"/>
                    </a:cubicBezTo>
                    <a:close/>
                    <a:moveTo>
                      <a:pt x="73898" y="26357"/>
                    </a:moveTo>
                    <a:cubicBezTo>
                      <a:pt x="47838" y="26357"/>
                      <a:pt x="34714" y="47405"/>
                      <a:pt x="34714" y="78605"/>
                    </a:cubicBezTo>
                    <a:cubicBezTo>
                      <a:pt x="34714" y="109804"/>
                      <a:pt x="48504" y="132063"/>
                      <a:pt x="73898" y="132063"/>
                    </a:cubicBezTo>
                    <a:cubicBezTo>
                      <a:pt x="99291" y="132063"/>
                      <a:pt x="113081" y="109897"/>
                      <a:pt x="113081" y="78605"/>
                    </a:cubicBezTo>
                    <a:cubicBezTo>
                      <a:pt x="113081" y="47312"/>
                      <a:pt x="99006" y="26357"/>
                      <a:pt x="73898" y="26357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CBD71552-58B7-8DFE-B304-1C32FC307BDE}"/>
                  </a:ext>
                </a:extLst>
              </p:cNvPr>
              <p:cNvSpPr/>
              <p:nvPr/>
            </p:nvSpPr>
            <p:spPr>
              <a:xfrm>
                <a:off x="8066222" y="3351140"/>
                <a:ext cx="130105" cy="154228"/>
              </a:xfrm>
              <a:custGeom>
                <a:avLst/>
                <a:gdLst>
                  <a:gd name="connsiteX0" fmla="*/ 96248 w 130105"/>
                  <a:gd name="connsiteY0" fmla="*/ 154229 h 154228"/>
                  <a:gd name="connsiteX1" fmla="*/ 96248 w 130105"/>
                  <a:gd name="connsiteY1" fmla="*/ 67242 h 154228"/>
                  <a:gd name="connsiteX2" fmla="*/ 67716 w 130105"/>
                  <a:gd name="connsiteY2" fmla="*/ 27288 h 154228"/>
                  <a:gd name="connsiteX3" fmla="*/ 35570 w 130105"/>
                  <a:gd name="connsiteY3" fmla="*/ 47684 h 154228"/>
                  <a:gd name="connsiteX4" fmla="*/ 35570 w 130105"/>
                  <a:gd name="connsiteY4" fmla="*/ 154229 h 154228"/>
                  <a:gd name="connsiteX5" fmla="*/ 1522 w 130105"/>
                  <a:gd name="connsiteY5" fmla="*/ 154229 h 154228"/>
                  <a:gd name="connsiteX6" fmla="*/ 1522 w 130105"/>
                  <a:gd name="connsiteY6" fmla="*/ 31200 h 154228"/>
                  <a:gd name="connsiteX7" fmla="*/ 0 w 130105"/>
                  <a:gd name="connsiteY7" fmla="*/ 4191 h 154228"/>
                  <a:gd name="connsiteX8" fmla="*/ 26630 w 130105"/>
                  <a:gd name="connsiteY8" fmla="*/ 4191 h 154228"/>
                  <a:gd name="connsiteX9" fmla="*/ 29958 w 130105"/>
                  <a:gd name="connsiteY9" fmla="*/ 23376 h 154228"/>
                  <a:gd name="connsiteX10" fmla="*/ 75895 w 130105"/>
                  <a:gd name="connsiteY10" fmla="*/ 0 h 154228"/>
                  <a:gd name="connsiteX11" fmla="*/ 130105 w 130105"/>
                  <a:gd name="connsiteY11" fmla="*/ 69291 h 154228"/>
                  <a:gd name="connsiteX12" fmla="*/ 130105 w 130105"/>
                  <a:gd name="connsiteY12" fmla="*/ 154229 h 154228"/>
                  <a:gd name="connsiteX13" fmla="*/ 96057 w 130105"/>
                  <a:gd name="connsiteY13" fmla="*/ 154229 h 1542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30105" h="154228">
                    <a:moveTo>
                      <a:pt x="96248" y="154229"/>
                    </a:moveTo>
                    <a:lnTo>
                      <a:pt x="96248" y="67242"/>
                    </a:lnTo>
                    <a:cubicBezTo>
                      <a:pt x="96248" y="42934"/>
                      <a:pt x="91017" y="27288"/>
                      <a:pt x="67716" y="27288"/>
                    </a:cubicBezTo>
                    <a:cubicBezTo>
                      <a:pt x="53925" y="27288"/>
                      <a:pt x="43178" y="37533"/>
                      <a:pt x="35570" y="47684"/>
                    </a:cubicBezTo>
                    <a:lnTo>
                      <a:pt x="35570" y="154229"/>
                    </a:lnTo>
                    <a:lnTo>
                      <a:pt x="1522" y="154229"/>
                    </a:lnTo>
                    <a:lnTo>
                      <a:pt x="1522" y="31200"/>
                    </a:lnTo>
                    <a:cubicBezTo>
                      <a:pt x="1522" y="26077"/>
                      <a:pt x="285" y="9313"/>
                      <a:pt x="0" y="4191"/>
                    </a:cubicBezTo>
                    <a:lnTo>
                      <a:pt x="26630" y="4191"/>
                    </a:lnTo>
                    <a:lnTo>
                      <a:pt x="29958" y="23376"/>
                    </a:lnTo>
                    <a:cubicBezTo>
                      <a:pt x="39184" y="10803"/>
                      <a:pt x="54781" y="0"/>
                      <a:pt x="75895" y="0"/>
                    </a:cubicBezTo>
                    <a:cubicBezTo>
                      <a:pt x="115459" y="0"/>
                      <a:pt x="130105" y="21048"/>
                      <a:pt x="130105" y="69291"/>
                    </a:cubicBezTo>
                    <a:lnTo>
                      <a:pt x="130105" y="154229"/>
                    </a:lnTo>
                    <a:lnTo>
                      <a:pt x="96057" y="15422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230023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Placeholder 35">
            <a:extLst>
              <a:ext uri="{FF2B5EF4-FFF2-40B4-BE49-F238E27FC236}">
                <a16:creationId xmlns:a16="http://schemas.microsoft.com/office/drawing/2014/main" id="{A2ADC49E-47C7-1C81-2B21-F7A84984BA6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1406538"/>
            <a:ext cx="12192000" cy="5451463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84553877-9E04-C3FA-51DA-BB4282AAD082}"/>
              </a:ext>
            </a:extLst>
          </p:cNvPr>
          <p:cNvSpPr/>
          <p:nvPr/>
        </p:nvSpPr>
        <p:spPr>
          <a:xfrm>
            <a:off x="0" y="3646190"/>
            <a:ext cx="12192000" cy="1867104"/>
          </a:xfrm>
          <a:prstGeom prst="rect">
            <a:avLst/>
          </a:prstGeom>
          <a:gradFill flip="none" rotWithShape="1">
            <a:gsLst>
              <a:gs pos="100000">
                <a:schemeClr val="tx1">
                  <a:alpha val="0"/>
                </a:schemeClr>
              </a:gs>
              <a:gs pos="0">
                <a:schemeClr val="tx1">
                  <a:alpha val="0"/>
                </a:schemeClr>
              </a:gs>
              <a:gs pos="50000">
                <a:schemeClr val="tx1">
                  <a:alpha val="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CA9C52B-0E0D-882C-6C69-937FD57A38D7}"/>
              </a:ext>
            </a:extLst>
          </p:cNvPr>
          <p:cNvSpPr/>
          <p:nvPr/>
        </p:nvSpPr>
        <p:spPr>
          <a:xfrm>
            <a:off x="0" y="6138000"/>
            <a:ext cx="12192000" cy="720000"/>
          </a:xfrm>
          <a:prstGeom prst="rect">
            <a:avLst/>
          </a:prstGeom>
          <a:gradFill flip="none" rotWithShape="1">
            <a:gsLst>
              <a:gs pos="100000">
                <a:schemeClr val="tx1">
                  <a:alpha val="0"/>
                </a:schemeClr>
              </a:gs>
              <a:gs pos="0">
                <a:schemeClr val="tx1">
                  <a:alpha val="5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641DD1-7679-677C-E5F7-106CA2181E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3678" y="2276475"/>
            <a:ext cx="10801350" cy="2305050"/>
          </a:xfrm>
          <a:noFill/>
        </p:spPr>
        <p:txBody>
          <a:bodyPr anchor="b" anchorCtr="0">
            <a:noAutofit/>
          </a:bodyPr>
          <a:lstStyle>
            <a:lvl1pPr algn="l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D6AF788A-E08C-BD2E-6C5D-C8C5954A02D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67162" y="53134"/>
            <a:ext cx="1897200" cy="1044114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BB33BBA0-4572-0EFB-9D24-1C221E3044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2914" y="4972430"/>
            <a:ext cx="7632700" cy="307777"/>
          </a:xfrm>
        </p:spPr>
        <p:txBody>
          <a:bodyPr anchor="t" anchorCtr="0">
            <a:sp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K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DDA069-1327-124F-225A-A74D981CE04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98761"/>
            <a:ext cx="12192000" cy="307777"/>
          </a:xfrm>
          <a:prstGeom prst="rect">
            <a:avLst/>
          </a:prstGeom>
        </p:spPr>
      </p:pic>
      <p:grpSp>
        <p:nvGrpSpPr>
          <p:cNvPr id="37" name="Graphic 17">
            <a:extLst>
              <a:ext uri="{FF2B5EF4-FFF2-40B4-BE49-F238E27FC236}">
                <a16:creationId xmlns:a16="http://schemas.microsoft.com/office/drawing/2014/main" id="{36E3B021-4009-B374-EA96-D7BA80F330F4}"/>
              </a:ext>
            </a:extLst>
          </p:cNvPr>
          <p:cNvGrpSpPr>
            <a:grpSpLocks noChangeAspect="1"/>
          </p:cNvGrpSpPr>
          <p:nvPr/>
        </p:nvGrpSpPr>
        <p:grpSpPr>
          <a:xfrm>
            <a:off x="9103088" y="6458998"/>
            <a:ext cx="2646000" cy="177687"/>
            <a:chOff x="3994150" y="3289300"/>
            <a:chExt cx="4202178" cy="282193"/>
          </a:xfrm>
          <a:solidFill>
            <a:schemeClr val="bg1"/>
          </a:solidFill>
        </p:grpSpPr>
        <p:grpSp>
          <p:nvGrpSpPr>
            <p:cNvPr id="38" name="Graphic 17">
              <a:extLst>
                <a:ext uri="{FF2B5EF4-FFF2-40B4-BE49-F238E27FC236}">
                  <a16:creationId xmlns:a16="http://schemas.microsoft.com/office/drawing/2014/main" id="{177082D1-5F9E-B2C5-B38F-9E969A2305BF}"/>
                </a:ext>
              </a:extLst>
            </p:cNvPr>
            <p:cNvGrpSpPr/>
            <p:nvPr/>
          </p:nvGrpSpPr>
          <p:grpSpPr>
            <a:xfrm>
              <a:off x="3994150" y="3289300"/>
              <a:ext cx="2355593" cy="276140"/>
              <a:chOff x="3994150" y="3289300"/>
              <a:chExt cx="2355593" cy="276140"/>
            </a:xfrm>
            <a:grpFill/>
          </p:grpSpPr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7634E960-B343-C9C9-08E5-03394291F387}"/>
                  </a:ext>
                </a:extLst>
              </p:cNvPr>
              <p:cNvSpPr/>
              <p:nvPr/>
            </p:nvSpPr>
            <p:spPr>
              <a:xfrm>
                <a:off x="3994150" y="3293770"/>
                <a:ext cx="153596" cy="211598"/>
              </a:xfrm>
              <a:custGeom>
                <a:avLst/>
                <a:gdLst>
                  <a:gd name="connsiteX0" fmla="*/ 86452 w 153596"/>
                  <a:gd name="connsiteY0" fmla="*/ 16857 h 211598"/>
                  <a:gd name="connsiteX1" fmla="*/ 86452 w 153596"/>
                  <a:gd name="connsiteY1" fmla="*/ 211599 h 211598"/>
                  <a:gd name="connsiteX2" fmla="*/ 67145 w 153596"/>
                  <a:gd name="connsiteY2" fmla="*/ 211599 h 211598"/>
                  <a:gd name="connsiteX3" fmla="*/ 67145 w 153596"/>
                  <a:gd name="connsiteY3" fmla="*/ 16857 h 211598"/>
                  <a:gd name="connsiteX4" fmla="*/ 0 w 153596"/>
                  <a:gd name="connsiteY4" fmla="*/ 16857 h 211598"/>
                  <a:gd name="connsiteX5" fmla="*/ 0 w 153596"/>
                  <a:gd name="connsiteY5" fmla="*/ 0 h 211598"/>
                  <a:gd name="connsiteX6" fmla="*/ 153597 w 153596"/>
                  <a:gd name="connsiteY6" fmla="*/ 0 h 211598"/>
                  <a:gd name="connsiteX7" fmla="*/ 153597 w 153596"/>
                  <a:gd name="connsiteY7" fmla="*/ 16764 h 211598"/>
                  <a:gd name="connsiteX8" fmla="*/ 86452 w 153596"/>
                  <a:gd name="connsiteY8" fmla="*/ 16764 h 2115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3596" h="211598">
                    <a:moveTo>
                      <a:pt x="86452" y="16857"/>
                    </a:moveTo>
                    <a:lnTo>
                      <a:pt x="86452" y="211599"/>
                    </a:lnTo>
                    <a:lnTo>
                      <a:pt x="67145" y="211599"/>
                    </a:lnTo>
                    <a:lnTo>
                      <a:pt x="67145" y="16857"/>
                    </a:lnTo>
                    <a:lnTo>
                      <a:pt x="0" y="16857"/>
                    </a:lnTo>
                    <a:lnTo>
                      <a:pt x="0" y="0"/>
                    </a:lnTo>
                    <a:lnTo>
                      <a:pt x="153597" y="0"/>
                    </a:lnTo>
                    <a:lnTo>
                      <a:pt x="153597" y="16764"/>
                    </a:lnTo>
                    <a:lnTo>
                      <a:pt x="86452" y="16764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96962BBC-0DCA-1287-BA47-48A146C85BE3}"/>
                  </a:ext>
                </a:extLst>
              </p:cNvPr>
              <p:cNvSpPr/>
              <p:nvPr/>
            </p:nvSpPr>
            <p:spPr>
              <a:xfrm>
                <a:off x="4182936" y="3289300"/>
                <a:ext cx="113461" cy="216162"/>
              </a:xfrm>
              <a:custGeom>
                <a:avLst/>
                <a:gdLst>
                  <a:gd name="connsiteX0" fmla="*/ 94726 w 113461"/>
                  <a:gd name="connsiteY0" fmla="*/ 216069 h 216162"/>
                  <a:gd name="connsiteX1" fmla="*/ 94726 w 113461"/>
                  <a:gd name="connsiteY1" fmla="*/ 120701 h 216162"/>
                  <a:gd name="connsiteX2" fmla="*/ 58586 w 113461"/>
                  <a:gd name="connsiteY2" fmla="*/ 78418 h 216162"/>
                  <a:gd name="connsiteX3" fmla="*/ 18736 w 113461"/>
                  <a:gd name="connsiteY3" fmla="*/ 102726 h 216162"/>
                  <a:gd name="connsiteX4" fmla="*/ 18736 w 113461"/>
                  <a:gd name="connsiteY4" fmla="*/ 216162 h 216162"/>
                  <a:gd name="connsiteX5" fmla="*/ 0 w 113461"/>
                  <a:gd name="connsiteY5" fmla="*/ 216162 h 216162"/>
                  <a:gd name="connsiteX6" fmla="*/ 0 w 113461"/>
                  <a:gd name="connsiteY6" fmla="*/ 0 h 216162"/>
                  <a:gd name="connsiteX7" fmla="*/ 18736 w 113461"/>
                  <a:gd name="connsiteY7" fmla="*/ 0 h 216162"/>
                  <a:gd name="connsiteX8" fmla="*/ 18736 w 113461"/>
                  <a:gd name="connsiteY8" fmla="*/ 84658 h 216162"/>
                  <a:gd name="connsiteX9" fmla="*/ 62580 w 113461"/>
                  <a:gd name="connsiteY9" fmla="*/ 62772 h 216162"/>
                  <a:gd name="connsiteX10" fmla="*/ 113462 w 113461"/>
                  <a:gd name="connsiteY10" fmla="*/ 122191 h 216162"/>
                  <a:gd name="connsiteX11" fmla="*/ 113462 w 113461"/>
                  <a:gd name="connsiteY11" fmla="*/ 216162 h 216162"/>
                  <a:gd name="connsiteX12" fmla="*/ 94726 w 113461"/>
                  <a:gd name="connsiteY12" fmla="*/ 216162 h 216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3461" h="216162">
                    <a:moveTo>
                      <a:pt x="94726" y="216069"/>
                    </a:moveTo>
                    <a:lnTo>
                      <a:pt x="94726" y="120701"/>
                    </a:lnTo>
                    <a:cubicBezTo>
                      <a:pt x="94726" y="93133"/>
                      <a:pt x="83694" y="78418"/>
                      <a:pt x="58586" y="78418"/>
                    </a:cubicBezTo>
                    <a:cubicBezTo>
                      <a:pt x="39850" y="78418"/>
                      <a:pt x="26725" y="90991"/>
                      <a:pt x="18736" y="102726"/>
                    </a:cubicBezTo>
                    <a:lnTo>
                      <a:pt x="18736" y="216162"/>
                    </a:lnTo>
                    <a:lnTo>
                      <a:pt x="0" y="216162"/>
                    </a:lnTo>
                    <a:lnTo>
                      <a:pt x="0" y="0"/>
                    </a:lnTo>
                    <a:lnTo>
                      <a:pt x="18736" y="0"/>
                    </a:lnTo>
                    <a:lnTo>
                      <a:pt x="18736" y="84658"/>
                    </a:lnTo>
                    <a:cubicBezTo>
                      <a:pt x="28532" y="71713"/>
                      <a:pt x="43844" y="62772"/>
                      <a:pt x="62580" y="62772"/>
                    </a:cubicBezTo>
                    <a:cubicBezTo>
                      <a:pt x="101193" y="62772"/>
                      <a:pt x="113462" y="86800"/>
                      <a:pt x="113462" y="122191"/>
                    </a:cubicBezTo>
                    <a:lnTo>
                      <a:pt x="113462" y="216162"/>
                    </a:lnTo>
                    <a:lnTo>
                      <a:pt x="94726" y="21616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E21D99E8-B27D-16FE-430A-009ED03829E4}"/>
                  </a:ext>
                </a:extLst>
              </p:cNvPr>
              <p:cNvSpPr/>
              <p:nvPr/>
            </p:nvSpPr>
            <p:spPr>
              <a:xfrm>
                <a:off x="4338434" y="3352071"/>
                <a:ext cx="128108" cy="156650"/>
              </a:xfrm>
              <a:custGeom>
                <a:avLst/>
                <a:gdLst>
                  <a:gd name="connsiteX0" fmla="*/ 19877 w 128108"/>
                  <a:gd name="connsiteY0" fmla="*/ 84006 h 156650"/>
                  <a:gd name="connsiteX1" fmla="*/ 70759 w 128108"/>
                  <a:gd name="connsiteY1" fmla="*/ 141004 h 156650"/>
                  <a:gd name="connsiteX2" fmla="*/ 113937 w 128108"/>
                  <a:gd name="connsiteY2" fmla="*/ 125730 h 156650"/>
                  <a:gd name="connsiteX3" fmla="*/ 123163 w 128108"/>
                  <a:gd name="connsiteY3" fmla="*/ 138303 h 156650"/>
                  <a:gd name="connsiteX4" fmla="*/ 70759 w 128108"/>
                  <a:gd name="connsiteY4" fmla="*/ 156650 h 156650"/>
                  <a:gd name="connsiteX5" fmla="*/ 0 w 128108"/>
                  <a:gd name="connsiteY5" fmla="*/ 79815 h 156650"/>
                  <a:gd name="connsiteX6" fmla="*/ 65623 w 128108"/>
                  <a:gd name="connsiteY6" fmla="*/ 0 h 156650"/>
                  <a:gd name="connsiteX7" fmla="*/ 128108 w 128108"/>
                  <a:gd name="connsiteY7" fmla="*/ 84006 h 156650"/>
                  <a:gd name="connsiteX8" fmla="*/ 19877 w 128108"/>
                  <a:gd name="connsiteY8" fmla="*/ 84006 h 156650"/>
                  <a:gd name="connsiteX9" fmla="*/ 65528 w 128108"/>
                  <a:gd name="connsiteY9" fmla="*/ 14994 h 156650"/>
                  <a:gd name="connsiteX10" fmla="*/ 19877 w 128108"/>
                  <a:gd name="connsiteY10" fmla="*/ 69012 h 156650"/>
                  <a:gd name="connsiteX11" fmla="*/ 108802 w 128108"/>
                  <a:gd name="connsiteY11" fmla="*/ 69012 h 156650"/>
                  <a:gd name="connsiteX12" fmla="*/ 65623 w 128108"/>
                  <a:gd name="connsiteY12" fmla="*/ 14994 h 156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8108" h="156650">
                    <a:moveTo>
                      <a:pt x="19877" y="84006"/>
                    </a:moveTo>
                    <a:cubicBezTo>
                      <a:pt x="21399" y="122377"/>
                      <a:pt x="44700" y="141004"/>
                      <a:pt x="70759" y="141004"/>
                    </a:cubicBezTo>
                    <a:cubicBezTo>
                      <a:pt x="88829" y="141004"/>
                      <a:pt x="103285" y="133833"/>
                      <a:pt x="113937" y="125730"/>
                    </a:cubicBezTo>
                    <a:lnTo>
                      <a:pt x="123163" y="138303"/>
                    </a:lnTo>
                    <a:cubicBezTo>
                      <a:pt x="109087" y="149106"/>
                      <a:pt x="92824" y="156650"/>
                      <a:pt x="70759" y="156650"/>
                    </a:cubicBezTo>
                    <a:cubicBezTo>
                      <a:pt x="30910" y="156650"/>
                      <a:pt x="0" y="129642"/>
                      <a:pt x="0" y="79815"/>
                    </a:cubicBezTo>
                    <a:cubicBezTo>
                      <a:pt x="0" y="26077"/>
                      <a:pt x="31575" y="0"/>
                      <a:pt x="65623" y="0"/>
                    </a:cubicBezTo>
                    <a:cubicBezTo>
                      <a:pt x="113747" y="0"/>
                      <a:pt x="128108" y="36881"/>
                      <a:pt x="128108" y="84006"/>
                    </a:cubicBezTo>
                    <a:lnTo>
                      <a:pt x="19877" y="84006"/>
                    </a:lnTo>
                    <a:close/>
                    <a:moveTo>
                      <a:pt x="65528" y="14994"/>
                    </a:moveTo>
                    <a:cubicBezTo>
                      <a:pt x="40991" y="14994"/>
                      <a:pt x="22350" y="32969"/>
                      <a:pt x="19877" y="69012"/>
                    </a:cubicBezTo>
                    <a:lnTo>
                      <a:pt x="108802" y="69012"/>
                    </a:lnTo>
                    <a:cubicBezTo>
                      <a:pt x="108231" y="32690"/>
                      <a:pt x="92824" y="14994"/>
                      <a:pt x="65623" y="14994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CD84FE87-8C4E-B528-2340-817101F58938}"/>
                  </a:ext>
                </a:extLst>
              </p:cNvPr>
              <p:cNvSpPr/>
              <p:nvPr/>
            </p:nvSpPr>
            <p:spPr>
              <a:xfrm>
                <a:off x="4595317" y="3352071"/>
                <a:ext cx="123828" cy="213368"/>
              </a:xfrm>
              <a:custGeom>
                <a:avLst/>
                <a:gdLst>
                  <a:gd name="connsiteX0" fmla="*/ 62865 w 123828"/>
                  <a:gd name="connsiteY0" fmla="*/ 156650 h 213368"/>
                  <a:gd name="connsiteX1" fmla="*/ 19687 w 123828"/>
                  <a:gd name="connsiteY1" fmla="*/ 138676 h 213368"/>
                  <a:gd name="connsiteX2" fmla="*/ 19687 w 123828"/>
                  <a:gd name="connsiteY2" fmla="*/ 213368 h 213368"/>
                  <a:gd name="connsiteX3" fmla="*/ 951 w 123828"/>
                  <a:gd name="connsiteY3" fmla="*/ 213368 h 213368"/>
                  <a:gd name="connsiteX4" fmla="*/ 951 w 123828"/>
                  <a:gd name="connsiteY4" fmla="*/ 31479 h 213368"/>
                  <a:gd name="connsiteX5" fmla="*/ 0 w 123828"/>
                  <a:gd name="connsiteY5" fmla="*/ 3260 h 213368"/>
                  <a:gd name="connsiteX6" fmla="*/ 15597 w 123828"/>
                  <a:gd name="connsiteY6" fmla="*/ 3260 h 213368"/>
                  <a:gd name="connsiteX7" fmla="*/ 17119 w 123828"/>
                  <a:gd name="connsiteY7" fmla="*/ 26077 h 213368"/>
                  <a:gd name="connsiteX8" fmla="*/ 65243 w 123828"/>
                  <a:gd name="connsiteY8" fmla="*/ 0 h 213368"/>
                  <a:gd name="connsiteX9" fmla="*/ 123828 w 123828"/>
                  <a:gd name="connsiteY9" fmla="*/ 76835 h 213368"/>
                  <a:gd name="connsiteX10" fmla="*/ 62865 w 123828"/>
                  <a:gd name="connsiteY10" fmla="*/ 156650 h 213368"/>
                  <a:gd name="connsiteX11" fmla="*/ 61058 w 123828"/>
                  <a:gd name="connsiteY11" fmla="*/ 15274 h 213368"/>
                  <a:gd name="connsiteX12" fmla="*/ 19687 w 123828"/>
                  <a:gd name="connsiteY12" fmla="*/ 42003 h 213368"/>
                  <a:gd name="connsiteX13" fmla="*/ 19687 w 123828"/>
                  <a:gd name="connsiteY13" fmla="*/ 123309 h 213368"/>
                  <a:gd name="connsiteX14" fmla="*/ 58300 w 123828"/>
                  <a:gd name="connsiteY14" fmla="*/ 141283 h 213368"/>
                  <a:gd name="connsiteX15" fmla="*/ 104237 w 123828"/>
                  <a:gd name="connsiteY15" fmla="*/ 78232 h 213368"/>
                  <a:gd name="connsiteX16" fmla="*/ 61058 w 123828"/>
                  <a:gd name="connsiteY16" fmla="*/ 15181 h 213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3828" h="213368">
                    <a:moveTo>
                      <a:pt x="62865" y="156650"/>
                    </a:moveTo>
                    <a:cubicBezTo>
                      <a:pt x="44129" y="156650"/>
                      <a:pt x="28817" y="149758"/>
                      <a:pt x="19687" y="138676"/>
                    </a:cubicBezTo>
                    <a:lnTo>
                      <a:pt x="19687" y="213368"/>
                    </a:lnTo>
                    <a:lnTo>
                      <a:pt x="951" y="213368"/>
                    </a:lnTo>
                    <a:lnTo>
                      <a:pt x="951" y="31479"/>
                    </a:lnTo>
                    <a:cubicBezTo>
                      <a:pt x="951" y="24308"/>
                      <a:pt x="380" y="9872"/>
                      <a:pt x="0" y="3260"/>
                    </a:cubicBezTo>
                    <a:lnTo>
                      <a:pt x="15597" y="3260"/>
                    </a:lnTo>
                    <a:lnTo>
                      <a:pt x="17119" y="26077"/>
                    </a:lnTo>
                    <a:cubicBezTo>
                      <a:pt x="27200" y="13132"/>
                      <a:pt x="40420" y="0"/>
                      <a:pt x="65243" y="0"/>
                    </a:cubicBezTo>
                    <a:cubicBezTo>
                      <a:pt x="102334" y="0"/>
                      <a:pt x="123828" y="32131"/>
                      <a:pt x="123828" y="76835"/>
                    </a:cubicBezTo>
                    <a:cubicBezTo>
                      <a:pt x="123828" y="121539"/>
                      <a:pt x="102049" y="156650"/>
                      <a:pt x="62865" y="156650"/>
                    </a:cubicBezTo>
                    <a:close/>
                    <a:moveTo>
                      <a:pt x="61058" y="15274"/>
                    </a:moveTo>
                    <a:cubicBezTo>
                      <a:pt x="40515" y="15274"/>
                      <a:pt x="26440" y="32410"/>
                      <a:pt x="19687" y="42003"/>
                    </a:cubicBezTo>
                    <a:lnTo>
                      <a:pt x="19687" y="123309"/>
                    </a:lnTo>
                    <a:cubicBezTo>
                      <a:pt x="28247" y="132622"/>
                      <a:pt x="39564" y="141283"/>
                      <a:pt x="58300" y="141283"/>
                    </a:cubicBezTo>
                    <a:cubicBezTo>
                      <a:pt x="83123" y="141283"/>
                      <a:pt x="104237" y="121446"/>
                      <a:pt x="104237" y="78232"/>
                    </a:cubicBezTo>
                    <a:cubicBezTo>
                      <a:pt x="104237" y="35018"/>
                      <a:pt x="86166" y="15181"/>
                      <a:pt x="61058" y="15181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AD4A74D6-4249-59E3-878D-C3E897C77749}"/>
                  </a:ext>
                </a:extLst>
              </p:cNvPr>
              <p:cNvSpPr/>
              <p:nvPr/>
            </p:nvSpPr>
            <p:spPr>
              <a:xfrm>
                <a:off x="4752813" y="3351978"/>
                <a:ext cx="136762" cy="156743"/>
              </a:xfrm>
              <a:custGeom>
                <a:avLst/>
                <a:gdLst>
                  <a:gd name="connsiteX0" fmla="*/ 68381 w 136762"/>
                  <a:gd name="connsiteY0" fmla="*/ 156743 h 156743"/>
                  <a:gd name="connsiteX1" fmla="*/ 0 w 136762"/>
                  <a:gd name="connsiteY1" fmla="*/ 77766 h 156743"/>
                  <a:gd name="connsiteX2" fmla="*/ 68381 w 136762"/>
                  <a:gd name="connsiteY2" fmla="*/ 0 h 156743"/>
                  <a:gd name="connsiteX3" fmla="*/ 136763 w 136762"/>
                  <a:gd name="connsiteY3" fmla="*/ 77766 h 156743"/>
                  <a:gd name="connsiteX4" fmla="*/ 68381 w 136762"/>
                  <a:gd name="connsiteY4" fmla="*/ 156743 h 156743"/>
                  <a:gd name="connsiteX5" fmla="*/ 68381 w 136762"/>
                  <a:gd name="connsiteY5" fmla="*/ 15367 h 156743"/>
                  <a:gd name="connsiteX6" fmla="*/ 19687 w 136762"/>
                  <a:gd name="connsiteY6" fmla="*/ 77766 h 156743"/>
                  <a:gd name="connsiteX7" fmla="*/ 68381 w 136762"/>
                  <a:gd name="connsiteY7" fmla="*/ 141376 h 156743"/>
                  <a:gd name="connsiteX8" fmla="*/ 117076 w 136762"/>
                  <a:gd name="connsiteY8" fmla="*/ 77766 h 156743"/>
                  <a:gd name="connsiteX9" fmla="*/ 68381 w 136762"/>
                  <a:gd name="connsiteY9" fmla="*/ 15367 h 156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6762" h="156743">
                    <a:moveTo>
                      <a:pt x="68381" y="156743"/>
                    </a:moveTo>
                    <a:cubicBezTo>
                      <a:pt x="21494" y="156743"/>
                      <a:pt x="0" y="120701"/>
                      <a:pt x="0" y="77766"/>
                    </a:cubicBezTo>
                    <a:cubicBezTo>
                      <a:pt x="0" y="34832"/>
                      <a:pt x="22635" y="0"/>
                      <a:pt x="68381" y="0"/>
                    </a:cubicBezTo>
                    <a:cubicBezTo>
                      <a:pt x="114128" y="0"/>
                      <a:pt x="136763" y="36043"/>
                      <a:pt x="136763" y="77766"/>
                    </a:cubicBezTo>
                    <a:cubicBezTo>
                      <a:pt x="136763" y="119490"/>
                      <a:pt x="116220" y="156743"/>
                      <a:pt x="68381" y="156743"/>
                    </a:cubicBezTo>
                    <a:close/>
                    <a:moveTo>
                      <a:pt x="68381" y="15367"/>
                    </a:moveTo>
                    <a:cubicBezTo>
                      <a:pt x="36806" y="15367"/>
                      <a:pt x="19687" y="41817"/>
                      <a:pt x="19687" y="77766"/>
                    </a:cubicBezTo>
                    <a:cubicBezTo>
                      <a:pt x="19687" y="113716"/>
                      <a:pt x="35665" y="141376"/>
                      <a:pt x="68381" y="141376"/>
                    </a:cubicBezTo>
                    <a:cubicBezTo>
                      <a:pt x="101098" y="141376"/>
                      <a:pt x="117076" y="114088"/>
                      <a:pt x="117076" y="77766"/>
                    </a:cubicBezTo>
                    <a:cubicBezTo>
                      <a:pt x="117076" y="41444"/>
                      <a:pt x="100813" y="15367"/>
                      <a:pt x="68381" y="15367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E756EEB9-E12B-22B8-B211-ED61251C06AA}"/>
                  </a:ext>
                </a:extLst>
              </p:cNvPr>
              <p:cNvSpPr/>
              <p:nvPr/>
            </p:nvSpPr>
            <p:spPr>
              <a:xfrm>
                <a:off x="4912686" y="3355331"/>
                <a:ext cx="210089" cy="150037"/>
              </a:xfrm>
              <a:custGeom>
                <a:avLst/>
                <a:gdLst>
                  <a:gd name="connsiteX0" fmla="*/ 165390 w 210089"/>
                  <a:gd name="connsiteY0" fmla="*/ 150038 h 150037"/>
                  <a:gd name="connsiteX1" fmla="*/ 141518 w 210089"/>
                  <a:gd name="connsiteY1" fmla="*/ 150038 h 150037"/>
                  <a:gd name="connsiteX2" fmla="*/ 115174 w 210089"/>
                  <a:gd name="connsiteY2" fmla="*/ 60909 h 150037"/>
                  <a:gd name="connsiteX3" fmla="*/ 105092 w 210089"/>
                  <a:gd name="connsiteY3" fmla="*/ 23376 h 150037"/>
                  <a:gd name="connsiteX4" fmla="*/ 95011 w 210089"/>
                  <a:gd name="connsiteY4" fmla="*/ 60909 h 150037"/>
                  <a:gd name="connsiteX5" fmla="*/ 67716 w 210089"/>
                  <a:gd name="connsiteY5" fmla="*/ 150038 h 150037"/>
                  <a:gd name="connsiteX6" fmla="*/ 44129 w 210089"/>
                  <a:gd name="connsiteY6" fmla="*/ 150038 h 150037"/>
                  <a:gd name="connsiteX7" fmla="*/ 0 w 210089"/>
                  <a:gd name="connsiteY7" fmla="*/ 0 h 150037"/>
                  <a:gd name="connsiteX8" fmla="*/ 19877 w 210089"/>
                  <a:gd name="connsiteY8" fmla="*/ 0 h 150037"/>
                  <a:gd name="connsiteX9" fmla="*/ 48029 w 210089"/>
                  <a:gd name="connsiteY9" fmla="*/ 95741 h 150037"/>
                  <a:gd name="connsiteX10" fmla="*/ 56588 w 210089"/>
                  <a:gd name="connsiteY10" fmla="*/ 129921 h 150037"/>
                  <a:gd name="connsiteX11" fmla="*/ 65814 w 210089"/>
                  <a:gd name="connsiteY11" fmla="*/ 95741 h 150037"/>
                  <a:gd name="connsiteX12" fmla="*/ 94631 w 210089"/>
                  <a:gd name="connsiteY12" fmla="*/ 0 h 150037"/>
                  <a:gd name="connsiteX13" fmla="*/ 116410 w 210089"/>
                  <a:gd name="connsiteY13" fmla="*/ 0 h 150037"/>
                  <a:gd name="connsiteX14" fmla="*/ 145227 w 210089"/>
                  <a:gd name="connsiteY14" fmla="*/ 95741 h 150037"/>
                  <a:gd name="connsiteX15" fmla="*/ 154072 w 210089"/>
                  <a:gd name="connsiteY15" fmla="*/ 129921 h 150037"/>
                  <a:gd name="connsiteX16" fmla="*/ 162917 w 210089"/>
                  <a:gd name="connsiteY16" fmla="*/ 95741 h 150037"/>
                  <a:gd name="connsiteX17" fmla="*/ 191734 w 210089"/>
                  <a:gd name="connsiteY17" fmla="*/ 0 h 150037"/>
                  <a:gd name="connsiteX18" fmla="*/ 210090 w 210089"/>
                  <a:gd name="connsiteY18" fmla="*/ 0 h 150037"/>
                  <a:gd name="connsiteX19" fmla="*/ 165295 w 210089"/>
                  <a:gd name="connsiteY19" fmla="*/ 150038 h 150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10089" h="150037">
                    <a:moveTo>
                      <a:pt x="165390" y="150038"/>
                    </a:moveTo>
                    <a:lnTo>
                      <a:pt x="141518" y="150038"/>
                    </a:lnTo>
                    <a:lnTo>
                      <a:pt x="115174" y="60909"/>
                    </a:lnTo>
                    <a:cubicBezTo>
                      <a:pt x="111179" y="47125"/>
                      <a:pt x="105092" y="23376"/>
                      <a:pt x="105092" y="23376"/>
                    </a:cubicBezTo>
                    <a:cubicBezTo>
                      <a:pt x="105092" y="23376"/>
                      <a:pt x="99291" y="46474"/>
                      <a:pt x="95011" y="60909"/>
                    </a:cubicBezTo>
                    <a:lnTo>
                      <a:pt x="67716" y="150038"/>
                    </a:lnTo>
                    <a:lnTo>
                      <a:pt x="44129" y="150038"/>
                    </a:lnTo>
                    <a:lnTo>
                      <a:pt x="0" y="0"/>
                    </a:lnTo>
                    <a:lnTo>
                      <a:pt x="19877" y="0"/>
                    </a:lnTo>
                    <a:lnTo>
                      <a:pt x="48029" y="95741"/>
                    </a:lnTo>
                    <a:cubicBezTo>
                      <a:pt x="51738" y="108314"/>
                      <a:pt x="56588" y="129921"/>
                      <a:pt x="56588" y="129921"/>
                    </a:cubicBezTo>
                    <a:cubicBezTo>
                      <a:pt x="56588" y="129921"/>
                      <a:pt x="62104" y="108314"/>
                      <a:pt x="65814" y="95741"/>
                    </a:cubicBezTo>
                    <a:lnTo>
                      <a:pt x="94631" y="0"/>
                    </a:lnTo>
                    <a:lnTo>
                      <a:pt x="116410" y="0"/>
                    </a:lnTo>
                    <a:lnTo>
                      <a:pt x="145227" y="95741"/>
                    </a:lnTo>
                    <a:cubicBezTo>
                      <a:pt x="149222" y="109245"/>
                      <a:pt x="154072" y="129921"/>
                      <a:pt x="154072" y="129921"/>
                    </a:cubicBezTo>
                    <a:cubicBezTo>
                      <a:pt x="154072" y="129921"/>
                      <a:pt x="159018" y="108873"/>
                      <a:pt x="162917" y="95741"/>
                    </a:cubicBezTo>
                    <a:lnTo>
                      <a:pt x="191734" y="0"/>
                    </a:lnTo>
                    <a:lnTo>
                      <a:pt x="210090" y="0"/>
                    </a:lnTo>
                    <a:lnTo>
                      <a:pt x="165295" y="150038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4C6D44AB-3888-ACE0-9462-2637B09FD00A}"/>
                  </a:ext>
                </a:extLst>
              </p:cNvPr>
              <p:cNvSpPr/>
              <p:nvPr/>
            </p:nvSpPr>
            <p:spPr>
              <a:xfrm>
                <a:off x="5146838" y="3352071"/>
                <a:ext cx="128108" cy="156650"/>
              </a:xfrm>
              <a:custGeom>
                <a:avLst/>
                <a:gdLst>
                  <a:gd name="connsiteX0" fmla="*/ 19877 w 128108"/>
                  <a:gd name="connsiteY0" fmla="*/ 84006 h 156650"/>
                  <a:gd name="connsiteX1" fmla="*/ 70759 w 128108"/>
                  <a:gd name="connsiteY1" fmla="*/ 141004 h 156650"/>
                  <a:gd name="connsiteX2" fmla="*/ 113937 w 128108"/>
                  <a:gd name="connsiteY2" fmla="*/ 125730 h 156650"/>
                  <a:gd name="connsiteX3" fmla="*/ 123163 w 128108"/>
                  <a:gd name="connsiteY3" fmla="*/ 138303 h 156650"/>
                  <a:gd name="connsiteX4" fmla="*/ 70759 w 128108"/>
                  <a:gd name="connsiteY4" fmla="*/ 156650 h 156650"/>
                  <a:gd name="connsiteX5" fmla="*/ 0 w 128108"/>
                  <a:gd name="connsiteY5" fmla="*/ 79815 h 156650"/>
                  <a:gd name="connsiteX6" fmla="*/ 65623 w 128108"/>
                  <a:gd name="connsiteY6" fmla="*/ 0 h 156650"/>
                  <a:gd name="connsiteX7" fmla="*/ 128108 w 128108"/>
                  <a:gd name="connsiteY7" fmla="*/ 84006 h 156650"/>
                  <a:gd name="connsiteX8" fmla="*/ 19877 w 128108"/>
                  <a:gd name="connsiteY8" fmla="*/ 84006 h 156650"/>
                  <a:gd name="connsiteX9" fmla="*/ 65528 w 128108"/>
                  <a:gd name="connsiteY9" fmla="*/ 14994 h 156650"/>
                  <a:gd name="connsiteX10" fmla="*/ 19877 w 128108"/>
                  <a:gd name="connsiteY10" fmla="*/ 69012 h 156650"/>
                  <a:gd name="connsiteX11" fmla="*/ 108802 w 128108"/>
                  <a:gd name="connsiteY11" fmla="*/ 69012 h 156650"/>
                  <a:gd name="connsiteX12" fmla="*/ 65623 w 128108"/>
                  <a:gd name="connsiteY12" fmla="*/ 14994 h 156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8108" h="156650">
                    <a:moveTo>
                      <a:pt x="19877" y="84006"/>
                    </a:moveTo>
                    <a:cubicBezTo>
                      <a:pt x="21399" y="122377"/>
                      <a:pt x="44700" y="141004"/>
                      <a:pt x="70759" y="141004"/>
                    </a:cubicBezTo>
                    <a:cubicBezTo>
                      <a:pt x="88829" y="141004"/>
                      <a:pt x="103285" y="133833"/>
                      <a:pt x="113937" y="125730"/>
                    </a:cubicBezTo>
                    <a:lnTo>
                      <a:pt x="123163" y="138303"/>
                    </a:lnTo>
                    <a:cubicBezTo>
                      <a:pt x="109087" y="149106"/>
                      <a:pt x="92824" y="156650"/>
                      <a:pt x="70759" y="156650"/>
                    </a:cubicBezTo>
                    <a:cubicBezTo>
                      <a:pt x="30910" y="156650"/>
                      <a:pt x="0" y="129642"/>
                      <a:pt x="0" y="79815"/>
                    </a:cubicBezTo>
                    <a:cubicBezTo>
                      <a:pt x="0" y="26077"/>
                      <a:pt x="31575" y="0"/>
                      <a:pt x="65623" y="0"/>
                    </a:cubicBezTo>
                    <a:cubicBezTo>
                      <a:pt x="113747" y="0"/>
                      <a:pt x="128108" y="36881"/>
                      <a:pt x="128108" y="84006"/>
                    </a:cubicBezTo>
                    <a:lnTo>
                      <a:pt x="19877" y="84006"/>
                    </a:lnTo>
                    <a:close/>
                    <a:moveTo>
                      <a:pt x="65528" y="14994"/>
                    </a:moveTo>
                    <a:cubicBezTo>
                      <a:pt x="40991" y="14994"/>
                      <a:pt x="22350" y="32969"/>
                      <a:pt x="19877" y="69012"/>
                    </a:cubicBezTo>
                    <a:lnTo>
                      <a:pt x="108802" y="69012"/>
                    </a:lnTo>
                    <a:cubicBezTo>
                      <a:pt x="108231" y="32690"/>
                      <a:pt x="92824" y="14994"/>
                      <a:pt x="65623" y="14994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9" name="Freeform 58">
                <a:extLst>
                  <a:ext uri="{FF2B5EF4-FFF2-40B4-BE49-F238E27FC236}">
                    <a16:creationId xmlns:a16="http://schemas.microsoft.com/office/drawing/2014/main" id="{01B6AF5E-6B80-71EE-63E3-08A70ACC47A9}"/>
                  </a:ext>
                </a:extLst>
              </p:cNvPr>
              <p:cNvSpPr/>
              <p:nvPr/>
            </p:nvSpPr>
            <p:spPr>
              <a:xfrm>
                <a:off x="5314796" y="3351978"/>
                <a:ext cx="81506" cy="153390"/>
              </a:xfrm>
              <a:custGeom>
                <a:avLst/>
                <a:gdLst>
                  <a:gd name="connsiteX0" fmla="*/ 76370 w 81506"/>
                  <a:gd name="connsiteY0" fmla="*/ 21700 h 153390"/>
                  <a:gd name="connsiteX1" fmla="*/ 59822 w 81506"/>
                  <a:gd name="connsiteY1" fmla="*/ 17509 h 153390"/>
                  <a:gd name="connsiteX2" fmla="*/ 19687 w 81506"/>
                  <a:gd name="connsiteY2" fmla="*/ 46287 h 153390"/>
                  <a:gd name="connsiteX3" fmla="*/ 19687 w 81506"/>
                  <a:gd name="connsiteY3" fmla="*/ 153391 h 153390"/>
                  <a:gd name="connsiteX4" fmla="*/ 951 w 81506"/>
                  <a:gd name="connsiteY4" fmla="*/ 153391 h 153390"/>
                  <a:gd name="connsiteX5" fmla="*/ 951 w 81506"/>
                  <a:gd name="connsiteY5" fmla="*/ 30641 h 153390"/>
                  <a:gd name="connsiteX6" fmla="*/ 0 w 81506"/>
                  <a:gd name="connsiteY6" fmla="*/ 3353 h 153390"/>
                  <a:gd name="connsiteX7" fmla="*/ 15027 w 81506"/>
                  <a:gd name="connsiteY7" fmla="*/ 3353 h 153390"/>
                  <a:gd name="connsiteX8" fmla="*/ 16834 w 81506"/>
                  <a:gd name="connsiteY8" fmla="*/ 28219 h 153390"/>
                  <a:gd name="connsiteX9" fmla="*/ 63721 w 81506"/>
                  <a:gd name="connsiteY9" fmla="*/ 0 h 153390"/>
                  <a:gd name="connsiteX10" fmla="*/ 81506 w 81506"/>
                  <a:gd name="connsiteY10" fmla="*/ 2701 h 153390"/>
                  <a:gd name="connsiteX11" fmla="*/ 76275 w 81506"/>
                  <a:gd name="connsiteY11" fmla="*/ 21607 h 153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1506" h="153390">
                    <a:moveTo>
                      <a:pt x="76370" y="21700"/>
                    </a:moveTo>
                    <a:cubicBezTo>
                      <a:pt x="71425" y="18999"/>
                      <a:pt x="66289" y="17509"/>
                      <a:pt x="59822" y="17509"/>
                    </a:cubicBezTo>
                    <a:cubicBezTo>
                      <a:pt x="41086" y="17509"/>
                      <a:pt x="29768" y="28871"/>
                      <a:pt x="19687" y="46287"/>
                    </a:cubicBezTo>
                    <a:lnTo>
                      <a:pt x="19687" y="153391"/>
                    </a:lnTo>
                    <a:lnTo>
                      <a:pt x="951" y="153391"/>
                    </a:lnTo>
                    <a:lnTo>
                      <a:pt x="951" y="30641"/>
                    </a:lnTo>
                    <a:cubicBezTo>
                      <a:pt x="951" y="25519"/>
                      <a:pt x="380" y="8475"/>
                      <a:pt x="0" y="3353"/>
                    </a:cubicBezTo>
                    <a:lnTo>
                      <a:pt x="15027" y="3353"/>
                    </a:lnTo>
                    <a:lnTo>
                      <a:pt x="16834" y="28219"/>
                    </a:lnTo>
                    <a:cubicBezTo>
                      <a:pt x="26059" y="11083"/>
                      <a:pt x="41371" y="0"/>
                      <a:pt x="63721" y="0"/>
                    </a:cubicBezTo>
                    <a:cubicBezTo>
                      <a:pt x="70189" y="0"/>
                      <a:pt x="76275" y="931"/>
                      <a:pt x="81506" y="2701"/>
                    </a:cubicBezTo>
                    <a:lnTo>
                      <a:pt x="76275" y="21607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60" name="Freeform 59">
                <a:extLst>
                  <a:ext uri="{FF2B5EF4-FFF2-40B4-BE49-F238E27FC236}">
                    <a16:creationId xmlns:a16="http://schemas.microsoft.com/office/drawing/2014/main" id="{D67E31EE-CE00-D6ED-54C6-FFB9D3324DD9}"/>
                  </a:ext>
                </a:extLst>
              </p:cNvPr>
              <p:cNvSpPr/>
              <p:nvPr/>
            </p:nvSpPr>
            <p:spPr>
              <a:xfrm>
                <a:off x="5510715" y="3289300"/>
                <a:ext cx="123923" cy="219422"/>
              </a:xfrm>
              <a:custGeom>
                <a:avLst/>
                <a:gdLst>
                  <a:gd name="connsiteX0" fmla="*/ 63436 w 123923"/>
                  <a:gd name="connsiteY0" fmla="*/ 219422 h 219422"/>
                  <a:gd name="connsiteX1" fmla="*/ 17119 w 123923"/>
                  <a:gd name="connsiteY1" fmla="*/ 199026 h 219422"/>
                  <a:gd name="connsiteX2" fmla="*/ 15597 w 123923"/>
                  <a:gd name="connsiteY2" fmla="*/ 216162 h 219422"/>
                  <a:gd name="connsiteX3" fmla="*/ 0 w 123923"/>
                  <a:gd name="connsiteY3" fmla="*/ 216162 h 219422"/>
                  <a:gd name="connsiteX4" fmla="*/ 951 w 123923"/>
                  <a:gd name="connsiteY4" fmla="*/ 187943 h 219422"/>
                  <a:gd name="connsiteX5" fmla="*/ 951 w 123923"/>
                  <a:gd name="connsiteY5" fmla="*/ 0 h 219422"/>
                  <a:gd name="connsiteX6" fmla="*/ 19687 w 123923"/>
                  <a:gd name="connsiteY6" fmla="*/ 0 h 219422"/>
                  <a:gd name="connsiteX7" fmla="*/ 19687 w 123923"/>
                  <a:gd name="connsiteY7" fmla="*/ 86707 h 219422"/>
                  <a:gd name="connsiteX8" fmla="*/ 65053 w 123923"/>
                  <a:gd name="connsiteY8" fmla="*/ 62679 h 219422"/>
                  <a:gd name="connsiteX9" fmla="*/ 123924 w 123923"/>
                  <a:gd name="connsiteY9" fmla="*/ 140445 h 219422"/>
                  <a:gd name="connsiteX10" fmla="*/ 63531 w 123923"/>
                  <a:gd name="connsiteY10" fmla="*/ 219422 h 219422"/>
                  <a:gd name="connsiteX11" fmla="*/ 60963 w 123923"/>
                  <a:gd name="connsiteY11" fmla="*/ 78046 h 219422"/>
                  <a:gd name="connsiteX12" fmla="*/ 19592 w 123923"/>
                  <a:gd name="connsiteY12" fmla="*/ 105334 h 219422"/>
                  <a:gd name="connsiteX13" fmla="*/ 19592 w 123923"/>
                  <a:gd name="connsiteY13" fmla="*/ 186080 h 219422"/>
                  <a:gd name="connsiteX14" fmla="*/ 58776 w 123923"/>
                  <a:gd name="connsiteY14" fmla="*/ 204055 h 219422"/>
                  <a:gd name="connsiteX15" fmla="*/ 104141 w 123923"/>
                  <a:gd name="connsiteY15" fmla="*/ 141004 h 219422"/>
                  <a:gd name="connsiteX16" fmla="*/ 60963 w 123923"/>
                  <a:gd name="connsiteY16" fmla="*/ 77953 h 219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3923" h="219422">
                    <a:moveTo>
                      <a:pt x="63436" y="219422"/>
                    </a:moveTo>
                    <a:cubicBezTo>
                      <a:pt x="41086" y="219422"/>
                      <a:pt x="27010" y="211040"/>
                      <a:pt x="17119" y="199026"/>
                    </a:cubicBezTo>
                    <a:lnTo>
                      <a:pt x="15597" y="216162"/>
                    </a:lnTo>
                    <a:lnTo>
                      <a:pt x="0" y="216162"/>
                    </a:lnTo>
                    <a:cubicBezTo>
                      <a:pt x="285" y="209550"/>
                      <a:pt x="951" y="195114"/>
                      <a:pt x="951" y="187943"/>
                    </a:cubicBezTo>
                    <a:lnTo>
                      <a:pt x="951" y="0"/>
                    </a:lnTo>
                    <a:lnTo>
                      <a:pt x="19687" y="0"/>
                    </a:lnTo>
                    <a:lnTo>
                      <a:pt x="19687" y="86707"/>
                    </a:lnTo>
                    <a:cubicBezTo>
                      <a:pt x="27961" y="75904"/>
                      <a:pt x="40801" y="62679"/>
                      <a:pt x="65053" y="62679"/>
                    </a:cubicBezTo>
                    <a:cubicBezTo>
                      <a:pt x="100908" y="62679"/>
                      <a:pt x="123924" y="92668"/>
                      <a:pt x="123924" y="140445"/>
                    </a:cubicBezTo>
                    <a:cubicBezTo>
                      <a:pt x="123924" y="184311"/>
                      <a:pt x="103381" y="219422"/>
                      <a:pt x="63531" y="219422"/>
                    </a:cubicBezTo>
                    <a:close/>
                    <a:moveTo>
                      <a:pt x="60963" y="78046"/>
                    </a:moveTo>
                    <a:cubicBezTo>
                      <a:pt x="39849" y="78046"/>
                      <a:pt x="26059" y="95462"/>
                      <a:pt x="19592" y="105334"/>
                    </a:cubicBezTo>
                    <a:lnTo>
                      <a:pt x="19592" y="186080"/>
                    </a:lnTo>
                    <a:cubicBezTo>
                      <a:pt x="29673" y="196325"/>
                      <a:pt x="39849" y="204055"/>
                      <a:pt x="58776" y="204055"/>
                    </a:cubicBezTo>
                    <a:cubicBezTo>
                      <a:pt x="85405" y="204055"/>
                      <a:pt x="104141" y="180679"/>
                      <a:pt x="104141" y="141004"/>
                    </a:cubicBezTo>
                    <a:cubicBezTo>
                      <a:pt x="104141" y="93878"/>
                      <a:pt x="82647" y="77953"/>
                      <a:pt x="60963" y="77953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61" name="Freeform 60">
                <a:extLst>
                  <a:ext uri="{FF2B5EF4-FFF2-40B4-BE49-F238E27FC236}">
                    <a16:creationId xmlns:a16="http://schemas.microsoft.com/office/drawing/2014/main" id="{71EFB426-E805-F9CD-1B8C-E02421D41BA2}"/>
                  </a:ext>
                </a:extLst>
              </p:cNvPr>
              <p:cNvSpPr/>
              <p:nvPr/>
            </p:nvSpPr>
            <p:spPr>
              <a:xfrm>
                <a:off x="5668021" y="3352071"/>
                <a:ext cx="128108" cy="156650"/>
              </a:xfrm>
              <a:custGeom>
                <a:avLst/>
                <a:gdLst>
                  <a:gd name="connsiteX0" fmla="*/ 19877 w 128108"/>
                  <a:gd name="connsiteY0" fmla="*/ 84006 h 156650"/>
                  <a:gd name="connsiteX1" fmla="*/ 70759 w 128108"/>
                  <a:gd name="connsiteY1" fmla="*/ 141004 h 156650"/>
                  <a:gd name="connsiteX2" fmla="*/ 113937 w 128108"/>
                  <a:gd name="connsiteY2" fmla="*/ 125730 h 156650"/>
                  <a:gd name="connsiteX3" fmla="*/ 123163 w 128108"/>
                  <a:gd name="connsiteY3" fmla="*/ 138303 h 156650"/>
                  <a:gd name="connsiteX4" fmla="*/ 70759 w 128108"/>
                  <a:gd name="connsiteY4" fmla="*/ 156650 h 156650"/>
                  <a:gd name="connsiteX5" fmla="*/ 0 w 128108"/>
                  <a:gd name="connsiteY5" fmla="*/ 79815 h 156650"/>
                  <a:gd name="connsiteX6" fmla="*/ 65623 w 128108"/>
                  <a:gd name="connsiteY6" fmla="*/ 0 h 156650"/>
                  <a:gd name="connsiteX7" fmla="*/ 128108 w 128108"/>
                  <a:gd name="connsiteY7" fmla="*/ 84006 h 156650"/>
                  <a:gd name="connsiteX8" fmla="*/ 19877 w 128108"/>
                  <a:gd name="connsiteY8" fmla="*/ 84006 h 156650"/>
                  <a:gd name="connsiteX9" fmla="*/ 65528 w 128108"/>
                  <a:gd name="connsiteY9" fmla="*/ 14994 h 156650"/>
                  <a:gd name="connsiteX10" fmla="*/ 19877 w 128108"/>
                  <a:gd name="connsiteY10" fmla="*/ 69012 h 156650"/>
                  <a:gd name="connsiteX11" fmla="*/ 108802 w 128108"/>
                  <a:gd name="connsiteY11" fmla="*/ 69012 h 156650"/>
                  <a:gd name="connsiteX12" fmla="*/ 65623 w 128108"/>
                  <a:gd name="connsiteY12" fmla="*/ 14994 h 156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8108" h="156650">
                    <a:moveTo>
                      <a:pt x="19877" y="84006"/>
                    </a:moveTo>
                    <a:cubicBezTo>
                      <a:pt x="21399" y="122377"/>
                      <a:pt x="44700" y="141004"/>
                      <a:pt x="70759" y="141004"/>
                    </a:cubicBezTo>
                    <a:cubicBezTo>
                      <a:pt x="88829" y="141004"/>
                      <a:pt x="103285" y="133833"/>
                      <a:pt x="113937" y="125730"/>
                    </a:cubicBezTo>
                    <a:lnTo>
                      <a:pt x="123163" y="138303"/>
                    </a:lnTo>
                    <a:cubicBezTo>
                      <a:pt x="109087" y="149106"/>
                      <a:pt x="92824" y="156650"/>
                      <a:pt x="70759" y="156650"/>
                    </a:cubicBezTo>
                    <a:cubicBezTo>
                      <a:pt x="30910" y="156650"/>
                      <a:pt x="0" y="129642"/>
                      <a:pt x="0" y="79815"/>
                    </a:cubicBezTo>
                    <a:cubicBezTo>
                      <a:pt x="0" y="26077"/>
                      <a:pt x="31575" y="0"/>
                      <a:pt x="65623" y="0"/>
                    </a:cubicBezTo>
                    <a:cubicBezTo>
                      <a:pt x="113747" y="0"/>
                      <a:pt x="128108" y="36881"/>
                      <a:pt x="128108" y="84006"/>
                    </a:cubicBezTo>
                    <a:lnTo>
                      <a:pt x="19877" y="84006"/>
                    </a:lnTo>
                    <a:close/>
                    <a:moveTo>
                      <a:pt x="65528" y="14994"/>
                    </a:moveTo>
                    <a:cubicBezTo>
                      <a:pt x="40991" y="14994"/>
                      <a:pt x="22350" y="32969"/>
                      <a:pt x="19877" y="69012"/>
                    </a:cubicBezTo>
                    <a:lnTo>
                      <a:pt x="108802" y="69012"/>
                    </a:lnTo>
                    <a:cubicBezTo>
                      <a:pt x="108231" y="32690"/>
                      <a:pt x="92824" y="14994"/>
                      <a:pt x="65623" y="14994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62" name="Freeform 61">
                <a:extLst>
                  <a:ext uri="{FF2B5EF4-FFF2-40B4-BE49-F238E27FC236}">
                    <a16:creationId xmlns:a16="http://schemas.microsoft.com/office/drawing/2014/main" id="{D9058440-3650-C4B3-D4CF-B1E1CA4D5C33}"/>
                  </a:ext>
                </a:extLst>
              </p:cNvPr>
              <p:cNvSpPr/>
              <p:nvPr/>
            </p:nvSpPr>
            <p:spPr>
              <a:xfrm>
                <a:off x="5836835" y="3289300"/>
                <a:ext cx="113461" cy="216162"/>
              </a:xfrm>
              <a:custGeom>
                <a:avLst/>
                <a:gdLst>
                  <a:gd name="connsiteX0" fmla="*/ 94726 w 113461"/>
                  <a:gd name="connsiteY0" fmla="*/ 216069 h 216162"/>
                  <a:gd name="connsiteX1" fmla="*/ 94726 w 113461"/>
                  <a:gd name="connsiteY1" fmla="*/ 120701 h 216162"/>
                  <a:gd name="connsiteX2" fmla="*/ 58586 w 113461"/>
                  <a:gd name="connsiteY2" fmla="*/ 78418 h 216162"/>
                  <a:gd name="connsiteX3" fmla="*/ 18736 w 113461"/>
                  <a:gd name="connsiteY3" fmla="*/ 102726 h 216162"/>
                  <a:gd name="connsiteX4" fmla="*/ 18736 w 113461"/>
                  <a:gd name="connsiteY4" fmla="*/ 216162 h 216162"/>
                  <a:gd name="connsiteX5" fmla="*/ 0 w 113461"/>
                  <a:gd name="connsiteY5" fmla="*/ 216162 h 216162"/>
                  <a:gd name="connsiteX6" fmla="*/ 0 w 113461"/>
                  <a:gd name="connsiteY6" fmla="*/ 0 h 216162"/>
                  <a:gd name="connsiteX7" fmla="*/ 18736 w 113461"/>
                  <a:gd name="connsiteY7" fmla="*/ 0 h 216162"/>
                  <a:gd name="connsiteX8" fmla="*/ 18736 w 113461"/>
                  <a:gd name="connsiteY8" fmla="*/ 84658 h 216162"/>
                  <a:gd name="connsiteX9" fmla="*/ 62580 w 113461"/>
                  <a:gd name="connsiteY9" fmla="*/ 62772 h 216162"/>
                  <a:gd name="connsiteX10" fmla="*/ 113462 w 113461"/>
                  <a:gd name="connsiteY10" fmla="*/ 122191 h 216162"/>
                  <a:gd name="connsiteX11" fmla="*/ 113462 w 113461"/>
                  <a:gd name="connsiteY11" fmla="*/ 216162 h 216162"/>
                  <a:gd name="connsiteX12" fmla="*/ 94726 w 113461"/>
                  <a:gd name="connsiteY12" fmla="*/ 216162 h 216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3461" h="216162">
                    <a:moveTo>
                      <a:pt x="94726" y="216069"/>
                    </a:moveTo>
                    <a:lnTo>
                      <a:pt x="94726" y="120701"/>
                    </a:lnTo>
                    <a:cubicBezTo>
                      <a:pt x="94726" y="93133"/>
                      <a:pt x="83694" y="78418"/>
                      <a:pt x="58586" y="78418"/>
                    </a:cubicBezTo>
                    <a:cubicBezTo>
                      <a:pt x="39850" y="78418"/>
                      <a:pt x="26725" y="90991"/>
                      <a:pt x="18736" y="102726"/>
                    </a:cubicBezTo>
                    <a:lnTo>
                      <a:pt x="18736" y="216162"/>
                    </a:lnTo>
                    <a:lnTo>
                      <a:pt x="0" y="216162"/>
                    </a:lnTo>
                    <a:lnTo>
                      <a:pt x="0" y="0"/>
                    </a:lnTo>
                    <a:lnTo>
                      <a:pt x="18736" y="0"/>
                    </a:lnTo>
                    <a:lnTo>
                      <a:pt x="18736" y="84658"/>
                    </a:lnTo>
                    <a:cubicBezTo>
                      <a:pt x="28532" y="71713"/>
                      <a:pt x="43844" y="62772"/>
                      <a:pt x="62580" y="62772"/>
                    </a:cubicBezTo>
                    <a:cubicBezTo>
                      <a:pt x="101193" y="62772"/>
                      <a:pt x="113462" y="86800"/>
                      <a:pt x="113462" y="122191"/>
                    </a:cubicBezTo>
                    <a:lnTo>
                      <a:pt x="113462" y="216162"/>
                    </a:lnTo>
                    <a:lnTo>
                      <a:pt x="94726" y="21616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63" name="Freeform 62">
                <a:extLst>
                  <a:ext uri="{FF2B5EF4-FFF2-40B4-BE49-F238E27FC236}">
                    <a16:creationId xmlns:a16="http://schemas.microsoft.com/office/drawing/2014/main" id="{817FCE85-59B2-A9DA-DED8-DFBBF83DC221}"/>
                  </a:ext>
                </a:extLst>
              </p:cNvPr>
              <p:cNvSpPr/>
              <p:nvPr/>
            </p:nvSpPr>
            <p:spPr>
              <a:xfrm>
                <a:off x="5999371" y="3289300"/>
                <a:ext cx="21779" cy="216069"/>
              </a:xfrm>
              <a:custGeom>
                <a:avLst/>
                <a:gdLst>
                  <a:gd name="connsiteX0" fmla="*/ 0 w 21779"/>
                  <a:gd name="connsiteY0" fmla="*/ 23097 h 216069"/>
                  <a:gd name="connsiteX1" fmla="*/ 0 w 21779"/>
                  <a:gd name="connsiteY1" fmla="*/ 0 h 216069"/>
                  <a:gd name="connsiteX2" fmla="*/ 21779 w 21779"/>
                  <a:gd name="connsiteY2" fmla="*/ 0 h 216069"/>
                  <a:gd name="connsiteX3" fmla="*/ 21779 w 21779"/>
                  <a:gd name="connsiteY3" fmla="*/ 23097 h 216069"/>
                  <a:gd name="connsiteX4" fmla="*/ 0 w 21779"/>
                  <a:gd name="connsiteY4" fmla="*/ 23097 h 216069"/>
                  <a:gd name="connsiteX5" fmla="*/ 1522 w 21779"/>
                  <a:gd name="connsiteY5" fmla="*/ 216069 h 216069"/>
                  <a:gd name="connsiteX6" fmla="*/ 1522 w 21779"/>
                  <a:gd name="connsiteY6" fmla="*/ 66032 h 216069"/>
                  <a:gd name="connsiteX7" fmla="*/ 20258 w 21779"/>
                  <a:gd name="connsiteY7" fmla="*/ 66032 h 216069"/>
                  <a:gd name="connsiteX8" fmla="*/ 20258 w 21779"/>
                  <a:gd name="connsiteY8" fmla="*/ 216069 h 216069"/>
                  <a:gd name="connsiteX9" fmla="*/ 1522 w 21779"/>
                  <a:gd name="connsiteY9" fmla="*/ 216069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779" h="216069">
                    <a:moveTo>
                      <a:pt x="0" y="23097"/>
                    </a:moveTo>
                    <a:lnTo>
                      <a:pt x="0" y="0"/>
                    </a:lnTo>
                    <a:lnTo>
                      <a:pt x="21779" y="0"/>
                    </a:lnTo>
                    <a:lnTo>
                      <a:pt x="21779" y="23097"/>
                    </a:lnTo>
                    <a:lnTo>
                      <a:pt x="0" y="23097"/>
                    </a:lnTo>
                    <a:close/>
                    <a:moveTo>
                      <a:pt x="1522" y="216069"/>
                    </a:moveTo>
                    <a:lnTo>
                      <a:pt x="1522" y="66032"/>
                    </a:lnTo>
                    <a:lnTo>
                      <a:pt x="20258" y="66032"/>
                    </a:lnTo>
                    <a:lnTo>
                      <a:pt x="20258" y="216069"/>
                    </a:lnTo>
                    <a:lnTo>
                      <a:pt x="1522" y="21606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64" name="Freeform 63">
                <a:extLst>
                  <a:ext uri="{FF2B5EF4-FFF2-40B4-BE49-F238E27FC236}">
                    <a16:creationId xmlns:a16="http://schemas.microsoft.com/office/drawing/2014/main" id="{A903DE03-2BF3-D15C-57CB-D73F0F87C081}"/>
                  </a:ext>
                </a:extLst>
              </p:cNvPr>
              <p:cNvSpPr/>
              <p:nvPr/>
            </p:nvSpPr>
            <p:spPr>
              <a:xfrm>
                <a:off x="6069179" y="3351978"/>
                <a:ext cx="114222" cy="153390"/>
              </a:xfrm>
              <a:custGeom>
                <a:avLst/>
                <a:gdLst>
                  <a:gd name="connsiteX0" fmla="*/ 95677 w 114222"/>
                  <a:gd name="connsiteY0" fmla="*/ 153391 h 153390"/>
                  <a:gd name="connsiteX1" fmla="*/ 95677 w 114222"/>
                  <a:gd name="connsiteY1" fmla="*/ 58301 h 153390"/>
                  <a:gd name="connsiteX2" fmla="*/ 59537 w 114222"/>
                  <a:gd name="connsiteY2" fmla="*/ 15646 h 153390"/>
                  <a:gd name="connsiteX3" fmla="*/ 19687 w 114222"/>
                  <a:gd name="connsiteY3" fmla="*/ 39954 h 153390"/>
                  <a:gd name="connsiteX4" fmla="*/ 19687 w 114222"/>
                  <a:gd name="connsiteY4" fmla="*/ 153391 h 153390"/>
                  <a:gd name="connsiteX5" fmla="*/ 951 w 114222"/>
                  <a:gd name="connsiteY5" fmla="*/ 153391 h 153390"/>
                  <a:gd name="connsiteX6" fmla="*/ 951 w 114222"/>
                  <a:gd name="connsiteY6" fmla="*/ 30920 h 153390"/>
                  <a:gd name="connsiteX7" fmla="*/ 0 w 114222"/>
                  <a:gd name="connsiteY7" fmla="*/ 3353 h 153390"/>
                  <a:gd name="connsiteX8" fmla="*/ 15598 w 114222"/>
                  <a:gd name="connsiteY8" fmla="*/ 3353 h 153390"/>
                  <a:gd name="connsiteX9" fmla="*/ 17119 w 114222"/>
                  <a:gd name="connsiteY9" fmla="*/ 24028 h 153390"/>
                  <a:gd name="connsiteX10" fmla="*/ 63056 w 114222"/>
                  <a:gd name="connsiteY10" fmla="*/ 0 h 153390"/>
                  <a:gd name="connsiteX11" fmla="*/ 114223 w 114222"/>
                  <a:gd name="connsiteY11" fmla="*/ 59419 h 153390"/>
                  <a:gd name="connsiteX12" fmla="*/ 114223 w 114222"/>
                  <a:gd name="connsiteY12" fmla="*/ 153391 h 153390"/>
                  <a:gd name="connsiteX13" fmla="*/ 95487 w 114222"/>
                  <a:gd name="connsiteY13" fmla="*/ 153391 h 153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14222" h="153390">
                    <a:moveTo>
                      <a:pt x="95677" y="153391"/>
                    </a:moveTo>
                    <a:lnTo>
                      <a:pt x="95677" y="58301"/>
                    </a:lnTo>
                    <a:cubicBezTo>
                      <a:pt x="95677" y="31013"/>
                      <a:pt x="84359" y="15646"/>
                      <a:pt x="59537" y="15646"/>
                    </a:cubicBezTo>
                    <a:cubicBezTo>
                      <a:pt x="39279" y="15646"/>
                      <a:pt x="27010" y="29151"/>
                      <a:pt x="19687" y="39954"/>
                    </a:cubicBezTo>
                    <a:lnTo>
                      <a:pt x="19687" y="153391"/>
                    </a:lnTo>
                    <a:lnTo>
                      <a:pt x="951" y="153391"/>
                    </a:lnTo>
                    <a:lnTo>
                      <a:pt x="951" y="30920"/>
                    </a:lnTo>
                    <a:cubicBezTo>
                      <a:pt x="951" y="25798"/>
                      <a:pt x="381" y="8382"/>
                      <a:pt x="0" y="3353"/>
                    </a:cubicBezTo>
                    <a:lnTo>
                      <a:pt x="15598" y="3353"/>
                    </a:lnTo>
                    <a:lnTo>
                      <a:pt x="17119" y="24028"/>
                    </a:lnTo>
                    <a:cubicBezTo>
                      <a:pt x="26344" y="10803"/>
                      <a:pt x="42513" y="0"/>
                      <a:pt x="63056" y="0"/>
                    </a:cubicBezTo>
                    <a:cubicBezTo>
                      <a:pt x="100432" y="0"/>
                      <a:pt x="114223" y="23097"/>
                      <a:pt x="114223" y="59419"/>
                    </a:cubicBezTo>
                    <a:lnTo>
                      <a:pt x="114223" y="153391"/>
                    </a:lnTo>
                    <a:lnTo>
                      <a:pt x="95487" y="153391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93" name="Freeform 92">
                <a:extLst>
                  <a:ext uri="{FF2B5EF4-FFF2-40B4-BE49-F238E27FC236}">
                    <a16:creationId xmlns:a16="http://schemas.microsoft.com/office/drawing/2014/main" id="{5BAF1143-FC03-2469-DA0A-C1DE728DFB09}"/>
                  </a:ext>
                </a:extLst>
              </p:cNvPr>
              <p:cNvSpPr/>
              <p:nvPr/>
            </p:nvSpPr>
            <p:spPr>
              <a:xfrm>
                <a:off x="6224013" y="3289300"/>
                <a:ext cx="125730" cy="219328"/>
              </a:xfrm>
              <a:custGeom>
                <a:avLst/>
                <a:gdLst>
                  <a:gd name="connsiteX0" fmla="*/ 109753 w 125730"/>
                  <a:gd name="connsiteY0" fmla="*/ 216069 h 219328"/>
                  <a:gd name="connsiteX1" fmla="*/ 108231 w 125730"/>
                  <a:gd name="connsiteY1" fmla="*/ 192320 h 219328"/>
                  <a:gd name="connsiteX2" fmla="*/ 60392 w 125730"/>
                  <a:gd name="connsiteY2" fmla="*/ 219329 h 219328"/>
                  <a:gd name="connsiteX3" fmla="*/ 0 w 125730"/>
                  <a:gd name="connsiteY3" fmla="*/ 140352 h 219328"/>
                  <a:gd name="connsiteX4" fmla="*/ 63151 w 125730"/>
                  <a:gd name="connsiteY4" fmla="*/ 62586 h 219328"/>
                  <a:gd name="connsiteX5" fmla="*/ 106044 w 125730"/>
                  <a:gd name="connsiteY5" fmla="*/ 79350 h 219328"/>
                  <a:gd name="connsiteX6" fmla="*/ 106044 w 125730"/>
                  <a:gd name="connsiteY6" fmla="*/ 0 h 219328"/>
                  <a:gd name="connsiteX7" fmla="*/ 124779 w 125730"/>
                  <a:gd name="connsiteY7" fmla="*/ 0 h 219328"/>
                  <a:gd name="connsiteX8" fmla="*/ 124779 w 125730"/>
                  <a:gd name="connsiteY8" fmla="*/ 187850 h 219328"/>
                  <a:gd name="connsiteX9" fmla="*/ 125730 w 125730"/>
                  <a:gd name="connsiteY9" fmla="*/ 216069 h 219328"/>
                  <a:gd name="connsiteX10" fmla="*/ 109753 w 125730"/>
                  <a:gd name="connsiteY10" fmla="*/ 216069 h 219328"/>
                  <a:gd name="connsiteX11" fmla="*/ 106044 w 125730"/>
                  <a:gd name="connsiteY11" fmla="*/ 95369 h 219328"/>
                  <a:gd name="connsiteX12" fmla="*/ 67145 w 125730"/>
                  <a:gd name="connsiteY12" fmla="*/ 77953 h 219328"/>
                  <a:gd name="connsiteX13" fmla="*/ 19592 w 125730"/>
                  <a:gd name="connsiteY13" fmla="*/ 141004 h 219328"/>
                  <a:gd name="connsiteX14" fmla="*/ 64958 w 125730"/>
                  <a:gd name="connsiteY14" fmla="*/ 204055 h 219328"/>
                  <a:gd name="connsiteX15" fmla="*/ 106044 w 125730"/>
                  <a:gd name="connsiteY15" fmla="*/ 177046 h 219328"/>
                  <a:gd name="connsiteX16" fmla="*/ 106044 w 125730"/>
                  <a:gd name="connsiteY16" fmla="*/ 95462 h 2193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5730" h="219328">
                    <a:moveTo>
                      <a:pt x="109753" y="216069"/>
                    </a:moveTo>
                    <a:lnTo>
                      <a:pt x="108231" y="192320"/>
                    </a:lnTo>
                    <a:cubicBezTo>
                      <a:pt x="99386" y="204893"/>
                      <a:pt x="84645" y="219329"/>
                      <a:pt x="60392" y="219329"/>
                    </a:cubicBezTo>
                    <a:cubicBezTo>
                      <a:pt x="19592" y="219329"/>
                      <a:pt x="0" y="183938"/>
                      <a:pt x="0" y="140352"/>
                    </a:cubicBezTo>
                    <a:cubicBezTo>
                      <a:pt x="0" y="91736"/>
                      <a:pt x="28151" y="62586"/>
                      <a:pt x="63151" y="62586"/>
                    </a:cubicBezTo>
                    <a:cubicBezTo>
                      <a:pt x="82172" y="62586"/>
                      <a:pt x="97199" y="70409"/>
                      <a:pt x="106044" y="79350"/>
                    </a:cubicBezTo>
                    <a:lnTo>
                      <a:pt x="106044" y="0"/>
                    </a:lnTo>
                    <a:lnTo>
                      <a:pt x="124779" y="0"/>
                    </a:lnTo>
                    <a:lnTo>
                      <a:pt x="124779" y="187850"/>
                    </a:lnTo>
                    <a:cubicBezTo>
                      <a:pt x="124779" y="195021"/>
                      <a:pt x="125350" y="209457"/>
                      <a:pt x="125730" y="216069"/>
                    </a:cubicBezTo>
                    <a:lnTo>
                      <a:pt x="109753" y="216069"/>
                    </a:lnTo>
                    <a:close/>
                    <a:moveTo>
                      <a:pt x="106044" y="95369"/>
                    </a:moveTo>
                    <a:cubicBezTo>
                      <a:pt x="96533" y="86335"/>
                      <a:pt x="86737" y="77953"/>
                      <a:pt x="67145" y="77953"/>
                    </a:cubicBezTo>
                    <a:cubicBezTo>
                      <a:pt x="47553" y="77953"/>
                      <a:pt x="19592" y="93878"/>
                      <a:pt x="19592" y="141004"/>
                    </a:cubicBezTo>
                    <a:cubicBezTo>
                      <a:pt x="19592" y="178257"/>
                      <a:pt x="36140" y="204055"/>
                      <a:pt x="64958" y="204055"/>
                    </a:cubicBezTo>
                    <a:cubicBezTo>
                      <a:pt x="84264" y="204055"/>
                      <a:pt x="97484" y="190271"/>
                      <a:pt x="106044" y="177046"/>
                    </a:cubicBezTo>
                    <a:lnTo>
                      <a:pt x="106044" y="9546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</p:grpSp>
        <p:grpSp>
          <p:nvGrpSpPr>
            <p:cNvPr id="39" name="Graphic 17">
              <a:extLst>
                <a:ext uri="{FF2B5EF4-FFF2-40B4-BE49-F238E27FC236}">
                  <a16:creationId xmlns:a16="http://schemas.microsoft.com/office/drawing/2014/main" id="{A1350493-6939-40DA-69EC-AE18D96338B2}"/>
                </a:ext>
              </a:extLst>
            </p:cNvPr>
            <p:cNvGrpSpPr/>
            <p:nvPr/>
          </p:nvGrpSpPr>
          <p:grpSpPr>
            <a:xfrm>
              <a:off x="6465963" y="3289300"/>
              <a:ext cx="1730364" cy="282193"/>
              <a:chOff x="6465963" y="3289300"/>
              <a:chExt cx="1730364" cy="282193"/>
            </a:xfrm>
            <a:grpFill/>
          </p:grpSpPr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993077DA-7EA3-5E72-7B6D-7FAD01927FB9}"/>
                  </a:ext>
                </a:extLst>
              </p:cNvPr>
              <p:cNvSpPr/>
              <p:nvPr/>
            </p:nvSpPr>
            <p:spPr>
              <a:xfrm>
                <a:off x="6465963" y="3355424"/>
                <a:ext cx="145512" cy="216069"/>
              </a:xfrm>
              <a:custGeom>
                <a:avLst/>
                <a:gdLst>
                  <a:gd name="connsiteX0" fmla="*/ 93204 w 145512"/>
                  <a:gd name="connsiteY0" fmla="*/ 161121 h 216069"/>
                  <a:gd name="connsiteX1" fmla="*/ 18451 w 145512"/>
                  <a:gd name="connsiteY1" fmla="*/ 216069 h 216069"/>
                  <a:gd name="connsiteX2" fmla="*/ 13220 w 145512"/>
                  <a:gd name="connsiteY2" fmla="*/ 189061 h 216069"/>
                  <a:gd name="connsiteX3" fmla="*/ 58871 w 145512"/>
                  <a:gd name="connsiteY3" fmla="*/ 159072 h 216069"/>
                  <a:gd name="connsiteX4" fmla="*/ 61914 w 145512"/>
                  <a:gd name="connsiteY4" fmla="*/ 149479 h 216069"/>
                  <a:gd name="connsiteX5" fmla="*/ 0 w 145512"/>
                  <a:gd name="connsiteY5" fmla="*/ 0 h 216069"/>
                  <a:gd name="connsiteX6" fmla="*/ 36426 w 145512"/>
                  <a:gd name="connsiteY6" fmla="*/ 0 h 216069"/>
                  <a:gd name="connsiteX7" fmla="*/ 63056 w 145512"/>
                  <a:gd name="connsiteY7" fmla="*/ 68453 h 216069"/>
                  <a:gd name="connsiteX8" fmla="*/ 78368 w 145512"/>
                  <a:gd name="connsiteY8" fmla="*/ 114368 h 216069"/>
                  <a:gd name="connsiteX9" fmla="*/ 111179 w 145512"/>
                  <a:gd name="connsiteY9" fmla="*/ 0 h 216069"/>
                  <a:gd name="connsiteX10" fmla="*/ 145513 w 145512"/>
                  <a:gd name="connsiteY10" fmla="*/ 0 h 216069"/>
                  <a:gd name="connsiteX11" fmla="*/ 93109 w 145512"/>
                  <a:gd name="connsiteY11" fmla="*/ 161214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5512" h="216069">
                    <a:moveTo>
                      <a:pt x="93204" y="161121"/>
                    </a:moveTo>
                    <a:cubicBezTo>
                      <a:pt x="80650" y="199492"/>
                      <a:pt x="52118" y="211878"/>
                      <a:pt x="18451" y="216069"/>
                    </a:cubicBezTo>
                    <a:lnTo>
                      <a:pt x="13220" y="189061"/>
                    </a:lnTo>
                    <a:cubicBezTo>
                      <a:pt x="37472" y="185428"/>
                      <a:pt x="53640" y="175277"/>
                      <a:pt x="58871" y="159072"/>
                    </a:cubicBezTo>
                    <a:lnTo>
                      <a:pt x="61914" y="149479"/>
                    </a:lnTo>
                    <a:lnTo>
                      <a:pt x="0" y="0"/>
                    </a:lnTo>
                    <a:lnTo>
                      <a:pt x="36426" y="0"/>
                    </a:lnTo>
                    <a:lnTo>
                      <a:pt x="63056" y="68453"/>
                    </a:lnTo>
                    <a:cubicBezTo>
                      <a:pt x="70379" y="87638"/>
                      <a:pt x="78368" y="114368"/>
                      <a:pt x="78368" y="114368"/>
                    </a:cubicBezTo>
                    <a:lnTo>
                      <a:pt x="111179" y="0"/>
                    </a:lnTo>
                    <a:lnTo>
                      <a:pt x="145513" y="0"/>
                    </a:lnTo>
                    <a:lnTo>
                      <a:pt x="93109" y="161214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67049884-570D-53D4-AC69-D490B5D2F904}"/>
                  </a:ext>
                </a:extLst>
              </p:cNvPr>
              <p:cNvSpPr/>
              <p:nvPr/>
            </p:nvSpPr>
            <p:spPr>
              <a:xfrm>
                <a:off x="6629927" y="3351140"/>
                <a:ext cx="147795" cy="158419"/>
              </a:xfrm>
              <a:custGeom>
                <a:avLst/>
                <a:gdLst>
                  <a:gd name="connsiteX0" fmla="*/ 73898 w 147795"/>
                  <a:gd name="connsiteY0" fmla="*/ 158420 h 158419"/>
                  <a:gd name="connsiteX1" fmla="*/ 0 w 147795"/>
                  <a:gd name="connsiteY1" fmla="*/ 78605 h 158419"/>
                  <a:gd name="connsiteX2" fmla="*/ 73898 w 147795"/>
                  <a:gd name="connsiteY2" fmla="*/ 0 h 158419"/>
                  <a:gd name="connsiteX3" fmla="*/ 147795 w 147795"/>
                  <a:gd name="connsiteY3" fmla="*/ 78605 h 158419"/>
                  <a:gd name="connsiteX4" fmla="*/ 73898 w 147795"/>
                  <a:gd name="connsiteY4" fmla="*/ 158420 h 158419"/>
                  <a:gd name="connsiteX5" fmla="*/ 73898 w 147795"/>
                  <a:gd name="connsiteY5" fmla="*/ 26357 h 158419"/>
                  <a:gd name="connsiteX6" fmla="*/ 34714 w 147795"/>
                  <a:gd name="connsiteY6" fmla="*/ 78605 h 158419"/>
                  <a:gd name="connsiteX7" fmla="*/ 73898 w 147795"/>
                  <a:gd name="connsiteY7" fmla="*/ 132063 h 158419"/>
                  <a:gd name="connsiteX8" fmla="*/ 113081 w 147795"/>
                  <a:gd name="connsiteY8" fmla="*/ 78605 h 158419"/>
                  <a:gd name="connsiteX9" fmla="*/ 73898 w 147795"/>
                  <a:gd name="connsiteY9" fmla="*/ 26357 h 158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7795" h="158419">
                    <a:moveTo>
                      <a:pt x="73898" y="158420"/>
                    </a:moveTo>
                    <a:cubicBezTo>
                      <a:pt x="26725" y="158420"/>
                      <a:pt x="0" y="124799"/>
                      <a:pt x="0" y="78605"/>
                    </a:cubicBezTo>
                    <a:cubicBezTo>
                      <a:pt x="0" y="32410"/>
                      <a:pt x="27581" y="0"/>
                      <a:pt x="73898" y="0"/>
                    </a:cubicBezTo>
                    <a:cubicBezTo>
                      <a:pt x="120214" y="0"/>
                      <a:pt x="147795" y="32410"/>
                      <a:pt x="147795" y="78605"/>
                    </a:cubicBezTo>
                    <a:cubicBezTo>
                      <a:pt x="147795" y="124799"/>
                      <a:pt x="120214" y="158420"/>
                      <a:pt x="73898" y="158420"/>
                    </a:cubicBezTo>
                    <a:close/>
                    <a:moveTo>
                      <a:pt x="73898" y="26357"/>
                    </a:moveTo>
                    <a:cubicBezTo>
                      <a:pt x="47838" y="26357"/>
                      <a:pt x="34714" y="47405"/>
                      <a:pt x="34714" y="78605"/>
                    </a:cubicBezTo>
                    <a:cubicBezTo>
                      <a:pt x="34714" y="109804"/>
                      <a:pt x="48504" y="132063"/>
                      <a:pt x="73898" y="132063"/>
                    </a:cubicBezTo>
                    <a:cubicBezTo>
                      <a:pt x="99291" y="132063"/>
                      <a:pt x="113081" y="109897"/>
                      <a:pt x="113081" y="78605"/>
                    </a:cubicBezTo>
                    <a:cubicBezTo>
                      <a:pt x="113081" y="47312"/>
                      <a:pt x="99005" y="26357"/>
                      <a:pt x="73898" y="26357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E8922C67-EFC5-DA6F-28AA-7D4DC1993ABA}"/>
                  </a:ext>
                </a:extLst>
              </p:cNvPr>
              <p:cNvSpPr/>
              <p:nvPr/>
            </p:nvSpPr>
            <p:spPr>
              <a:xfrm>
                <a:off x="6812911" y="3355331"/>
                <a:ext cx="127252" cy="153949"/>
              </a:xfrm>
              <a:custGeom>
                <a:avLst/>
                <a:gdLst>
                  <a:gd name="connsiteX0" fmla="*/ 99957 w 127252"/>
                  <a:gd name="connsiteY0" fmla="*/ 150038 h 153949"/>
                  <a:gd name="connsiteX1" fmla="*/ 97199 w 127252"/>
                  <a:gd name="connsiteY1" fmla="*/ 132622 h 153949"/>
                  <a:gd name="connsiteX2" fmla="*/ 53069 w 127252"/>
                  <a:gd name="connsiteY2" fmla="*/ 153949 h 153949"/>
                  <a:gd name="connsiteX3" fmla="*/ 0 w 127252"/>
                  <a:gd name="connsiteY3" fmla="*/ 95462 h 153949"/>
                  <a:gd name="connsiteX4" fmla="*/ 0 w 127252"/>
                  <a:gd name="connsiteY4" fmla="*/ 0 h 153949"/>
                  <a:gd name="connsiteX5" fmla="*/ 34048 w 127252"/>
                  <a:gd name="connsiteY5" fmla="*/ 0 h 153949"/>
                  <a:gd name="connsiteX6" fmla="*/ 34048 w 127252"/>
                  <a:gd name="connsiteY6" fmla="*/ 90619 h 153949"/>
                  <a:gd name="connsiteX7" fmla="*/ 60107 w 127252"/>
                  <a:gd name="connsiteY7" fmla="*/ 127220 h 153949"/>
                  <a:gd name="connsiteX8" fmla="*/ 91682 w 127252"/>
                  <a:gd name="connsiteY8" fmla="*/ 108035 h 153949"/>
                  <a:gd name="connsiteX9" fmla="*/ 91682 w 127252"/>
                  <a:gd name="connsiteY9" fmla="*/ 0 h 153949"/>
                  <a:gd name="connsiteX10" fmla="*/ 125731 w 127252"/>
                  <a:gd name="connsiteY10" fmla="*/ 0 h 153949"/>
                  <a:gd name="connsiteX11" fmla="*/ 125731 w 127252"/>
                  <a:gd name="connsiteY11" fmla="*/ 123029 h 153949"/>
                  <a:gd name="connsiteX12" fmla="*/ 127252 w 127252"/>
                  <a:gd name="connsiteY12" fmla="*/ 150038 h 153949"/>
                  <a:gd name="connsiteX13" fmla="*/ 99957 w 127252"/>
                  <a:gd name="connsiteY13" fmla="*/ 150038 h 153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7252" h="153949">
                    <a:moveTo>
                      <a:pt x="99957" y="150038"/>
                    </a:moveTo>
                    <a:lnTo>
                      <a:pt x="97199" y="132622"/>
                    </a:lnTo>
                    <a:cubicBezTo>
                      <a:pt x="86452" y="146126"/>
                      <a:pt x="71425" y="153949"/>
                      <a:pt x="53069" y="153949"/>
                    </a:cubicBezTo>
                    <a:cubicBezTo>
                      <a:pt x="15027" y="153949"/>
                      <a:pt x="0" y="131784"/>
                      <a:pt x="0" y="95462"/>
                    </a:cubicBezTo>
                    <a:lnTo>
                      <a:pt x="0" y="0"/>
                    </a:lnTo>
                    <a:lnTo>
                      <a:pt x="34048" y="0"/>
                    </a:lnTo>
                    <a:lnTo>
                      <a:pt x="34048" y="90619"/>
                    </a:lnTo>
                    <a:cubicBezTo>
                      <a:pt x="34048" y="117069"/>
                      <a:pt x="39850" y="127220"/>
                      <a:pt x="60107" y="127220"/>
                    </a:cubicBezTo>
                    <a:cubicBezTo>
                      <a:pt x="76085" y="127220"/>
                      <a:pt x="86452" y="115485"/>
                      <a:pt x="91682" y="108035"/>
                    </a:cubicBezTo>
                    <a:lnTo>
                      <a:pt x="91682" y="0"/>
                    </a:lnTo>
                    <a:lnTo>
                      <a:pt x="125731" y="0"/>
                    </a:lnTo>
                    <a:lnTo>
                      <a:pt x="125731" y="123029"/>
                    </a:lnTo>
                    <a:cubicBezTo>
                      <a:pt x="125731" y="128151"/>
                      <a:pt x="126967" y="144915"/>
                      <a:pt x="127252" y="150038"/>
                    </a:cubicBezTo>
                    <a:lnTo>
                      <a:pt x="99957" y="150038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564A6385-95E7-7D3E-88D3-5E0ACCFA07CE}"/>
                  </a:ext>
                </a:extLst>
              </p:cNvPr>
              <p:cNvSpPr/>
              <p:nvPr/>
            </p:nvSpPr>
            <p:spPr>
              <a:xfrm>
                <a:off x="6980013" y="3351140"/>
                <a:ext cx="93204" cy="154228"/>
              </a:xfrm>
              <a:custGeom>
                <a:avLst/>
                <a:gdLst>
                  <a:gd name="connsiteX0" fmla="*/ 83123 w 93204"/>
                  <a:gd name="connsiteY0" fmla="*/ 37160 h 154228"/>
                  <a:gd name="connsiteX1" fmla="*/ 68381 w 93204"/>
                  <a:gd name="connsiteY1" fmla="*/ 32690 h 154228"/>
                  <a:gd name="connsiteX2" fmla="*/ 35570 w 93204"/>
                  <a:gd name="connsiteY2" fmla="*/ 56066 h 154228"/>
                  <a:gd name="connsiteX3" fmla="*/ 35570 w 93204"/>
                  <a:gd name="connsiteY3" fmla="*/ 154229 h 154228"/>
                  <a:gd name="connsiteX4" fmla="*/ 1521 w 93204"/>
                  <a:gd name="connsiteY4" fmla="*/ 154229 h 154228"/>
                  <a:gd name="connsiteX5" fmla="*/ 1521 w 93204"/>
                  <a:gd name="connsiteY5" fmla="*/ 32410 h 154228"/>
                  <a:gd name="connsiteX6" fmla="*/ 0 w 93204"/>
                  <a:gd name="connsiteY6" fmla="*/ 4191 h 154228"/>
                  <a:gd name="connsiteX7" fmla="*/ 26059 w 93204"/>
                  <a:gd name="connsiteY7" fmla="*/ 4191 h 154228"/>
                  <a:gd name="connsiteX8" fmla="*/ 28817 w 93204"/>
                  <a:gd name="connsiteY8" fmla="*/ 29710 h 154228"/>
                  <a:gd name="connsiteX9" fmla="*/ 77892 w 93204"/>
                  <a:gd name="connsiteY9" fmla="*/ 0 h 154228"/>
                  <a:gd name="connsiteX10" fmla="*/ 93204 w 93204"/>
                  <a:gd name="connsiteY10" fmla="*/ 2421 h 154228"/>
                  <a:gd name="connsiteX11" fmla="*/ 83123 w 93204"/>
                  <a:gd name="connsiteY11" fmla="*/ 37253 h 1542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93204" h="154228">
                    <a:moveTo>
                      <a:pt x="83123" y="37160"/>
                    </a:moveTo>
                    <a:cubicBezTo>
                      <a:pt x="78177" y="34180"/>
                      <a:pt x="73898" y="32690"/>
                      <a:pt x="68381" y="32690"/>
                    </a:cubicBezTo>
                    <a:cubicBezTo>
                      <a:pt x="53640" y="32690"/>
                      <a:pt x="44129" y="42934"/>
                      <a:pt x="35570" y="56066"/>
                    </a:cubicBezTo>
                    <a:lnTo>
                      <a:pt x="35570" y="154229"/>
                    </a:lnTo>
                    <a:lnTo>
                      <a:pt x="1521" y="154229"/>
                    </a:lnTo>
                    <a:lnTo>
                      <a:pt x="1521" y="32410"/>
                    </a:lnTo>
                    <a:cubicBezTo>
                      <a:pt x="1521" y="27288"/>
                      <a:pt x="285" y="9313"/>
                      <a:pt x="0" y="4191"/>
                    </a:cubicBezTo>
                    <a:lnTo>
                      <a:pt x="26059" y="4191"/>
                    </a:lnTo>
                    <a:lnTo>
                      <a:pt x="28817" y="29710"/>
                    </a:lnTo>
                    <a:cubicBezTo>
                      <a:pt x="37091" y="14063"/>
                      <a:pt x="51452" y="0"/>
                      <a:pt x="77892" y="0"/>
                    </a:cubicBezTo>
                    <a:cubicBezTo>
                      <a:pt x="83123" y="0"/>
                      <a:pt x="88924" y="931"/>
                      <a:pt x="93204" y="2421"/>
                    </a:cubicBezTo>
                    <a:lnTo>
                      <a:pt x="83123" y="37253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54288D5C-A4A7-714D-45E0-ECE2398C884B}"/>
                  </a:ext>
                </a:extLst>
              </p:cNvPr>
              <p:cNvSpPr/>
              <p:nvPr/>
            </p:nvSpPr>
            <p:spPr>
              <a:xfrm>
                <a:off x="7192956" y="3351140"/>
                <a:ext cx="218744" cy="154321"/>
              </a:xfrm>
              <a:custGeom>
                <a:avLst/>
                <a:gdLst>
                  <a:gd name="connsiteX0" fmla="*/ 184982 w 218744"/>
                  <a:gd name="connsiteY0" fmla="*/ 154229 h 154321"/>
                  <a:gd name="connsiteX1" fmla="*/ 184982 w 218744"/>
                  <a:gd name="connsiteY1" fmla="*/ 67242 h 154321"/>
                  <a:gd name="connsiteX2" fmla="*/ 157972 w 218744"/>
                  <a:gd name="connsiteY2" fmla="*/ 27288 h 154321"/>
                  <a:gd name="connsiteX3" fmla="*/ 126682 w 218744"/>
                  <a:gd name="connsiteY3" fmla="*/ 47405 h 154321"/>
                  <a:gd name="connsiteX4" fmla="*/ 127252 w 218744"/>
                  <a:gd name="connsiteY4" fmla="*/ 57277 h 154321"/>
                  <a:gd name="connsiteX5" fmla="*/ 127252 w 218744"/>
                  <a:gd name="connsiteY5" fmla="*/ 154229 h 154321"/>
                  <a:gd name="connsiteX6" fmla="*/ 93204 w 218744"/>
                  <a:gd name="connsiteY6" fmla="*/ 154229 h 154321"/>
                  <a:gd name="connsiteX7" fmla="*/ 93204 w 218744"/>
                  <a:gd name="connsiteY7" fmla="*/ 67522 h 154321"/>
                  <a:gd name="connsiteX8" fmla="*/ 66194 w 218744"/>
                  <a:gd name="connsiteY8" fmla="*/ 27288 h 154321"/>
                  <a:gd name="connsiteX9" fmla="*/ 35570 w 218744"/>
                  <a:gd name="connsiteY9" fmla="*/ 47405 h 154321"/>
                  <a:gd name="connsiteX10" fmla="*/ 35570 w 218744"/>
                  <a:gd name="connsiteY10" fmla="*/ 154229 h 154321"/>
                  <a:gd name="connsiteX11" fmla="*/ 1522 w 218744"/>
                  <a:gd name="connsiteY11" fmla="*/ 154229 h 154321"/>
                  <a:gd name="connsiteX12" fmla="*/ 1522 w 218744"/>
                  <a:gd name="connsiteY12" fmla="*/ 31200 h 154321"/>
                  <a:gd name="connsiteX13" fmla="*/ 0 w 218744"/>
                  <a:gd name="connsiteY13" fmla="*/ 4191 h 154321"/>
                  <a:gd name="connsiteX14" fmla="*/ 26630 w 218744"/>
                  <a:gd name="connsiteY14" fmla="*/ 4191 h 154321"/>
                  <a:gd name="connsiteX15" fmla="*/ 29958 w 218744"/>
                  <a:gd name="connsiteY15" fmla="*/ 22818 h 154321"/>
                  <a:gd name="connsiteX16" fmla="*/ 72281 w 218744"/>
                  <a:gd name="connsiteY16" fmla="*/ 0 h 154321"/>
                  <a:gd name="connsiteX17" fmla="*/ 118217 w 218744"/>
                  <a:gd name="connsiteY17" fmla="*/ 24028 h 154321"/>
                  <a:gd name="connsiteX18" fmla="*/ 164154 w 218744"/>
                  <a:gd name="connsiteY18" fmla="*/ 0 h 154321"/>
                  <a:gd name="connsiteX19" fmla="*/ 218745 w 218744"/>
                  <a:gd name="connsiteY19" fmla="*/ 68453 h 154321"/>
                  <a:gd name="connsiteX20" fmla="*/ 218745 w 218744"/>
                  <a:gd name="connsiteY20" fmla="*/ 154322 h 154321"/>
                  <a:gd name="connsiteX21" fmla="*/ 184697 w 218744"/>
                  <a:gd name="connsiteY21" fmla="*/ 154322 h 1543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18744" h="154321">
                    <a:moveTo>
                      <a:pt x="184982" y="154229"/>
                    </a:moveTo>
                    <a:lnTo>
                      <a:pt x="184982" y="67242"/>
                    </a:lnTo>
                    <a:cubicBezTo>
                      <a:pt x="184982" y="42655"/>
                      <a:pt x="179180" y="27288"/>
                      <a:pt x="157972" y="27288"/>
                    </a:cubicBezTo>
                    <a:cubicBezTo>
                      <a:pt x="144181" y="27288"/>
                      <a:pt x="133719" y="37160"/>
                      <a:pt x="126682" y="47405"/>
                    </a:cubicBezTo>
                    <a:cubicBezTo>
                      <a:pt x="126967" y="50106"/>
                      <a:pt x="127252" y="54297"/>
                      <a:pt x="127252" y="57277"/>
                    </a:cubicBezTo>
                    <a:lnTo>
                      <a:pt x="127252" y="154229"/>
                    </a:lnTo>
                    <a:lnTo>
                      <a:pt x="93204" y="154229"/>
                    </a:lnTo>
                    <a:lnTo>
                      <a:pt x="93204" y="67522"/>
                    </a:lnTo>
                    <a:cubicBezTo>
                      <a:pt x="93204" y="41724"/>
                      <a:pt x="88639" y="27288"/>
                      <a:pt x="66194" y="27288"/>
                    </a:cubicBezTo>
                    <a:cubicBezTo>
                      <a:pt x="53355" y="27288"/>
                      <a:pt x="42322" y="38092"/>
                      <a:pt x="35570" y="47405"/>
                    </a:cubicBezTo>
                    <a:lnTo>
                      <a:pt x="35570" y="154229"/>
                    </a:lnTo>
                    <a:lnTo>
                      <a:pt x="1522" y="154229"/>
                    </a:lnTo>
                    <a:lnTo>
                      <a:pt x="1522" y="31200"/>
                    </a:lnTo>
                    <a:cubicBezTo>
                      <a:pt x="1522" y="26077"/>
                      <a:pt x="285" y="9313"/>
                      <a:pt x="0" y="4191"/>
                    </a:cubicBezTo>
                    <a:lnTo>
                      <a:pt x="26630" y="4191"/>
                    </a:lnTo>
                    <a:lnTo>
                      <a:pt x="29958" y="22818"/>
                    </a:lnTo>
                    <a:cubicBezTo>
                      <a:pt x="40991" y="9872"/>
                      <a:pt x="55067" y="0"/>
                      <a:pt x="72281" y="0"/>
                    </a:cubicBezTo>
                    <a:cubicBezTo>
                      <a:pt x="96153" y="0"/>
                      <a:pt x="109087" y="9034"/>
                      <a:pt x="118217" y="24028"/>
                    </a:cubicBezTo>
                    <a:cubicBezTo>
                      <a:pt x="128013" y="11083"/>
                      <a:pt x="142755" y="0"/>
                      <a:pt x="164154" y="0"/>
                    </a:cubicBezTo>
                    <a:cubicBezTo>
                      <a:pt x="202481" y="0"/>
                      <a:pt x="218745" y="20676"/>
                      <a:pt x="218745" y="68453"/>
                    </a:cubicBezTo>
                    <a:lnTo>
                      <a:pt x="218745" y="154322"/>
                    </a:lnTo>
                    <a:lnTo>
                      <a:pt x="184697" y="15432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8C199243-F62C-0809-DAFD-48759C893D66}"/>
                  </a:ext>
                </a:extLst>
              </p:cNvPr>
              <p:cNvSpPr/>
              <p:nvPr/>
            </p:nvSpPr>
            <p:spPr>
              <a:xfrm>
                <a:off x="7454879" y="3289300"/>
                <a:ext cx="36425" cy="216069"/>
              </a:xfrm>
              <a:custGeom>
                <a:avLst/>
                <a:gdLst>
                  <a:gd name="connsiteX0" fmla="*/ 0 w 36425"/>
                  <a:gd name="connsiteY0" fmla="*/ 32969 h 216069"/>
                  <a:gd name="connsiteX1" fmla="*/ 0 w 36425"/>
                  <a:gd name="connsiteY1" fmla="*/ 0 h 216069"/>
                  <a:gd name="connsiteX2" fmla="*/ 36426 w 36425"/>
                  <a:gd name="connsiteY2" fmla="*/ 0 h 216069"/>
                  <a:gd name="connsiteX3" fmla="*/ 36426 w 36425"/>
                  <a:gd name="connsiteY3" fmla="*/ 32969 h 216069"/>
                  <a:gd name="connsiteX4" fmla="*/ 0 w 36425"/>
                  <a:gd name="connsiteY4" fmla="*/ 32969 h 216069"/>
                  <a:gd name="connsiteX5" fmla="*/ 1236 w 36425"/>
                  <a:gd name="connsiteY5" fmla="*/ 216069 h 216069"/>
                  <a:gd name="connsiteX6" fmla="*/ 1236 w 36425"/>
                  <a:gd name="connsiteY6" fmla="*/ 66032 h 216069"/>
                  <a:gd name="connsiteX7" fmla="*/ 35284 w 36425"/>
                  <a:gd name="connsiteY7" fmla="*/ 66032 h 216069"/>
                  <a:gd name="connsiteX8" fmla="*/ 35284 w 36425"/>
                  <a:gd name="connsiteY8" fmla="*/ 216069 h 216069"/>
                  <a:gd name="connsiteX9" fmla="*/ 1236 w 36425"/>
                  <a:gd name="connsiteY9" fmla="*/ 216069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6425" h="216069">
                    <a:moveTo>
                      <a:pt x="0" y="32969"/>
                    </a:moveTo>
                    <a:lnTo>
                      <a:pt x="0" y="0"/>
                    </a:lnTo>
                    <a:lnTo>
                      <a:pt x="36426" y="0"/>
                    </a:lnTo>
                    <a:lnTo>
                      <a:pt x="36426" y="32969"/>
                    </a:lnTo>
                    <a:lnTo>
                      <a:pt x="0" y="32969"/>
                    </a:lnTo>
                    <a:close/>
                    <a:moveTo>
                      <a:pt x="1236" y="216069"/>
                    </a:moveTo>
                    <a:lnTo>
                      <a:pt x="1236" y="66032"/>
                    </a:lnTo>
                    <a:lnTo>
                      <a:pt x="35284" y="66032"/>
                    </a:lnTo>
                    <a:lnTo>
                      <a:pt x="35284" y="216069"/>
                    </a:lnTo>
                    <a:lnTo>
                      <a:pt x="1236" y="21606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D19EDBCD-21BE-08BA-DB72-C164F351EA5D}"/>
                  </a:ext>
                </a:extLst>
              </p:cNvPr>
              <p:cNvSpPr/>
              <p:nvPr/>
            </p:nvSpPr>
            <p:spPr>
              <a:xfrm>
                <a:off x="7520502" y="3351326"/>
                <a:ext cx="120689" cy="157954"/>
              </a:xfrm>
              <a:custGeom>
                <a:avLst/>
                <a:gdLst>
                  <a:gd name="connsiteX0" fmla="*/ 61914 w 120689"/>
                  <a:gd name="connsiteY0" fmla="*/ 157954 h 157954"/>
                  <a:gd name="connsiteX1" fmla="*/ 0 w 120689"/>
                  <a:gd name="connsiteY1" fmla="*/ 139048 h 157954"/>
                  <a:gd name="connsiteX2" fmla="*/ 15598 w 120689"/>
                  <a:gd name="connsiteY2" fmla="*/ 115299 h 157954"/>
                  <a:gd name="connsiteX3" fmla="*/ 60678 w 120689"/>
                  <a:gd name="connsiteY3" fmla="*/ 131784 h 157954"/>
                  <a:gd name="connsiteX4" fmla="*/ 85786 w 120689"/>
                  <a:gd name="connsiteY4" fmla="*/ 115020 h 157954"/>
                  <a:gd name="connsiteX5" fmla="*/ 55732 w 120689"/>
                  <a:gd name="connsiteY5" fmla="*/ 91271 h 157954"/>
                  <a:gd name="connsiteX6" fmla="*/ 6372 w 120689"/>
                  <a:gd name="connsiteY6" fmla="*/ 44145 h 157954"/>
                  <a:gd name="connsiteX7" fmla="*/ 64577 w 120689"/>
                  <a:gd name="connsiteY7" fmla="*/ 0 h 157954"/>
                  <a:gd name="connsiteX8" fmla="*/ 118788 w 120689"/>
                  <a:gd name="connsiteY8" fmla="*/ 16205 h 157954"/>
                  <a:gd name="connsiteX9" fmla="*/ 104427 w 120689"/>
                  <a:gd name="connsiteY9" fmla="*/ 39302 h 157954"/>
                  <a:gd name="connsiteX10" fmla="*/ 65528 w 120689"/>
                  <a:gd name="connsiteY10" fmla="*/ 26077 h 157954"/>
                  <a:gd name="connsiteX11" fmla="*/ 41276 w 120689"/>
                  <a:gd name="connsiteY11" fmla="*/ 41724 h 157954"/>
                  <a:gd name="connsiteX12" fmla="*/ 75895 w 120689"/>
                  <a:gd name="connsiteY12" fmla="*/ 64821 h 157954"/>
                  <a:gd name="connsiteX13" fmla="*/ 120690 w 120689"/>
                  <a:gd name="connsiteY13" fmla="*/ 113716 h 157954"/>
                  <a:gd name="connsiteX14" fmla="*/ 61819 w 120689"/>
                  <a:gd name="connsiteY14" fmla="*/ 157861 h 157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0689" h="157954">
                    <a:moveTo>
                      <a:pt x="61914" y="157954"/>
                    </a:moveTo>
                    <a:cubicBezTo>
                      <a:pt x="33097" y="157954"/>
                      <a:pt x="16263" y="149572"/>
                      <a:pt x="0" y="139048"/>
                    </a:cubicBezTo>
                    <a:lnTo>
                      <a:pt x="15598" y="115299"/>
                    </a:lnTo>
                    <a:cubicBezTo>
                      <a:pt x="28817" y="124612"/>
                      <a:pt x="44129" y="131784"/>
                      <a:pt x="60678" y="131784"/>
                    </a:cubicBezTo>
                    <a:cubicBezTo>
                      <a:pt x="77226" y="131784"/>
                      <a:pt x="85786" y="124612"/>
                      <a:pt x="85786" y="115020"/>
                    </a:cubicBezTo>
                    <a:cubicBezTo>
                      <a:pt x="85786" y="101795"/>
                      <a:pt x="76941" y="96672"/>
                      <a:pt x="55732" y="91271"/>
                    </a:cubicBezTo>
                    <a:cubicBezTo>
                      <a:pt x="32146" y="85310"/>
                      <a:pt x="6372" y="73855"/>
                      <a:pt x="6372" y="44145"/>
                    </a:cubicBezTo>
                    <a:cubicBezTo>
                      <a:pt x="6372" y="16578"/>
                      <a:pt x="30244" y="0"/>
                      <a:pt x="64577" y="0"/>
                    </a:cubicBezTo>
                    <a:cubicBezTo>
                      <a:pt x="86356" y="0"/>
                      <a:pt x="101669" y="4191"/>
                      <a:pt x="118788" y="16205"/>
                    </a:cubicBezTo>
                    <a:lnTo>
                      <a:pt x="104427" y="39302"/>
                    </a:lnTo>
                    <a:cubicBezTo>
                      <a:pt x="91207" y="29430"/>
                      <a:pt x="74659" y="26077"/>
                      <a:pt x="65528" y="26077"/>
                    </a:cubicBezTo>
                    <a:cubicBezTo>
                      <a:pt x="48029" y="26077"/>
                      <a:pt x="41276" y="32410"/>
                      <a:pt x="41276" y="41724"/>
                    </a:cubicBezTo>
                    <a:cubicBezTo>
                      <a:pt x="41276" y="54669"/>
                      <a:pt x="52594" y="58488"/>
                      <a:pt x="75895" y="64821"/>
                    </a:cubicBezTo>
                    <a:cubicBezTo>
                      <a:pt x="95487" y="69943"/>
                      <a:pt x="120690" y="80095"/>
                      <a:pt x="120690" y="113716"/>
                    </a:cubicBezTo>
                    <a:cubicBezTo>
                      <a:pt x="120690" y="144915"/>
                      <a:pt x="90922" y="157861"/>
                      <a:pt x="61819" y="157861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A596CAC4-214E-C2AE-B6D3-5D1030ABC4DF}"/>
                  </a:ext>
                </a:extLst>
              </p:cNvPr>
              <p:cNvSpPr/>
              <p:nvPr/>
            </p:nvSpPr>
            <p:spPr>
              <a:xfrm>
                <a:off x="7658502" y="3351326"/>
                <a:ext cx="120689" cy="157954"/>
              </a:xfrm>
              <a:custGeom>
                <a:avLst/>
                <a:gdLst>
                  <a:gd name="connsiteX0" fmla="*/ 61914 w 120689"/>
                  <a:gd name="connsiteY0" fmla="*/ 157954 h 157954"/>
                  <a:gd name="connsiteX1" fmla="*/ 0 w 120689"/>
                  <a:gd name="connsiteY1" fmla="*/ 139048 h 157954"/>
                  <a:gd name="connsiteX2" fmla="*/ 15597 w 120689"/>
                  <a:gd name="connsiteY2" fmla="*/ 115299 h 157954"/>
                  <a:gd name="connsiteX3" fmla="*/ 60678 w 120689"/>
                  <a:gd name="connsiteY3" fmla="*/ 131784 h 157954"/>
                  <a:gd name="connsiteX4" fmla="*/ 85786 w 120689"/>
                  <a:gd name="connsiteY4" fmla="*/ 115020 h 157954"/>
                  <a:gd name="connsiteX5" fmla="*/ 55732 w 120689"/>
                  <a:gd name="connsiteY5" fmla="*/ 91271 h 157954"/>
                  <a:gd name="connsiteX6" fmla="*/ 6372 w 120689"/>
                  <a:gd name="connsiteY6" fmla="*/ 44145 h 157954"/>
                  <a:gd name="connsiteX7" fmla="*/ 64577 w 120689"/>
                  <a:gd name="connsiteY7" fmla="*/ 0 h 157954"/>
                  <a:gd name="connsiteX8" fmla="*/ 118788 w 120689"/>
                  <a:gd name="connsiteY8" fmla="*/ 16205 h 157954"/>
                  <a:gd name="connsiteX9" fmla="*/ 104427 w 120689"/>
                  <a:gd name="connsiteY9" fmla="*/ 39302 h 157954"/>
                  <a:gd name="connsiteX10" fmla="*/ 65528 w 120689"/>
                  <a:gd name="connsiteY10" fmla="*/ 26077 h 157954"/>
                  <a:gd name="connsiteX11" fmla="*/ 41276 w 120689"/>
                  <a:gd name="connsiteY11" fmla="*/ 41724 h 157954"/>
                  <a:gd name="connsiteX12" fmla="*/ 75895 w 120689"/>
                  <a:gd name="connsiteY12" fmla="*/ 64821 h 157954"/>
                  <a:gd name="connsiteX13" fmla="*/ 120690 w 120689"/>
                  <a:gd name="connsiteY13" fmla="*/ 113716 h 157954"/>
                  <a:gd name="connsiteX14" fmla="*/ 61819 w 120689"/>
                  <a:gd name="connsiteY14" fmla="*/ 157861 h 157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0689" h="157954">
                    <a:moveTo>
                      <a:pt x="61914" y="157954"/>
                    </a:moveTo>
                    <a:cubicBezTo>
                      <a:pt x="33097" y="157954"/>
                      <a:pt x="16263" y="149572"/>
                      <a:pt x="0" y="139048"/>
                    </a:cubicBezTo>
                    <a:lnTo>
                      <a:pt x="15597" y="115299"/>
                    </a:lnTo>
                    <a:cubicBezTo>
                      <a:pt x="28817" y="124612"/>
                      <a:pt x="44129" y="131784"/>
                      <a:pt x="60678" y="131784"/>
                    </a:cubicBezTo>
                    <a:cubicBezTo>
                      <a:pt x="77226" y="131784"/>
                      <a:pt x="85786" y="124612"/>
                      <a:pt x="85786" y="115020"/>
                    </a:cubicBezTo>
                    <a:cubicBezTo>
                      <a:pt x="85786" y="101795"/>
                      <a:pt x="76941" y="96672"/>
                      <a:pt x="55732" y="91271"/>
                    </a:cubicBezTo>
                    <a:cubicBezTo>
                      <a:pt x="32146" y="85310"/>
                      <a:pt x="6372" y="73855"/>
                      <a:pt x="6372" y="44145"/>
                    </a:cubicBezTo>
                    <a:cubicBezTo>
                      <a:pt x="6372" y="16578"/>
                      <a:pt x="30244" y="0"/>
                      <a:pt x="64577" y="0"/>
                    </a:cubicBezTo>
                    <a:cubicBezTo>
                      <a:pt x="86356" y="0"/>
                      <a:pt x="101669" y="4191"/>
                      <a:pt x="118788" y="16205"/>
                    </a:cubicBezTo>
                    <a:lnTo>
                      <a:pt x="104427" y="39302"/>
                    </a:lnTo>
                    <a:cubicBezTo>
                      <a:pt x="91207" y="29430"/>
                      <a:pt x="74659" y="26077"/>
                      <a:pt x="65528" y="26077"/>
                    </a:cubicBezTo>
                    <a:cubicBezTo>
                      <a:pt x="48029" y="26077"/>
                      <a:pt x="41276" y="32410"/>
                      <a:pt x="41276" y="41724"/>
                    </a:cubicBezTo>
                    <a:cubicBezTo>
                      <a:pt x="41276" y="54669"/>
                      <a:pt x="52594" y="58488"/>
                      <a:pt x="75895" y="64821"/>
                    </a:cubicBezTo>
                    <a:cubicBezTo>
                      <a:pt x="95487" y="69943"/>
                      <a:pt x="120690" y="80095"/>
                      <a:pt x="120690" y="113716"/>
                    </a:cubicBezTo>
                    <a:cubicBezTo>
                      <a:pt x="120690" y="144915"/>
                      <a:pt x="90922" y="157861"/>
                      <a:pt x="61819" y="157861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CB23E5B0-141D-E1DE-9D3F-6AC8082539D9}"/>
                  </a:ext>
                </a:extLst>
              </p:cNvPr>
              <p:cNvSpPr/>
              <p:nvPr/>
            </p:nvSpPr>
            <p:spPr>
              <a:xfrm>
                <a:off x="7812954" y="3289300"/>
                <a:ext cx="36425" cy="216069"/>
              </a:xfrm>
              <a:custGeom>
                <a:avLst/>
                <a:gdLst>
                  <a:gd name="connsiteX0" fmla="*/ 0 w 36425"/>
                  <a:gd name="connsiteY0" fmla="*/ 32969 h 216069"/>
                  <a:gd name="connsiteX1" fmla="*/ 0 w 36425"/>
                  <a:gd name="connsiteY1" fmla="*/ 0 h 216069"/>
                  <a:gd name="connsiteX2" fmla="*/ 36426 w 36425"/>
                  <a:gd name="connsiteY2" fmla="*/ 0 h 216069"/>
                  <a:gd name="connsiteX3" fmla="*/ 36426 w 36425"/>
                  <a:gd name="connsiteY3" fmla="*/ 32969 h 216069"/>
                  <a:gd name="connsiteX4" fmla="*/ 0 w 36425"/>
                  <a:gd name="connsiteY4" fmla="*/ 32969 h 216069"/>
                  <a:gd name="connsiteX5" fmla="*/ 1236 w 36425"/>
                  <a:gd name="connsiteY5" fmla="*/ 216069 h 216069"/>
                  <a:gd name="connsiteX6" fmla="*/ 1236 w 36425"/>
                  <a:gd name="connsiteY6" fmla="*/ 66032 h 216069"/>
                  <a:gd name="connsiteX7" fmla="*/ 35284 w 36425"/>
                  <a:gd name="connsiteY7" fmla="*/ 66032 h 216069"/>
                  <a:gd name="connsiteX8" fmla="*/ 35284 w 36425"/>
                  <a:gd name="connsiteY8" fmla="*/ 216069 h 216069"/>
                  <a:gd name="connsiteX9" fmla="*/ 1236 w 36425"/>
                  <a:gd name="connsiteY9" fmla="*/ 216069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6425" h="216069">
                    <a:moveTo>
                      <a:pt x="0" y="32969"/>
                    </a:moveTo>
                    <a:lnTo>
                      <a:pt x="0" y="0"/>
                    </a:lnTo>
                    <a:lnTo>
                      <a:pt x="36426" y="0"/>
                    </a:lnTo>
                    <a:lnTo>
                      <a:pt x="36426" y="32969"/>
                    </a:lnTo>
                    <a:lnTo>
                      <a:pt x="0" y="32969"/>
                    </a:lnTo>
                    <a:close/>
                    <a:moveTo>
                      <a:pt x="1236" y="216069"/>
                    </a:moveTo>
                    <a:lnTo>
                      <a:pt x="1236" y="66032"/>
                    </a:lnTo>
                    <a:lnTo>
                      <a:pt x="35284" y="66032"/>
                    </a:lnTo>
                    <a:lnTo>
                      <a:pt x="35284" y="216069"/>
                    </a:lnTo>
                    <a:lnTo>
                      <a:pt x="1236" y="21606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20077732-3C30-0158-C355-84EE6FCB8EC7}"/>
                  </a:ext>
                </a:extLst>
              </p:cNvPr>
              <p:cNvSpPr/>
              <p:nvPr/>
            </p:nvSpPr>
            <p:spPr>
              <a:xfrm>
                <a:off x="7884664" y="3351140"/>
                <a:ext cx="147795" cy="158419"/>
              </a:xfrm>
              <a:custGeom>
                <a:avLst/>
                <a:gdLst>
                  <a:gd name="connsiteX0" fmla="*/ 73898 w 147795"/>
                  <a:gd name="connsiteY0" fmla="*/ 158420 h 158419"/>
                  <a:gd name="connsiteX1" fmla="*/ 0 w 147795"/>
                  <a:gd name="connsiteY1" fmla="*/ 78605 h 158419"/>
                  <a:gd name="connsiteX2" fmla="*/ 73898 w 147795"/>
                  <a:gd name="connsiteY2" fmla="*/ 0 h 158419"/>
                  <a:gd name="connsiteX3" fmla="*/ 147795 w 147795"/>
                  <a:gd name="connsiteY3" fmla="*/ 78605 h 158419"/>
                  <a:gd name="connsiteX4" fmla="*/ 73898 w 147795"/>
                  <a:gd name="connsiteY4" fmla="*/ 158420 h 158419"/>
                  <a:gd name="connsiteX5" fmla="*/ 73898 w 147795"/>
                  <a:gd name="connsiteY5" fmla="*/ 26357 h 158419"/>
                  <a:gd name="connsiteX6" fmla="*/ 34714 w 147795"/>
                  <a:gd name="connsiteY6" fmla="*/ 78605 h 158419"/>
                  <a:gd name="connsiteX7" fmla="*/ 73898 w 147795"/>
                  <a:gd name="connsiteY7" fmla="*/ 132063 h 158419"/>
                  <a:gd name="connsiteX8" fmla="*/ 113081 w 147795"/>
                  <a:gd name="connsiteY8" fmla="*/ 78605 h 158419"/>
                  <a:gd name="connsiteX9" fmla="*/ 73898 w 147795"/>
                  <a:gd name="connsiteY9" fmla="*/ 26357 h 158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7795" h="158419">
                    <a:moveTo>
                      <a:pt x="73898" y="158420"/>
                    </a:moveTo>
                    <a:cubicBezTo>
                      <a:pt x="26725" y="158420"/>
                      <a:pt x="0" y="124799"/>
                      <a:pt x="0" y="78605"/>
                    </a:cubicBezTo>
                    <a:cubicBezTo>
                      <a:pt x="0" y="32410"/>
                      <a:pt x="27581" y="0"/>
                      <a:pt x="73898" y="0"/>
                    </a:cubicBezTo>
                    <a:cubicBezTo>
                      <a:pt x="120214" y="0"/>
                      <a:pt x="147795" y="32410"/>
                      <a:pt x="147795" y="78605"/>
                    </a:cubicBezTo>
                    <a:cubicBezTo>
                      <a:pt x="147795" y="124799"/>
                      <a:pt x="120214" y="158420"/>
                      <a:pt x="73898" y="158420"/>
                    </a:cubicBezTo>
                    <a:close/>
                    <a:moveTo>
                      <a:pt x="73898" y="26357"/>
                    </a:moveTo>
                    <a:cubicBezTo>
                      <a:pt x="47838" y="26357"/>
                      <a:pt x="34714" y="47405"/>
                      <a:pt x="34714" y="78605"/>
                    </a:cubicBezTo>
                    <a:cubicBezTo>
                      <a:pt x="34714" y="109804"/>
                      <a:pt x="48504" y="132063"/>
                      <a:pt x="73898" y="132063"/>
                    </a:cubicBezTo>
                    <a:cubicBezTo>
                      <a:pt x="99291" y="132063"/>
                      <a:pt x="113081" y="109897"/>
                      <a:pt x="113081" y="78605"/>
                    </a:cubicBezTo>
                    <a:cubicBezTo>
                      <a:pt x="113081" y="47312"/>
                      <a:pt x="99006" y="26357"/>
                      <a:pt x="73898" y="26357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22DBEE3F-0164-6B20-F6F1-E986CC8DD509}"/>
                  </a:ext>
                </a:extLst>
              </p:cNvPr>
              <p:cNvSpPr/>
              <p:nvPr/>
            </p:nvSpPr>
            <p:spPr>
              <a:xfrm>
                <a:off x="8066222" y="3351140"/>
                <a:ext cx="130105" cy="154228"/>
              </a:xfrm>
              <a:custGeom>
                <a:avLst/>
                <a:gdLst>
                  <a:gd name="connsiteX0" fmla="*/ 96248 w 130105"/>
                  <a:gd name="connsiteY0" fmla="*/ 154229 h 154228"/>
                  <a:gd name="connsiteX1" fmla="*/ 96248 w 130105"/>
                  <a:gd name="connsiteY1" fmla="*/ 67242 h 154228"/>
                  <a:gd name="connsiteX2" fmla="*/ 67716 w 130105"/>
                  <a:gd name="connsiteY2" fmla="*/ 27288 h 154228"/>
                  <a:gd name="connsiteX3" fmla="*/ 35570 w 130105"/>
                  <a:gd name="connsiteY3" fmla="*/ 47684 h 154228"/>
                  <a:gd name="connsiteX4" fmla="*/ 35570 w 130105"/>
                  <a:gd name="connsiteY4" fmla="*/ 154229 h 154228"/>
                  <a:gd name="connsiteX5" fmla="*/ 1522 w 130105"/>
                  <a:gd name="connsiteY5" fmla="*/ 154229 h 154228"/>
                  <a:gd name="connsiteX6" fmla="*/ 1522 w 130105"/>
                  <a:gd name="connsiteY6" fmla="*/ 31200 h 154228"/>
                  <a:gd name="connsiteX7" fmla="*/ 0 w 130105"/>
                  <a:gd name="connsiteY7" fmla="*/ 4191 h 154228"/>
                  <a:gd name="connsiteX8" fmla="*/ 26630 w 130105"/>
                  <a:gd name="connsiteY8" fmla="*/ 4191 h 154228"/>
                  <a:gd name="connsiteX9" fmla="*/ 29958 w 130105"/>
                  <a:gd name="connsiteY9" fmla="*/ 23376 h 154228"/>
                  <a:gd name="connsiteX10" fmla="*/ 75895 w 130105"/>
                  <a:gd name="connsiteY10" fmla="*/ 0 h 154228"/>
                  <a:gd name="connsiteX11" fmla="*/ 130105 w 130105"/>
                  <a:gd name="connsiteY11" fmla="*/ 69291 h 154228"/>
                  <a:gd name="connsiteX12" fmla="*/ 130105 w 130105"/>
                  <a:gd name="connsiteY12" fmla="*/ 154229 h 154228"/>
                  <a:gd name="connsiteX13" fmla="*/ 96057 w 130105"/>
                  <a:gd name="connsiteY13" fmla="*/ 154229 h 1542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30105" h="154228">
                    <a:moveTo>
                      <a:pt x="96248" y="154229"/>
                    </a:moveTo>
                    <a:lnTo>
                      <a:pt x="96248" y="67242"/>
                    </a:lnTo>
                    <a:cubicBezTo>
                      <a:pt x="96248" y="42934"/>
                      <a:pt x="91017" y="27288"/>
                      <a:pt x="67716" y="27288"/>
                    </a:cubicBezTo>
                    <a:cubicBezTo>
                      <a:pt x="53925" y="27288"/>
                      <a:pt x="43178" y="37533"/>
                      <a:pt x="35570" y="47684"/>
                    </a:cubicBezTo>
                    <a:lnTo>
                      <a:pt x="35570" y="154229"/>
                    </a:lnTo>
                    <a:lnTo>
                      <a:pt x="1522" y="154229"/>
                    </a:lnTo>
                    <a:lnTo>
                      <a:pt x="1522" y="31200"/>
                    </a:lnTo>
                    <a:cubicBezTo>
                      <a:pt x="1522" y="26077"/>
                      <a:pt x="285" y="9313"/>
                      <a:pt x="0" y="4191"/>
                    </a:cubicBezTo>
                    <a:lnTo>
                      <a:pt x="26630" y="4191"/>
                    </a:lnTo>
                    <a:lnTo>
                      <a:pt x="29958" y="23376"/>
                    </a:lnTo>
                    <a:cubicBezTo>
                      <a:pt x="39184" y="10803"/>
                      <a:pt x="54781" y="0"/>
                      <a:pt x="75895" y="0"/>
                    </a:cubicBezTo>
                    <a:cubicBezTo>
                      <a:pt x="115459" y="0"/>
                      <a:pt x="130105" y="21048"/>
                      <a:pt x="130105" y="69291"/>
                    </a:cubicBezTo>
                    <a:lnTo>
                      <a:pt x="130105" y="154229"/>
                    </a:lnTo>
                    <a:lnTo>
                      <a:pt x="96057" y="15422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630344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93" descr="A picture containing building&#10;&#10;Description automatically generated">
            <a:extLst>
              <a:ext uri="{FF2B5EF4-FFF2-40B4-BE49-F238E27FC236}">
                <a16:creationId xmlns:a16="http://schemas.microsoft.com/office/drawing/2014/main" id="{A4A3CA4E-4654-73E0-7EA0-5EF9A74A6E6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41" b="741"/>
          <a:stretch/>
        </p:blipFill>
        <p:spPr>
          <a:xfrm>
            <a:off x="-1" y="1406539"/>
            <a:ext cx="12191999" cy="5451462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907DD9FF-898C-64CB-ACF3-9EAED3F9A155}"/>
              </a:ext>
            </a:extLst>
          </p:cNvPr>
          <p:cNvSpPr/>
          <p:nvPr/>
        </p:nvSpPr>
        <p:spPr>
          <a:xfrm>
            <a:off x="0" y="3726872"/>
            <a:ext cx="12192000" cy="1028795"/>
          </a:xfrm>
          <a:prstGeom prst="rect">
            <a:avLst/>
          </a:prstGeom>
          <a:gradFill flip="none" rotWithShape="1">
            <a:gsLst>
              <a:gs pos="100000">
                <a:schemeClr val="tx1">
                  <a:alpha val="0"/>
                </a:schemeClr>
              </a:gs>
              <a:gs pos="0">
                <a:schemeClr val="tx1">
                  <a:alpha val="0"/>
                </a:schemeClr>
              </a:gs>
              <a:gs pos="50000">
                <a:schemeClr val="tx1">
                  <a:alpha val="1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641DD1-7679-677C-E5F7-106CA2181E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3678" y="2276475"/>
            <a:ext cx="10801350" cy="2305050"/>
          </a:xfrm>
          <a:noFill/>
        </p:spPr>
        <p:txBody>
          <a:bodyPr anchor="b" anchorCtr="0">
            <a:noAutofit/>
          </a:bodyPr>
          <a:lstStyle>
            <a:lvl1pPr algn="l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D6AF788A-E08C-BD2E-6C5D-C8C5954A02D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67162" y="53134"/>
            <a:ext cx="1897200" cy="1044114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BB33BBA0-4572-0EFB-9D24-1C221E3044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2914" y="4972430"/>
            <a:ext cx="7632700" cy="307777"/>
          </a:xfrm>
        </p:spPr>
        <p:txBody>
          <a:bodyPr anchor="t" anchorCtr="0">
            <a:sp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K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DDA069-1327-124F-225A-A74D981CE04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98761"/>
            <a:ext cx="12192000" cy="307777"/>
          </a:xfrm>
          <a:prstGeom prst="rect">
            <a:avLst/>
          </a:prstGeom>
        </p:spPr>
      </p:pic>
      <p:grpSp>
        <p:nvGrpSpPr>
          <p:cNvPr id="36" name="Graphic 17">
            <a:extLst>
              <a:ext uri="{FF2B5EF4-FFF2-40B4-BE49-F238E27FC236}">
                <a16:creationId xmlns:a16="http://schemas.microsoft.com/office/drawing/2014/main" id="{F3BF5BD5-290A-4F71-9D64-1AC0C57B7AC7}"/>
              </a:ext>
            </a:extLst>
          </p:cNvPr>
          <p:cNvGrpSpPr>
            <a:grpSpLocks noChangeAspect="1"/>
          </p:cNvGrpSpPr>
          <p:nvPr/>
        </p:nvGrpSpPr>
        <p:grpSpPr>
          <a:xfrm>
            <a:off x="9103088" y="6458998"/>
            <a:ext cx="2646000" cy="177687"/>
            <a:chOff x="3994150" y="3289300"/>
            <a:chExt cx="4202178" cy="282193"/>
          </a:xfrm>
          <a:solidFill>
            <a:schemeClr val="bg1"/>
          </a:solidFill>
        </p:grpSpPr>
        <p:grpSp>
          <p:nvGrpSpPr>
            <p:cNvPr id="37" name="Graphic 17">
              <a:extLst>
                <a:ext uri="{FF2B5EF4-FFF2-40B4-BE49-F238E27FC236}">
                  <a16:creationId xmlns:a16="http://schemas.microsoft.com/office/drawing/2014/main" id="{F6BA806A-3384-7176-1E79-78428FDD1724}"/>
                </a:ext>
              </a:extLst>
            </p:cNvPr>
            <p:cNvGrpSpPr/>
            <p:nvPr/>
          </p:nvGrpSpPr>
          <p:grpSpPr>
            <a:xfrm>
              <a:off x="3994150" y="3289300"/>
              <a:ext cx="2355593" cy="276140"/>
              <a:chOff x="3994150" y="3289300"/>
              <a:chExt cx="2355593" cy="276140"/>
            </a:xfrm>
            <a:grpFill/>
          </p:grpSpPr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1794D833-ECED-AC47-1813-E5E5D3421D8F}"/>
                  </a:ext>
                </a:extLst>
              </p:cNvPr>
              <p:cNvSpPr/>
              <p:nvPr/>
            </p:nvSpPr>
            <p:spPr>
              <a:xfrm>
                <a:off x="3994150" y="3293770"/>
                <a:ext cx="153596" cy="211598"/>
              </a:xfrm>
              <a:custGeom>
                <a:avLst/>
                <a:gdLst>
                  <a:gd name="connsiteX0" fmla="*/ 86452 w 153596"/>
                  <a:gd name="connsiteY0" fmla="*/ 16857 h 211598"/>
                  <a:gd name="connsiteX1" fmla="*/ 86452 w 153596"/>
                  <a:gd name="connsiteY1" fmla="*/ 211599 h 211598"/>
                  <a:gd name="connsiteX2" fmla="*/ 67145 w 153596"/>
                  <a:gd name="connsiteY2" fmla="*/ 211599 h 211598"/>
                  <a:gd name="connsiteX3" fmla="*/ 67145 w 153596"/>
                  <a:gd name="connsiteY3" fmla="*/ 16857 h 211598"/>
                  <a:gd name="connsiteX4" fmla="*/ 0 w 153596"/>
                  <a:gd name="connsiteY4" fmla="*/ 16857 h 211598"/>
                  <a:gd name="connsiteX5" fmla="*/ 0 w 153596"/>
                  <a:gd name="connsiteY5" fmla="*/ 0 h 211598"/>
                  <a:gd name="connsiteX6" fmla="*/ 153597 w 153596"/>
                  <a:gd name="connsiteY6" fmla="*/ 0 h 211598"/>
                  <a:gd name="connsiteX7" fmla="*/ 153597 w 153596"/>
                  <a:gd name="connsiteY7" fmla="*/ 16764 h 211598"/>
                  <a:gd name="connsiteX8" fmla="*/ 86452 w 153596"/>
                  <a:gd name="connsiteY8" fmla="*/ 16764 h 2115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3596" h="211598">
                    <a:moveTo>
                      <a:pt x="86452" y="16857"/>
                    </a:moveTo>
                    <a:lnTo>
                      <a:pt x="86452" y="211599"/>
                    </a:lnTo>
                    <a:lnTo>
                      <a:pt x="67145" y="211599"/>
                    </a:lnTo>
                    <a:lnTo>
                      <a:pt x="67145" y="16857"/>
                    </a:lnTo>
                    <a:lnTo>
                      <a:pt x="0" y="16857"/>
                    </a:lnTo>
                    <a:lnTo>
                      <a:pt x="0" y="0"/>
                    </a:lnTo>
                    <a:lnTo>
                      <a:pt x="153597" y="0"/>
                    </a:lnTo>
                    <a:lnTo>
                      <a:pt x="153597" y="16764"/>
                    </a:lnTo>
                    <a:lnTo>
                      <a:pt x="86452" y="16764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E2E73F3A-437D-FB50-9CB2-18EC58242ABB}"/>
                  </a:ext>
                </a:extLst>
              </p:cNvPr>
              <p:cNvSpPr/>
              <p:nvPr/>
            </p:nvSpPr>
            <p:spPr>
              <a:xfrm>
                <a:off x="4182936" y="3289300"/>
                <a:ext cx="113461" cy="216162"/>
              </a:xfrm>
              <a:custGeom>
                <a:avLst/>
                <a:gdLst>
                  <a:gd name="connsiteX0" fmla="*/ 94726 w 113461"/>
                  <a:gd name="connsiteY0" fmla="*/ 216069 h 216162"/>
                  <a:gd name="connsiteX1" fmla="*/ 94726 w 113461"/>
                  <a:gd name="connsiteY1" fmla="*/ 120701 h 216162"/>
                  <a:gd name="connsiteX2" fmla="*/ 58586 w 113461"/>
                  <a:gd name="connsiteY2" fmla="*/ 78418 h 216162"/>
                  <a:gd name="connsiteX3" fmla="*/ 18736 w 113461"/>
                  <a:gd name="connsiteY3" fmla="*/ 102726 h 216162"/>
                  <a:gd name="connsiteX4" fmla="*/ 18736 w 113461"/>
                  <a:gd name="connsiteY4" fmla="*/ 216162 h 216162"/>
                  <a:gd name="connsiteX5" fmla="*/ 0 w 113461"/>
                  <a:gd name="connsiteY5" fmla="*/ 216162 h 216162"/>
                  <a:gd name="connsiteX6" fmla="*/ 0 w 113461"/>
                  <a:gd name="connsiteY6" fmla="*/ 0 h 216162"/>
                  <a:gd name="connsiteX7" fmla="*/ 18736 w 113461"/>
                  <a:gd name="connsiteY7" fmla="*/ 0 h 216162"/>
                  <a:gd name="connsiteX8" fmla="*/ 18736 w 113461"/>
                  <a:gd name="connsiteY8" fmla="*/ 84658 h 216162"/>
                  <a:gd name="connsiteX9" fmla="*/ 62580 w 113461"/>
                  <a:gd name="connsiteY9" fmla="*/ 62772 h 216162"/>
                  <a:gd name="connsiteX10" fmla="*/ 113462 w 113461"/>
                  <a:gd name="connsiteY10" fmla="*/ 122191 h 216162"/>
                  <a:gd name="connsiteX11" fmla="*/ 113462 w 113461"/>
                  <a:gd name="connsiteY11" fmla="*/ 216162 h 216162"/>
                  <a:gd name="connsiteX12" fmla="*/ 94726 w 113461"/>
                  <a:gd name="connsiteY12" fmla="*/ 216162 h 216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3461" h="216162">
                    <a:moveTo>
                      <a:pt x="94726" y="216069"/>
                    </a:moveTo>
                    <a:lnTo>
                      <a:pt x="94726" y="120701"/>
                    </a:lnTo>
                    <a:cubicBezTo>
                      <a:pt x="94726" y="93133"/>
                      <a:pt x="83694" y="78418"/>
                      <a:pt x="58586" y="78418"/>
                    </a:cubicBezTo>
                    <a:cubicBezTo>
                      <a:pt x="39850" y="78418"/>
                      <a:pt x="26725" y="90991"/>
                      <a:pt x="18736" y="102726"/>
                    </a:cubicBezTo>
                    <a:lnTo>
                      <a:pt x="18736" y="216162"/>
                    </a:lnTo>
                    <a:lnTo>
                      <a:pt x="0" y="216162"/>
                    </a:lnTo>
                    <a:lnTo>
                      <a:pt x="0" y="0"/>
                    </a:lnTo>
                    <a:lnTo>
                      <a:pt x="18736" y="0"/>
                    </a:lnTo>
                    <a:lnTo>
                      <a:pt x="18736" y="84658"/>
                    </a:lnTo>
                    <a:cubicBezTo>
                      <a:pt x="28532" y="71713"/>
                      <a:pt x="43844" y="62772"/>
                      <a:pt x="62580" y="62772"/>
                    </a:cubicBezTo>
                    <a:cubicBezTo>
                      <a:pt x="101193" y="62772"/>
                      <a:pt x="113462" y="86800"/>
                      <a:pt x="113462" y="122191"/>
                    </a:cubicBezTo>
                    <a:lnTo>
                      <a:pt x="113462" y="216162"/>
                    </a:lnTo>
                    <a:lnTo>
                      <a:pt x="94726" y="21616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2CE4D621-F011-6C3F-663E-3EE9E0F29BEC}"/>
                  </a:ext>
                </a:extLst>
              </p:cNvPr>
              <p:cNvSpPr/>
              <p:nvPr/>
            </p:nvSpPr>
            <p:spPr>
              <a:xfrm>
                <a:off x="4338434" y="3352071"/>
                <a:ext cx="128108" cy="156650"/>
              </a:xfrm>
              <a:custGeom>
                <a:avLst/>
                <a:gdLst>
                  <a:gd name="connsiteX0" fmla="*/ 19877 w 128108"/>
                  <a:gd name="connsiteY0" fmla="*/ 84006 h 156650"/>
                  <a:gd name="connsiteX1" fmla="*/ 70759 w 128108"/>
                  <a:gd name="connsiteY1" fmla="*/ 141004 h 156650"/>
                  <a:gd name="connsiteX2" fmla="*/ 113937 w 128108"/>
                  <a:gd name="connsiteY2" fmla="*/ 125730 h 156650"/>
                  <a:gd name="connsiteX3" fmla="*/ 123163 w 128108"/>
                  <a:gd name="connsiteY3" fmla="*/ 138303 h 156650"/>
                  <a:gd name="connsiteX4" fmla="*/ 70759 w 128108"/>
                  <a:gd name="connsiteY4" fmla="*/ 156650 h 156650"/>
                  <a:gd name="connsiteX5" fmla="*/ 0 w 128108"/>
                  <a:gd name="connsiteY5" fmla="*/ 79815 h 156650"/>
                  <a:gd name="connsiteX6" fmla="*/ 65623 w 128108"/>
                  <a:gd name="connsiteY6" fmla="*/ 0 h 156650"/>
                  <a:gd name="connsiteX7" fmla="*/ 128108 w 128108"/>
                  <a:gd name="connsiteY7" fmla="*/ 84006 h 156650"/>
                  <a:gd name="connsiteX8" fmla="*/ 19877 w 128108"/>
                  <a:gd name="connsiteY8" fmla="*/ 84006 h 156650"/>
                  <a:gd name="connsiteX9" fmla="*/ 65528 w 128108"/>
                  <a:gd name="connsiteY9" fmla="*/ 14994 h 156650"/>
                  <a:gd name="connsiteX10" fmla="*/ 19877 w 128108"/>
                  <a:gd name="connsiteY10" fmla="*/ 69012 h 156650"/>
                  <a:gd name="connsiteX11" fmla="*/ 108802 w 128108"/>
                  <a:gd name="connsiteY11" fmla="*/ 69012 h 156650"/>
                  <a:gd name="connsiteX12" fmla="*/ 65623 w 128108"/>
                  <a:gd name="connsiteY12" fmla="*/ 14994 h 156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8108" h="156650">
                    <a:moveTo>
                      <a:pt x="19877" y="84006"/>
                    </a:moveTo>
                    <a:cubicBezTo>
                      <a:pt x="21399" y="122377"/>
                      <a:pt x="44700" y="141004"/>
                      <a:pt x="70759" y="141004"/>
                    </a:cubicBezTo>
                    <a:cubicBezTo>
                      <a:pt x="88829" y="141004"/>
                      <a:pt x="103285" y="133833"/>
                      <a:pt x="113937" y="125730"/>
                    </a:cubicBezTo>
                    <a:lnTo>
                      <a:pt x="123163" y="138303"/>
                    </a:lnTo>
                    <a:cubicBezTo>
                      <a:pt x="109087" y="149106"/>
                      <a:pt x="92824" y="156650"/>
                      <a:pt x="70759" y="156650"/>
                    </a:cubicBezTo>
                    <a:cubicBezTo>
                      <a:pt x="30910" y="156650"/>
                      <a:pt x="0" y="129642"/>
                      <a:pt x="0" y="79815"/>
                    </a:cubicBezTo>
                    <a:cubicBezTo>
                      <a:pt x="0" y="26077"/>
                      <a:pt x="31575" y="0"/>
                      <a:pt x="65623" y="0"/>
                    </a:cubicBezTo>
                    <a:cubicBezTo>
                      <a:pt x="113747" y="0"/>
                      <a:pt x="128108" y="36881"/>
                      <a:pt x="128108" y="84006"/>
                    </a:cubicBezTo>
                    <a:lnTo>
                      <a:pt x="19877" y="84006"/>
                    </a:lnTo>
                    <a:close/>
                    <a:moveTo>
                      <a:pt x="65528" y="14994"/>
                    </a:moveTo>
                    <a:cubicBezTo>
                      <a:pt x="40991" y="14994"/>
                      <a:pt x="22350" y="32969"/>
                      <a:pt x="19877" y="69012"/>
                    </a:cubicBezTo>
                    <a:lnTo>
                      <a:pt x="108802" y="69012"/>
                    </a:lnTo>
                    <a:cubicBezTo>
                      <a:pt x="108231" y="32690"/>
                      <a:pt x="92824" y="14994"/>
                      <a:pt x="65623" y="14994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879B99D5-F9A7-B4E4-69B6-DA74A4C049AB}"/>
                  </a:ext>
                </a:extLst>
              </p:cNvPr>
              <p:cNvSpPr/>
              <p:nvPr/>
            </p:nvSpPr>
            <p:spPr>
              <a:xfrm>
                <a:off x="4595317" y="3352071"/>
                <a:ext cx="123828" cy="213368"/>
              </a:xfrm>
              <a:custGeom>
                <a:avLst/>
                <a:gdLst>
                  <a:gd name="connsiteX0" fmla="*/ 62865 w 123828"/>
                  <a:gd name="connsiteY0" fmla="*/ 156650 h 213368"/>
                  <a:gd name="connsiteX1" fmla="*/ 19687 w 123828"/>
                  <a:gd name="connsiteY1" fmla="*/ 138676 h 213368"/>
                  <a:gd name="connsiteX2" fmla="*/ 19687 w 123828"/>
                  <a:gd name="connsiteY2" fmla="*/ 213368 h 213368"/>
                  <a:gd name="connsiteX3" fmla="*/ 951 w 123828"/>
                  <a:gd name="connsiteY3" fmla="*/ 213368 h 213368"/>
                  <a:gd name="connsiteX4" fmla="*/ 951 w 123828"/>
                  <a:gd name="connsiteY4" fmla="*/ 31479 h 213368"/>
                  <a:gd name="connsiteX5" fmla="*/ 0 w 123828"/>
                  <a:gd name="connsiteY5" fmla="*/ 3260 h 213368"/>
                  <a:gd name="connsiteX6" fmla="*/ 15597 w 123828"/>
                  <a:gd name="connsiteY6" fmla="*/ 3260 h 213368"/>
                  <a:gd name="connsiteX7" fmla="*/ 17119 w 123828"/>
                  <a:gd name="connsiteY7" fmla="*/ 26077 h 213368"/>
                  <a:gd name="connsiteX8" fmla="*/ 65243 w 123828"/>
                  <a:gd name="connsiteY8" fmla="*/ 0 h 213368"/>
                  <a:gd name="connsiteX9" fmla="*/ 123828 w 123828"/>
                  <a:gd name="connsiteY9" fmla="*/ 76835 h 213368"/>
                  <a:gd name="connsiteX10" fmla="*/ 62865 w 123828"/>
                  <a:gd name="connsiteY10" fmla="*/ 156650 h 213368"/>
                  <a:gd name="connsiteX11" fmla="*/ 61058 w 123828"/>
                  <a:gd name="connsiteY11" fmla="*/ 15274 h 213368"/>
                  <a:gd name="connsiteX12" fmla="*/ 19687 w 123828"/>
                  <a:gd name="connsiteY12" fmla="*/ 42003 h 213368"/>
                  <a:gd name="connsiteX13" fmla="*/ 19687 w 123828"/>
                  <a:gd name="connsiteY13" fmla="*/ 123309 h 213368"/>
                  <a:gd name="connsiteX14" fmla="*/ 58300 w 123828"/>
                  <a:gd name="connsiteY14" fmla="*/ 141283 h 213368"/>
                  <a:gd name="connsiteX15" fmla="*/ 104237 w 123828"/>
                  <a:gd name="connsiteY15" fmla="*/ 78232 h 213368"/>
                  <a:gd name="connsiteX16" fmla="*/ 61058 w 123828"/>
                  <a:gd name="connsiteY16" fmla="*/ 15181 h 213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3828" h="213368">
                    <a:moveTo>
                      <a:pt x="62865" y="156650"/>
                    </a:moveTo>
                    <a:cubicBezTo>
                      <a:pt x="44129" y="156650"/>
                      <a:pt x="28817" y="149758"/>
                      <a:pt x="19687" y="138676"/>
                    </a:cubicBezTo>
                    <a:lnTo>
                      <a:pt x="19687" y="213368"/>
                    </a:lnTo>
                    <a:lnTo>
                      <a:pt x="951" y="213368"/>
                    </a:lnTo>
                    <a:lnTo>
                      <a:pt x="951" y="31479"/>
                    </a:lnTo>
                    <a:cubicBezTo>
                      <a:pt x="951" y="24308"/>
                      <a:pt x="380" y="9872"/>
                      <a:pt x="0" y="3260"/>
                    </a:cubicBezTo>
                    <a:lnTo>
                      <a:pt x="15597" y="3260"/>
                    </a:lnTo>
                    <a:lnTo>
                      <a:pt x="17119" y="26077"/>
                    </a:lnTo>
                    <a:cubicBezTo>
                      <a:pt x="27200" y="13132"/>
                      <a:pt x="40420" y="0"/>
                      <a:pt x="65243" y="0"/>
                    </a:cubicBezTo>
                    <a:cubicBezTo>
                      <a:pt x="102334" y="0"/>
                      <a:pt x="123828" y="32131"/>
                      <a:pt x="123828" y="76835"/>
                    </a:cubicBezTo>
                    <a:cubicBezTo>
                      <a:pt x="123828" y="121539"/>
                      <a:pt x="102049" y="156650"/>
                      <a:pt x="62865" y="156650"/>
                    </a:cubicBezTo>
                    <a:close/>
                    <a:moveTo>
                      <a:pt x="61058" y="15274"/>
                    </a:moveTo>
                    <a:cubicBezTo>
                      <a:pt x="40515" y="15274"/>
                      <a:pt x="26440" y="32410"/>
                      <a:pt x="19687" y="42003"/>
                    </a:cubicBezTo>
                    <a:lnTo>
                      <a:pt x="19687" y="123309"/>
                    </a:lnTo>
                    <a:cubicBezTo>
                      <a:pt x="28247" y="132622"/>
                      <a:pt x="39564" y="141283"/>
                      <a:pt x="58300" y="141283"/>
                    </a:cubicBezTo>
                    <a:cubicBezTo>
                      <a:pt x="83123" y="141283"/>
                      <a:pt x="104237" y="121446"/>
                      <a:pt x="104237" y="78232"/>
                    </a:cubicBezTo>
                    <a:cubicBezTo>
                      <a:pt x="104237" y="35018"/>
                      <a:pt x="86166" y="15181"/>
                      <a:pt x="61058" y="15181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D98770D1-6870-3363-BEBA-3EDB268C7E0B}"/>
                  </a:ext>
                </a:extLst>
              </p:cNvPr>
              <p:cNvSpPr/>
              <p:nvPr/>
            </p:nvSpPr>
            <p:spPr>
              <a:xfrm>
                <a:off x="4752813" y="3351978"/>
                <a:ext cx="136762" cy="156743"/>
              </a:xfrm>
              <a:custGeom>
                <a:avLst/>
                <a:gdLst>
                  <a:gd name="connsiteX0" fmla="*/ 68381 w 136762"/>
                  <a:gd name="connsiteY0" fmla="*/ 156743 h 156743"/>
                  <a:gd name="connsiteX1" fmla="*/ 0 w 136762"/>
                  <a:gd name="connsiteY1" fmla="*/ 77766 h 156743"/>
                  <a:gd name="connsiteX2" fmla="*/ 68381 w 136762"/>
                  <a:gd name="connsiteY2" fmla="*/ 0 h 156743"/>
                  <a:gd name="connsiteX3" fmla="*/ 136763 w 136762"/>
                  <a:gd name="connsiteY3" fmla="*/ 77766 h 156743"/>
                  <a:gd name="connsiteX4" fmla="*/ 68381 w 136762"/>
                  <a:gd name="connsiteY4" fmla="*/ 156743 h 156743"/>
                  <a:gd name="connsiteX5" fmla="*/ 68381 w 136762"/>
                  <a:gd name="connsiteY5" fmla="*/ 15367 h 156743"/>
                  <a:gd name="connsiteX6" fmla="*/ 19687 w 136762"/>
                  <a:gd name="connsiteY6" fmla="*/ 77766 h 156743"/>
                  <a:gd name="connsiteX7" fmla="*/ 68381 w 136762"/>
                  <a:gd name="connsiteY7" fmla="*/ 141376 h 156743"/>
                  <a:gd name="connsiteX8" fmla="*/ 117076 w 136762"/>
                  <a:gd name="connsiteY8" fmla="*/ 77766 h 156743"/>
                  <a:gd name="connsiteX9" fmla="*/ 68381 w 136762"/>
                  <a:gd name="connsiteY9" fmla="*/ 15367 h 156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6762" h="156743">
                    <a:moveTo>
                      <a:pt x="68381" y="156743"/>
                    </a:moveTo>
                    <a:cubicBezTo>
                      <a:pt x="21494" y="156743"/>
                      <a:pt x="0" y="120701"/>
                      <a:pt x="0" y="77766"/>
                    </a:cubicBezTo>
                    <a:cubicBezTo>
                      <a:pt x="0" y="34832"/>
                      <a:pt x="22635" y="0"/>
                      <a:pt x="68381" y="0"/>
                    </a:cubicBezTo>
                    <a:cubicBezTo>
                      <a:pt x="114128" y="0"/>
                      <a:pt x="136763" y="36043"/>
                      <a:pt x="136763" y="77766"/>
                    </a:cubicBezTo>
                    <a:cubicBezTo>
                      <a:pt x="136763" y="119490"/>
                      <a:pt x="116220" y="156743"/>
                      <a:pt x="68381" y="156743"/>
                    </a:cubicBezTo>
                    <a:close/>
                    <a:moveTo>
                      <a:pt x="68381" y="15367"/>
                    </a:moveTo>
                    <a:cubicBezTo>
                      <a:pt x="36806" y="15367"/>
                      <a:pt x="19687" y="41817"/>
                      <a:pt x="19687" y="77766"/>
                    </a:cubicBezTo>
                    <a:cubicBezTo>
                      <a:pt x="19687" y="113716"/>
                      <a:pt x="35665" y="141376"/>
                      <a:pt x="68381" y="141376"/>
                    </a:cubicBezTo>
                    <a:cubicBezTo>
                      <a:pt x="101098" y="141376"/>
                      <a:pt x="117076" y="114088"/>
                      <a:pt x="117076" y="77766"/>
                    </a:cubicBezTo>
                    <a:cubicBezTo>
                      <a:pt x="117076" y="41444"/>
                      <a:pt x="100813" y="15367"/>
                      <a:pt x="68381" y="15367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9B09433D-3F96-2ABE-E98D-0093D2E5DCA1}"/>
                  </a:ext>
                </a:extLst>
              </p:cNvPr>
              <p:cNvSpPr/>
              <p:nvPr/>
            </p:nvSpPr>
            <p:spPr>
              <a:xfrm>
                <a:off x="4912686" y="3355331"/>
                <a:ext cx="210089" cy="150037"/>
              </a:xfrm>
              <a:custGeom>
                <a:avLst/>
                <a:gdLst>
                  <a:gd name="connsiteX0" fmla="*/ 165390 w 210089"/>
                  <a:gd name="connsiteY0" fmla="*/ 150038 h 150037"/>
                  <a:gd name="connsiteX1" fmla="*/ 141518 w 210089"/>
                  <a:gd name="connsiteY1" fmla="*/ 150038 h 150037"/>
                  <a:gd name="connsiteX2" fmla="*/ 115174 w 210089"/>
                  <a:gd name="connsiteY2" fmla="*/ 60909 h 150037"/>
                  <a:gd name="connsiteX3" fmla="*/ 105092 w 210089"/>
                  <a:gd name="connsiteY3" fmla="*/ 23376 h 150037"/>
                  <a:gd name="connsiteX4" fmla="*/ 95011 w 210089"/>
                  <a:gd name="connsiteY4" fmla="*/ 60909 h 150037"/>
                  <a:gd name="connsiteX5" fmla="*/ 67716 w 210089"/>
                  <a:gd name="connsiteY5" fmla="*/ 150038 h 150037"/>
                  <a:gd name="connsiteX6" fmla="*/ 44129 w 210089"/>
                  <a:gd name="connsiteY6" fmla="*/ 150038 h 150037"/>
                  <a:gd name="connsiteX7" fmla="*/ 0 w 210089"/>
                  <a:gd name="connsiteY7" fmla="*/ 0 h 150037"/>
                  <a:gd name="connsiteX8" fmla="*/ 19877 w 210089"/>
                  <a:gd name="connsiteY8" fmla="*/ 0 h 150037"/>
                  <a:gd name="connsiteX9" fmla="*/ 48029 w 210089"/>
                  <a:gd name="connsiteY9" fmla="*/ 95741 h 150037"/>
                  <a:gd name="connsiteX10" fmla="*/ 56588 w 210089"/>
                  <a:gd name="connsiteY10" fmla="*/ 129921 h 150037"/>
                  <a:gd name="connsiteX11" fmla="*/ 65814 w 210089"/>
                  <a:gd name="connsiteY11" fmla="*/ 95741 h 150037"/>
                  <a:gd name="connsiteX12" fmla="*/ 94631 w 210089"/>
                  <a:gd name="connsiteY12" fmla="*/ 0 h 150037"/>
                  <a:gd name="connsiteX13" fmla="*/ 116410 w 210089"/>
                  <a:gd name="connsiteY13" fmla="*/ 0 h 150037"/>
                  <a:gd name="connsiteX14" fmla="*/ 145227 w 210089"/>
                  <a:gd name="connsiteY14" fmla="*/ 95741 h 150037"/>
                  <a:gd name="connsiteX15" fmla="*/ 154072 w 210089"/>
                  <a:gd name="connsiteY15" fmla="*/ 129921 h 150037"/>
                  <a:gd name="connsiteX16" fmla="*/ 162917 w 210089"/>
                  <a:gd name="connsiteY16" fmla="*/ 95741 h 150037"/>
                  <a:gd name="connsiteX17" fmla="*/ 191734 w 210089"/>
                  <a:gd name="connsiteY17" fmla="*/ 0 h 150037"/>
                  <a:gd name="connsiteX18" fmla="*/ 210090 w 210089"/>
                  <a:gd name="connsiteY18" fmla="*/ 0 h 150037"/>
                  <a:gd name="connsiteX19" fmla="*/ 165295 w 210089"/>
                  <a:gd name="connsiteY19" fmla="*/ 150038 h 150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10089" h="150037">
                    <a:moveTo>
                      <a:pt x="165390" y="150038"/>
                    </a:moveTo>
                    <a:lnTo>
                      <a:pt x="141518" y="150038"/>
                    </a:lnTo>
                    <a:lnTo>
                      <a:pt x="115174" y="60909"/>
                    </a:lnTo>
                    <a:cubicBezTo>
                      <a:pt x="111179" y="47125"/>
                      <a:pt x="105092" y="23376"/>
                      <a:pt x="105092" y="23376"/>
                    </a:cubicBezTo>
                    <a:cubicBezTo>
                      <a:pt x="105092" y="23376"/>
                      <a:pt x="99291" y="46474"/>
                      <a:pt x="95011" y="60909"/>
                    </a:cubicBezTo>
                    <a:lnTo>
                      <a:pt x="67716" y="150038"/>
                    </a:lnTo>
                    <a:lnTo>
                      <a:pt x="44129" y="150038"/>
                    </a:lnTo>
                    <a:lnTo>
                      <a:pt x="0" y="0"/>
                    </a:lnTo>
                    <a:lnTo>
                      <a:pt x="19877" y="0"/>
                    </a:lnTo>
                    <a:lnTo>
                      <a:pt x="48029" y="95741"/>
                    </a:lnTo>
                    <a:cubicBezTo>
                      <a:pt x="51738" y="108314"/>
                      <a:pt x="56588" y="129921"/>
                      <a:pt x="56588" y="129921"/>
                    </a:cubicBezTo>
                    <a:cubicBezTo>
                      <a:pt x="56588" y="129921"/>
                      <a:pt x="62104" y="108314"/>
                      <a:pt x="65814" y="95741"/>
                    </a:cubicBezTo>
                    <a:lnTo>
                      <a:pt x="94631" y="0"/>
                    </a:lnTo>
                    <a:lnTo>
                      <a:pt x="116410" y="0"/>
                    </a:lnTo>
                    <a:lnTo>
                      <a:pt x="145227" y="95741"/>
                    </a:lnTo>
                    <a:cubicBezTo>
                      <a:pt x="149222" y="109245"/>
                      <a:pt x="154072" y="129921"/>
                      <a:pt x="154072" y="129921"/>
                    </a:cubicBezTo>
                    <a:cubicBezTo>
                      <a:pt x="154072" y="129921"/>
                      <a:pt x="159018" y="108873"/>
                      <a:pt x="162917" y="95741"/>
                    </a:cubicBezTo>
                    <a:lnTo>
                      <a:pt x="191734" y="0"/>
                    </a:lnTo>
                    <a:lnTo>
                      <a:pt x="210090" y="0"/>
                    </a:lnTo>
                    <a:lnTo>
                      <a:pt x="165295" y="150038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459AA89B-FBEE-8052-E595-551CA5C5F90D}"/>
                  </a:ext>
                </a:extLst>
              </p:cNvPr>
              <p:cNvSpPr/>
              <p:nvPr/>
            </p:nvSpPr>
            <p:spPr>
              <a:xfrm>
                <a:off x="5146838" y="3352071"/>
                <a:ext cx="128108" cy="156650"/>
              </a:xfrm>
              <a:custGeom>
                <a:avLst/>
                <a:gdLst>
                  <a:gd name="connsiteX0" fmla="*/ 19877 w 128108"/>
                  <a:gd name="connsiteY0" fmla="*/ 84006 h 156650"/>
                  <a:gd name="connsiteX1" fmla="*/ 70759 w 128108"/>
                  <a:gd name="connsiteY1" fmla="*/ 141004 h 156650"/>
                  <a:gd name="connsiteX2" fmla="*/ 113937 w 128108"/>
                  <a:gd name="connsiteY2" fmla="*/ 125730 h 156650"/>
                  <a:gd name="connsiteX3" fmla="*/ 123163 w 128108"/>
                  <a:gd name="connsiteY3" fmla="*/ 138303 h 156650"/>
                  <a:gd name="connsiteX4" fmla="*/ 70759 w 128108"/>
                  <a:gd name="connsiteY4" fmla="*/ 156650 h 156650"/>
                  <a:gd name="connsiteX5" fmla="*/ 0 w 128108"/>
                  <a:gd name="connsiteY5" fmla="*/ 79815 h 156650"/>
                  <a:gd name="connsiteX6" fmla="*/ 65623 w 128108"/>
                  <a:gd name="connsiteY6" fmla="*/ 0 h 156650"/>
                  <a:gd name="connsiteX7" fmla="*/ 128108 w 128108"/>
                  <a:gd name="connsiteY7" fmla="*/ 84006 h 156650"/>
                  <a:gd name="connsiteX8" fmla="*/ 19877 w 128108"/>
                  <a:gd name="connsiteY8" fmla="*/ 84006 h 156650"/>
                  <a:gd name="connsiteX9" fmla="*/ 65528 w 128108"/>
                  <a:gd name="connsiteY9" fmla="*/ 14994 h 156650"/>
                  <a:gd name="connsiteX10" fmla="*/ 19877 w 128108"/>
                  <a:gd name="connsiteY10" fmla="*/ 69012 h 156650"/>
                  <a:gd name="connsiteX11" fmla="*/ 108802 w 128108"/>
                  <a:gd name="connsiteY11" fmla="*/ 69012 h 156650"/>
                  <a:gd name="connsiteX12" fmla="*/ 65623 w 128108"/>
                  <a:gd name="connsiteY12" fmla="*/ 14994 h 156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8108" h="156650">
                    <a:moveTo>
                      <a:pt x="19877" y="84006"/>
                    </a:moveTo>
                    <a:cubicBezTo>
                      <a:pt x="21399" y="122377"/>
                      <a:pt x="44700" y="141004"/>
                      <a:pt x="70759" y="141004"/>
                    </a:cubicBezTo>
                    <a:cubicBezTo>
                      <a:pt x="88829" y="141004"/>
                      <a:pt x="103285" y="133833"/>
                      <a:pt x="113937" y="125730"/>
                    </a:cubicBezTo>
                    <a:lnTo>
                      <a:pt x="123163" y="138303"/>
                    </a:lnTo>
                    <a:cubicBezTo>
                      <a:pt x="109087" y="149106"/>
                      <a:pt x="92824" y="156650"/>
                      <a:pt x="70759" y="156650"/>
                    </a:cubicBezTo>
                    <a:cubicBezTo>
                      <a:pt x="30910" y="156650"/>
                      <a:pt x="0" y="129642"/>
                      <a:pt x="0" y="79815"/>
                    </a:cubicBezTo>
                    <a:cubicBezTo>
                      <a:pt x="0" y="26077"/>
                      <a:pt x="31575" y="0"/>
                      <a:pt x="65623" y="0"/>
                    </a:cubicBezTo>
                    <a:cubicBezTo>
                      <a:pt x="113747" y="0"/>
                      <a:pt x="128108" y="36881"/>
                      <a:pt x="128108" y="84006"/>
                    </a:cubicBezTo>
                    <a:lnTo>
                      <a:pt x="19877" y="84006"/>
                    </a:lnTo>
                    <a:close/>
                    <a:moveTo>
                      <a:pt x="65528" y="14994"/>
                    </a:moveTo>
                    <a:cubicBezTo>
                      <a:pt x="40991" y="14994"/>
                      <a:pt x="22350" y="32969"/>
                      <a:pt x="19877" y="69012"/>
                    </a:cubicBezTo>
                    <a:lnTo>
                      <a:pt x="108802" y="69012"/>
                    </a:lnTo>
                    <a:cubicBezTo>
                      <a:pt x="108231" y="32690"/>
                      <a:pt x="92824" y="14994"/>
                      <a:pt x="65623" y="14994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3FE6B9B1-A774-DD84-49D6-EAA61ABD71AB}"/>
                  </a:ext>
                </a:extLst>
              </p:cNvPr>
              <p:cNvSpPr/>
              <p:nvPr/>
            </p:nvSpPr>
            <p:spPr>
              <a:xfrm>
                <a:off x="5314796" y="3351978"/>
                <a:ext cx="81506" cy="153390"/>
              </a:xfrm>
              <a:custGeom>
                <a:avLst/>
                <a:gdLst>
                  <a:gd name="connsiteX0" fmla="*/ 76370 w 81506"/>
                  <a:gd name="connsiteY0" fmla="*/ 21700 h 153390"/>
                  <a:gd name="connsiteX1" fmla="*/ 59822 w 81506"/>
                  <a:gd name="connsiteY1" fmla="*/ 17509 h 153390"/>
                  <a:gd name="connsiteX2" fmla="*/ 19687 w 81506"/>
                  <a:gd name="connsiteY2" fmla="*/ 46287 h 153390"/>
                  <a:gd name="connsiteX3" fmla="*/ 19687 w 81506"/>
                  <a:gd name="connsiteY3" fmla="*/ 153391 h 153390"/>
                  <a:gd name="connsiteX4" fmla="*/ 951 w 81506"/>
                  <a:gd name="connsiteY4" fmla="*/ 153391 h 153390"/>
                  <a:gd name="connsiteX5" fmla="*/ 951 w 81506"/>
                  <a:gd name="connsiteY5" fmla="*/ 30641 h 153390"/>
                  <a:gd name="connsiteX6" fmla="*/ 0 w 81506"/>
                  <a:gd name="connsiteY6" fmla="*/ 3353 h 153390"/>
                  <a:gd name="connsiteX7" fmla="*/ 15027 w 81506"/>
                  <a:gd name="connsiteY7" fmla="*/ 3353 h 153390"/>
                  <a:gd name="connsiteX8" fmla="*/ 16834 w 81506"/>
                  <a:gd name="connsiteY8" fmla="*/ 28219 h 153390"/>
                  <a:gd name="connsiteX9" fmla="*/ 63721 w 81506"/>
                  <a:gd name="connsiteY9" fmla="*/ 0 h 153390"/>
                  <a:gd name="connsiteX10" fmla="*/ 81506 w 81506"/>
                  <a:gd name="connsiteY10" fmla="*/ 2701 h 153390"/>
                  <a:gd name="connsiteX11" fmla="*/ 76275 w 81506"/>
                  <a:gd name="connsiteY11" fmla="*/ 21607 h 153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1506" h="153390">
                    <a:moveTo>
                      <a:pt x="76370" y="21700"/>
                    </a:moveTo>
                    <a:cubicBezTo>
                      <a:pt x="71425" y="18999"/>
                      <a:pt x="66289" y="17509"/>
                      <a:pt x="59822" y="17509"/>
                    </a:cubicBezTo>
                    <a:cubicBezTo>
                      <a:pt x="41086" y="17509"/>
                      <a:pt x="29768" y="28871"/>
                      <a:pt x="19687" y="46287"/>
                    </a:cubicBezTo>
                    <a:lnTo>
                      <a:pt x="19687" y="153391"/>
                    </a:lnTo>
                    <a:lnTo>
                      <a:pt x="951" y="153391"/>
                    </a:lnTo>
                    <a:lnTo>
                      <a:pt x="951" y="30641"/>
                    </a:lnTo>
                    <a:cubicBezTo>
                      <a:pt x="951" y="25519"/>
                      <a:pt x="380" y="8475"/>
                      <a:pt x="0" y="3353"/>
                    </a:cubicBezTo>
                    <a:lnTo>
                      <a:pt x="15027" y="3353"/>
                    </a:lnTo>
                    <a:lnTo>
                      <a:pt x="16834" y="28219"/>
                    </a:lnTo>
                    <a:cubicBezTo>
                      <a:pt x="26059" y="11083"/>
                      <a:pt x="41371" y="0"/>
                      <a:pt x="63721" y="0"/>
                    </a:cubicBezTo>
                    <a:cubicBezTo>
                      <a:pt x="70189" y="0"/>
                      <a:pt x="76275" y="931"/>
                      <a:pt x="81506" y="2701"/>
                    </a:cubicBezTo>
                    <a:lnTo>
                      <a:pt x="76275" y="21607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9" name="Freeform 58">
                <a:extLst>
                  <a:ext uri="{FF2B5EF4-FFF2-40B4-BE49-F238E27FC236}">
                    <a16:creationId xmlns:a16="http://schemas.microsoft.com/office/drawing/2014/main" id="{82F7FF3E-DA48-43D6-EA60-4EB62538A297}"/>
                  </a:ext>
                </a:extLst>
              </p:cNvPr>
              <p:cNvSpPr/>
              <p:nvPr/>
            </p:nvSpPr>
            <p:spPr>
              <a:xfrm>
                <a:off x="5510715" y="3289300"/>
                <a:ext cx="123923" cy="219422"/>
              </a:xfrm>
              <a:custGeom>
                <a:avLst/>
                <a:gdLst>
                  <a:gd name="connsiteX0" fmla="*/ 63436 w 123923"/>
                  <a:gd name="connsiteY0" fmla="*/ 219422 h 219422"/>
                  <a:gd name="connsiteX1" fmla="*/ 17119 w 123923"/>
                  <a:gd name="connsiteY1" fmla="*/ 199026 h 219422"/>
                  <a:gd name="connsiteX2" fmla="*/ 15597 w 123923"/>
                  <a:gd name="connsiteY2" fmla="*/ 216162 h 219422"/>
                  <a:gd name="connsiteX3" fmla="*/ 0 w 123923"/>
                  <a:gd name="connsiteY3" fmla="*/ 216162 h 219422"/>
                  <a:gd name="connsiteX4" fmla="*/ 951 w 123923"/>
                  <a:gd name="connsiteY4" fmla="*/ 187943 h 219422"/>
                  <a:gd name="connsiteX5" fmla="*/ 951 w 123923"/>
                  <a:gd name="connsiteY5" fmla="*/ 0 h 219422"/>
                  <a:gd name="connsiteX6" fmla="*/ 19687 w 123923"/>
                  <a:gd name="connsiteY6" fmla="*/ 0 h 219422"/>
                  <a:gd name="connsiteX7" fmla="*/ 19687 w 123923"/>
                  <a:gd name="connsiteY7" fmla="*/ 86707 h 219422"/>
                  <a:gd name="connsiteX8" fmla="*/ 65053 w 123923"/>
                  <a:gd name="connsiteY8" fmla="*/ 62679 h 219422"/>
                  <a:gd name="connsiteX9" fmla="*/ 123924 w 123923"/>
                  <a:gd name="connsiteY9" fmla="*/ 140445 h 219422"/>
                  <a:gd name="connsiteX10" fmla="*/ 63531 w 123923"/>
                  <a:gd name="connsiteY10" fmla="*/ 219422 h 219422"/>
                  <a:gd name="connsiteX11" fmla="*/ 60963 w 123923"/>
                  <a:gd name="connsiteY11" fmla="*/ 78046 h 219422"/>
                  <a:gd name="connsiteX12" fmla="*/ 19592 w 123923"/>
                  <a:gd name="connsiteY12" fmla="*/ 105334 h 219422"/>
                  <a:gd name="connsiteX13" fmla="*/ 19592 w 123923"/>
                  <a:gd name="connsiteY13" fmla="*/ 186080 h 219422"/>
                  <a:gd name="connsiteX14" fmla="*/ 58776 w 123923"/>
                  <a:gd name="connsiteY14" fmla="*/ 204055 h 219422"/>
                  <a:gd name="connsiteX15" fmla="*/ 104141 w 123923"/>
                  <a:gd name="connsiteY15" fmla="*/ 141004 h 219422"/>
                  <a:gd name="connsiteX16" fmla="*/ 60963 w 123923"/>
                  <a:gd name="connsiteY16" fmla="*/ 77953 h 219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3923" h="219422">
                    <a:moveTo>
                      <a:pt x="63436" y="219422"/>
                    </a:moveTo>
                    <a:cubicBezTo>
                      <a:pt x="41086" y="219422"/>
                      <a:pt x="27010" y="211040"/>
                      <a:pt x="17119" y="199026"/>
                    </a:cubicBezTo>
                    <a:lnTo>
                      <a:pt x="15597" y="216162"/>
                    </a:lnTo>
                    <a:lnTo>
                      <a:pt x="0" y="216162"/>
                    </a:lnTo>
                    <a:cubicBezTo>
                      <a:pt x="285" y="209550"/>
                      <a:pt x="951" y="195114"/>
                      <a:pt x="951" y="187943"/>
                    </a:cubicBezTo>
                    <a:lnTo>
                      <a:pt x="951" y="0"/>
                    </a:lnTo>
                    <a:lnTo>
                      <a:pt x="19687" y="0"/>
                    </a:lnTo>
                    <a:lnTo>
                      <a:pt x="19687" y="86707"/>
                    </a:lnTo>
                    <a:cubicBezTo>
                      <a:pt x="27961" y="75904"/>
                      <a:pt x="40801" y="62679"/>
                      <a:pt x="65053" y="62679"/>
                    </a:cubicBezTo>
                    <a:cubicBezTo>
                      <a:pt x="100908" y="62679"/>
                      <a:pt x="123924" y="92668"/>
                      <a:pt x="123924" y="140445"/>
                    </a:cubicBezTo>
                    <a:cubicBezTo>
                      <a:pt x="123924" y="184311"/>
                      <a:pt x="103381" y="219422"/>
                      <a:pt x="63531" y="219422"/>
                    </a:cubicBezTo>
                    <a:close/>
                    <a:moveTo>
                      <a:pt x="60963" y="78046"/>
                    </a:moveTo>
                    <a:cubicBezTo>
                      <a:pt x="39849" y="78046"/>
                      <a:pt x="26059" y="95462"/>
                      <a:pt x="19592" y="105334"/>
                    </a:cubicBezTo>
                    <a:lnTo>
                      <a:pt x="19592" y="186080"/>
                    </a:lnTo>
                    <a:cubicBezTo>
                      <a:pt x="29673" y="196325"/>
                      <a:pt x="39849" y="204055"/>
                      <a:pt x="58776" y="204055"/>
                    </a:cubicBezTo>
                    <a:cubicBezTo>
                      <a:pt x="85405" y="204055"/>
                      <a:pt x="104141" y="180679"/>
                      <a:pt x="104141" y="141004"/>
                    </a:cubicBezTo>
                    <a:cubicBezTo>
                      <a:pt x="104141" y="93878"/>
                      <a:pt x="82647" y="77953"/>
                      <a:pt x="60963" y="77953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60" name="Freeform 59">
                <a:extLst>
                  <a:ext uri="{FF2B5EF4-FFF2-40B4-BE49-F238E27FC236}">
                    <a16:creationId xmlns:a16="http://schemas.microsoft.com/office/drawing/2014/main" id="{7C82925A-F487-2153-72F4-203D89D6A58D}"/>
                  </a:ext>
                </a:extLst>
              </p:cNvPr>
              <p:cNvSpPr/>
              <p:nvPr/>
            </p:nvSpPr>
            <p:spPr>
              <a:xfrm>
                <a:off x="5668021" y="3352071"/>
                <a:ext cx="128108" cy="156650"/>
              </a:xfrm>
              <a:custGeom>
                <a:avLst/>
                <a:gdLst>
                  <a:gd name="connsiteX0" fmla="*/ 19877 w 128108"/>
                  <a:gd name="connsiteY0" fmla="*/ 84006 h 156650"/>
                  <a:gd name="connsiteX1" fmla="*/ 70759 w 128108"/>
                  <a:gd name="connsiteY1" fmla="*/ 141004 h 156650"/>
                  <a:gd name="connsiteX2" fmla="*/ 113937 w 128108"/>
                  <a:gd name="connsiteY2" fmla="*/ 125730 h 156650"/>
                  <a:gd name="connsiteX3" fmla="*/ 123163 w 128108"/>
                  <a:gd name="connsiteY3" fmla="*/ 138303 h 156650"/>
                  <a:gd name="connsiteX4" fmla="*/ 70759 w 128108"/>
                  <a:gd name="connsiteY4" fmla="*/ 156650 h 156650"/>
                  <a:gd name="connsiteX5" fmla="*/ 0 w 128108"/>
                  <a:gd name="connsiteY5" fmla="*/ 79815 h 156650"/>
                  <a:gd name="connsiteX6" fmla="*/ 65623 w 128108"/>
                  <a:gd name="connsiteY6" fmla="*/ 0 h 156650"/>
                  <a:gd name="connsiteX7" fmla="*/ 128108 w 128108"/>
                  <a:gd name="connsiteY7" fmla="*/ 84006 h 156650"/>
                  <a:gd name="connsiteX8" fmla="*/ 19877 w 128108"/>
                  <a:gd name="connsiteY8" fmla="*/ 84006 h 156650"/>
                  <a:gd name="connsiteX9" fmla="*/ 65528 w 128108"/>
                  <a:gd name="connsiteY9" fmla="*/ 14994 h 156650"/>
                  <a:gd name="connsiteX10" fmla="*/ 19877 w 128108"/>
                  <a:gd name="connsiteY10" fmla="*/ 69012 h 156650"/>
                  <a:gd name="connsiteX11" fmla="*/ 108802 w 128108"/>
                  <a:gd name="connsiteY11" fmla="*/ 69012 h 156650"/>
                  <a:gd name="connsiteX12" fmla="*/ 65623 w 128108"/>
                  <a:gd name="connsiteY12" fmla="*/ 14994 h 156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8108" h="156650">
                    <a:moveTo>
                      <a:pt x="19877" y="84006"/>
                    </a:moveTo>
                    <a:cubicBezTo>
                      <a:pt x="21399" y="122377"/>
                      <a:pt x="44700" y="141004"/>
                      <a:pt x="70759" y="141004"/>
                    </a:cubicBezTo>
                    <a:cubicBezTo>
                      <a:pt x="88829" y="141004"/>
                      <a:pt x="103285" y="133833"/>
                      <a:pt x="113937" y="125730"/>
                    </a:cubicBezTo>
                    <a:lnTo>
                      <a:pt x="123163" y="138303"/>
                    </a:lnTo>
                    <a:cubicBezTo>
                      <a:pt x="109087" y="149106"/>
                      <a:pt x="92824" y="156650"/>
                      <a:pt x="70759" y="156650"/>
                    </a:cubicBezTo>
                    <a:cubicBezTo>
                      <a:pt x="30910" y="156650"/>
                      <a:pt x="0" y="129642"/>
                      <a:pt x="0" y="79815"/>
                    </a:cubicBezTo>
                    <a:cubicBezTo>
                      <a:pt x="0" y="26077"/>
                      <a:pt x="31575" y="0"/>
                      <a:pt x="65623" y="0"/>
                    </a:cubicBezTo>
                    <a:cubicBezTo>
                      <a:pt x="113747" y="0"/>
                      <a:pt x="128108" y="36881"/>
                      <a:pt x="128108" y="84006"/>
                    </a:cubicBezTo>
                    <a:lnTo>
                      <a:pt x="19877" y="84006"/>
                    </a:lnTo>
                    <a:close/>
                    <a:moveTo>
                      <a:pt x="65528" y="14994"/>
                    </a:moveTo>
                    <a:cubicBezTo>
                      <a:pt x="40991" y="14994"/>
                      <a:pt x="22350" y="32969"/>
                      <a:pt x="19877" y="69012"/>
                    </a:cubicBezTo>
                    <a:lnTo>
                      <a:pt x="108802" y="69012"/>
                    </a:lnTo>
                    <a:cubicBezTo>
                      <a:pt x="108231" y="32690"/>
                      <a:pt x="92824" y="14994"/>
                      <a:pt x="65623" y="14994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61" name="Freeform 60">
                <a:extLst>
                  <a:ext uri="{FF2B5EF4-FFF2-40B4-BE49-F238E27FC236}">
                    <a16:creationId xmlns:a16="http://schemas.microsoft.com/office/drawing/2014/main" id="{A9BEC854-FD11-AACA-957B-A588BB647A8A}"/>
                  </a:ext>
                </a:extLst>
              </p:cNvPr>
              <p:cNvSpPr/>
              <p:nvPr/>
            </p:nvSpPr>
            <p:spPr>
              <a:xfrm>
                <a:off x="5836835" y="3289300"/>
                <a:ext cx="113461" cy="216162"/>
              </a:xfrm>
              <a:custGeom>
                <a:avLst/>
                <a:gdLst>
                  <a:gd name="connsiteX0" fmla="*/ 94726 w 113461"/>
                  <a:gd name="connsiteY0" fmla="*/ 216069 h 216162"/>
                  <a:gd name="connsiteX1" fmla="*/ 94726 w 113461"/>
                  <a:gd name="connsiteY1" fmla="*/ 120701 h 216162"/>
                  <a:gd name="connsiteX2" fmla="*/ 58586 w 113461"/>
                  <a:gd name="connsiteY2" fmla="*/ 78418 h 216162"/>
                  <a:gd name="connsiteX3" fmla="*/ 18736 w 113461"/>
                  <a:gd name="connsiteY3" fmla="*/ 102726 h 216162"/>
                  <a:gd name="connsiteX4" fmla="*/ 18736 w 113461"/>
                  <a:gd name="connsiteY4" fmla="*/ 216162 h 216162"/>
                  <a:gd name="connsiteX5" fmla="*/ 0 w 113461"/>
                  <a:gd name="connsiteY5" fmla="*/ 216162 h 216162"/>
                  <a:gd name="connsiteX6" fmla="*/ 0 w 113461"/>
                  <a:gd name="connsiteY6" fmla="*/ 0 h 216162"/>
                  <a:gd name="connsiteX7" fmla="*/ 18736 w 113461"/>
                  <a:gd name="connsiteY7" fmla="*/ 0 h 216162"/>
                  <a:gd name="connsiteX8" fmla="*/ 18736 w 113461"/>
                  <a:gd name="connsiteY8" fmla="*/ 84658 h 216162"/>
                  <a:gd name="connsiteX9" fmla="*/ 62580 w 113461"/>
                  <a:gd name="connsiteY9" fmla="*/ 62772 h 216162"/>
                  <a:gd name="connsiteX10" fmla="*/ 113462 w 113461"/>
                  <a:gd name="connsiteY10" fmla="*/ 122191 h 216162"/>
                  <a:gd name="connsiteX11" fmla="*/ 113462 w 113461"/>
                  <a:gd name="connsiteY11" fmla="*/ 216162 h 216162"/>
                  <a:gd name="connsiteX12" fmla="*/ 94726 w 113461"/>
                  <a:gd name="connsiteY12" fmla="*/ 216162 h 216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3461" h="216162">
                    <a:moveTo>
                      <a:pt x="94726" y="216069"/>
                    </a:moveTo>
                    <a:lnTo>
                      <a:pt x="94726" y="120701"/>
                    </a:lnTo>
                    <a:cubicBezTo>
                      <a:pt x="94726" y="93133"/>
                      <a:pt x="83694" y="78418"/>
                      <a:pt x="58586" y="78418"/>
                    </a:cubicBezTo>
                    <a:cubicBezTo>
                      <a:pt x="39850" y="78418"/>
                      <a:pt x="26725" y="90991"/>
                      <a:pt x="18736" y="102726"/>
                    </a:cubicBezTo>
                    <a:lnTo>
                      <a:pt x="18736" y="216162"/>
                    </a:lnTo>
                    <a:lnTo>
                      <a:pt x="0" y="216162"/>
                    </a:lnTo>
                    <a:lnTo>
                      <a:pt x="0" y="0"/>
                    </a:lnTo>
                    <a:lnTo>
                      <a:pt x="18736" y="0"/>
                    </a:lnTo>
                    <a:lnTo>
                      <a:pt x="18736" y="84658"/>
                    </a:lnTo>
                    <a:cubicBezTo>
                      <a:pt x="28532" y="71713"/>
                      <a:pt x="43844" y="62772"/>
                      <a:pt x="62580" y="62772"/>
                    </a:cubicBezTo>
                    <a:cubicBezTo>
                      <a:pt x="101193" y="62772"/>
                      <a:pt x="113462" y="86800"/>
                      <a:pt x="113462" y="122191"/>
                    </a:cubicBezTo>
                    <a:lnTo>
                      <a:pt x="113462" y="216162"/>
                    </a:lnTo>
                    <a:lnTo>
                      <a:pt x="94726" y="21616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62" name="Freeform 61">
                <a:extLst>
                  <a:ext uri="{FF2B5EF4-FFF2-40B4-BE49-F238E27FC236}">
                    <a16:creationId xmlns:a16="http://schemas.microsoft.com/office/drawing/2014/main" id="{9CF63126-25F3-E7A6-EDC3-3CCC96A2769A}"/>
                  </a:ext>
                </a:extLst>
              </p:cNvPr>
              <p:cNvSpPr/>
              <p:nvPr/>
            </p:nvSpPr>
            <p:spPr>
              <a:xfrm>
                <a:off x="5999371" y="3289300"/>
                <a:ext cx="21779" cy="216069"/>
              </a:xfrm>
              <a:custGeom>
                <a:avLst/>
                <a:gdLst>
                  <a:gd name="connsiteX0" fmla="*/ 0 w 21779"/>
                  <a:gd name="connsiteY0" fmla="*/ 23097 h 216069"/>
                  <a:gd name="connsiteX1" fmla="*/ 0 w 21779"/>
                  <a:gd name="connsiteY1" fmla="*/ 0 h 216069"/>
                  <a:gd name="connsiteX2" fmla="*/ 21779 w 21779"/>
                  <a:gd name="connsiteY2" fmla="*/ 0 h 216069"/>
                  <a:gd name="connsiteX3" fmla="*/ 21779 w 21779"/>
                  <a:gd name="connsiteY3" fmla="*/ 23097 h 216069"/>
                  <a:gd name="connsiteX4" fmla="*/ 0 w 21779"/>
                  <a:gd name="connsiteY4" fmla="*/ 23097 h 216069"/>
                  <a:gd name="connsiteX5" fmla="*/ 1522 w 21779"/>
                  <a:gd name="connsiteY5" fmla="*/ 216069 h 216069"/>
                  <a:gd name="connsiteX6" fmla="*/ 1522 w 21779"/>
                  <a:gd name="connsiteY6" fmla="*/ 66032 h 216069"/>
                  <a:gd name="connsiteX7" fmla="*/ 20258 w 21779"/>
                  <a:gd name="connsiteY7" fmla="*/ 66032 h 216069"/>
                  <a:gd name="connsiteX8" fmla="*/ 20258 w 21779"/>
                  <a:gd name="connsiteY8" fmla="*/ 216069 h 216069"/>
                  <a:gd name="connsiteX9" fmla="*/ 1522 w 21779"/>
                  <a:gd name="connsiteY9" fmla="*/ 216069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779" h="216069">
                    <a:moveTo>
                      <a:pt x="0" y="23097"/>
                    </a:moveTo>
                    <a:lnTo>
                      <a:pt x="0" y="0"/>
                    </a:lnTo>
                    <a:lnTo>
                      <a:pt x="21779" y="0"/>
                    </a:lnTo>
                    <a:lnTo>
                      <a:pt x="21779" y="23097"/>
                    </a:lnTo>
                    <a:lnTo>
                      <a:pt x="0" y="23097"/>
                    </a:lnTo>
                    <a:close/>
                    <a:moveTo>
                      <a:pt x="1522" y="216069"/>
                    </a:moveTo>
                    <a:lnTo>
                      <a:pt x="1522" y="66032"/>
                    </a:lnTo>
                    <a:lnTo>
                      <a:pt x="20258" y="66032"/>
                    </a:lnTo>
                    <a:lnTo>
                      <a:pt x="20258" y="216069"/>
                    </a:lnTo>
                    <a:lnTo>
                      <a:pt x="1522" y="21606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63" name="Freeform 62">
                <a:extLst>
                  <a:ext uri="{FF2B5EF4-FFF2-40B4-BE49-F238E27FC236}">
                    <a16:creationId xmlns:a16="http://schemas.microsoft.com/office/drawing/2014/main" id="{09FE89E5-5665-F287-DD49-6E34309ACA86}"/>
                  </a:ext>
                </a:extLst>
              </p:cNvPr>
              <p:cNvSpPr/>
              <p:nvPr/>
            </p:nvSpPr>
            <p:spPr>
              <a:xfrm>
                <a:off x="6069179" y="3351978"/>
                <a:ext cx="114222" cy="153390"/>
              </a:xfrm>
              <a:custGeom>
                <a:avLst/>
                <a:gdLst>
                  <a:gd name="connsiteX0" fmla="*/ 95677 w 114222"/>
                  <a:gd name="connsiteY0" fmla="*/ 153391 h 153390"/>
                  <a:gd name="connsiteX1" fmla="*/ 95677 w 114222"/>
                  <a:gd name="connsiteY1" fmla="*/ 58301 h 153390"/>
                  <a:gd name="connsiteX2" fmla="*/ 59537 w 114222"/>
                  <a:gd name="connsiteY2" fmla="*/ 15646 h 153390"/>
                  <a:gd name="connsiteX3" fmla="*/ 19687 w 114222"/>
                  <a:gd name="connsiteY3" fmla="*/ 39954 h 153390"/>
                  <a:gd name="connsiteX4" fmla="*/ 19687 w 114222"/>
                  <a:gd name="connsiteY4" fmla="*/ 153391 h 153390"/>
                  <a:gd name="connsiteX5" fmla="*/ 951 w 114222"/>
                  <a:gd name="connsiteY5" fmla="*/ 153391 h 153390"/>
                  <a:gd name="connsiteX6" fmla="*/ 951 w 114222"/>
                  <a:gd name="connsiteY6" fmla="*/ 30920 h 153390"/>
                  <a:gd name="connsiteX7" fmla="*/ 0 w 114222"/>
                  <a:gd name="connsiteY7" fmla="*/ 3353 h 153390"/>
                  <a:gd name="connsiteX8" fmla="*/ 15598 w 114222"/>
                  <a:gd name="connsiteY8" fmla="*/ 3353 h 153390"/>
                  <a:gd name="connsiteX9" fmla="*/ 17119 w 114222"/>
                  <a:gd name="connsiteY9" fmla="*/ 24028 h 153390"/>
                  <a:gd name="connsiteX10" fmla="*/ 63056 w 114222"/>
                  <a:gd name="connsiteY10" fmla="*/ 0 h 153390"/>
                  <a:gd name="connsiteX11" fmla="*/ 114223 w 114222"/>
                  <a:gd name="connsiteY11" fmla="*/ 59419 h 153390"/>
                  <a:gd name="connsiteX12" fmla="*/ 114223 w 114222"/>
                  <a:gd name="connsiteY12" fmla="*/ 153391 h 153390"/>
                  <a:gd name="connsiteX13" fmla="*/ 95487 w 114222"/>
                  <a:gd name="connsiteY13" fmla="*/ 153391 h 153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14222" h="153390">
                    <a:moveTo>
                      <a:pt x="95677" y="153391"/>
                    </a:moveTo>
                    <a:lnTo>
                      <a:pt x="95677" y="58301"/>
                    </a:lnTo>
                    <a:cubicBezTo>
                      <a:pt x="95677" y="31013"/>
                      <a:pt x="84359" y="15646"/>
                      <a:pt x="59537" y="15646"/>
                    </a:cubicBezTo>
                    <a:cubicBezTo>
                      <a:pt x="39279" y="15646"/>
                      <a:pt x="27010" y="29151"/>
                      <a:pt x="19687" y="39954"/>
                    </a:cubicBezTo>
                    <a:lnTo>
                      <a:pt x="19687" y="153391"/>
                    </a:lnTo>
                    <a:lnTo>
                      <a:pt x="951" y="153391"/>
                    </a:lnTo>
                    <a:lnTo>
                      <a:pt x="951" y="30920"/>
                    </a:lnTo>
                    <a:cubicBezTo>
                      <a:pt x="951" y="25798"/>
                      <a:pt x="381" y="8382"/>
                      <a:pt x="0" y="3353"/>
                    </a:cubicBezTo>
                    <a:lnTo>
                      <a:pt x="15598" y="3353"/>
                    </a:lnTo>
                    <a:lnTo>
                      <a:pt x="17119" y="24028"/>
                    </a:lnTo>
                    <a:cubicBezTo>
                      <a:pt x="26344" y="10803"/>
                      <a:pt x="42513" y="0"/>
                      <a:pt x="63056" y="0"/>
                    </a:cubicBezTo>
                    <a:cubicBezTo>
                      <a:pt x="100432" y="0"/>
                      <a:pt x="114223" y="23097"/>
                      <a:pt x="114223" y="59419"/>
                    </a:cubicBezTo>
                    <a:lnTo>
                      <a:pt x="114223" y="153391"/>
                    </a:lnTo>
                    <a:lnTo>
                      <a:pt x="95487" y="153391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64" name="Freeform 63">
                <a:extLst>
                  <a:ext uri="{FF2B5EF4-FFF2-40B4-BE49-F238E27FC236}">
                    <a16:creationId xmlns:a16="http://schemas.microsoft.com/office/drawing/2014/main" id="{DEDF3E89-F3AD-9328-B9D7-E800619BA4CB}"/>
                  </a:ext>
                </a:extLst>
              </p:cNvPr>
              <p:cNvSpPr/>
              <p:nvPr/>
            </p:nvSpPr>
            <p:spPr>
              <a:xfrm>
                <a:off x="6224013" y="3289300"/>
                <a:ext cx="125730" cy="219328"/>
              </a:xfrm>
              <a:custGeom>
                <a:avLst/>
                <a:gdLst>
                  <a:gd name="connsiteX0" fmla="*/ 109753 w 125730"/>
                  <a:gd name="connsiteY0" fmla="*/ 216069 h 219328"/>
                  <a:gd name="connsiteX1" fmla="*/ 108231 w 125730"/>
                  <a:gd name="connsiteY1" fmla="*/ 192320 h 219328"/>
                  <a:gd name="connsiteX2" fmla="*/ 60392 w 125730"/>
                  <a:gd name="connsiteY2" fmla="*/ 219329 h 219328"/>
                  <a:gd name="connsiteX3" fmla="*/ 0 w 125730"/>
                  <a:gd name="connsiteY3" fmla="*/ 140352 h 219328"/>
                  <a:gd name="connsiteX4" fmla="*/ 63151 w 125730"/>
                  <a:gd name="connsiteY4" fmla="*/ 62586 h 219328"/>
                  <a:gd name="connsiteX5" fmla="*/ 106044 w 125730"/>
                  <a:gd name="connsiteY5" fmla="*/ 79350 h 219328"/>
                  <a:gd name="connsiteX6" fmla="*/ 106044 w 125730"/>
                  <a:gd name="connsiteY6" fmla="*/ 0 h 219328"/>
                  <a:gd name="connsiteX7" fmla="*/ 124779 w 125730"/>
                  <a:gd name="connsiteY7" fmla="*/ 0 h 219328"/>
                  <a:gd name="connsiteX8" fmla="*/ 124779 w 125730"/>
                  <a:gd name="connsiteY8" fmla="*/ 187850 h 219328"/>
                  <a:gd name="connsiteX9" fmla="*/ 125730 w 125730"/>
                  <a:gd name="connsiteY9" fmla="*/ 216069 h 219328"/>
                  <a:gd name="connsiteX10" fmla="*/ 109753 w 125730"/>
                  <a:gd name="connsiteY10" fmla="*/ 216069 h 219328"/>
                  <a:gd name="connsiteX11" fmla="*/ 106044 w 125730"/>
                  <a:gd name="connsiteY11" fmla="*/ 95369 h 219328"/>
                  <a:gd name="connsiteX12" fmla="*/ 67145 w 125730"/>
                  <a:gd name="connsiteY12" fmla="*/ 77953 h 219328"/>
                  <a:gd name="connsiteX13" fmla="*/ 19592 w 125730"/>
                  <a:gd name="connsiteY13" fmla="*/ 141004 h 219328"/>
                  <a:gd name="connsiteX14" fmla="*/ 64958 w 125730"/>
                  <a:gd name="connsiteY14" fmla="*/ 204055 h 219328"/>
                  <a:gd name="connsiteX15" fmla="*/ 106044 w 125730"/>
                  <a:gd name="connsiteY15" fmla="*/ 177046 h 219328"/>
                  <a:gd name="connsiteX16" fmla="*/ 106044 w 125730"/>
                  <a:gd name="connsiteY16" fmla="*/ 95462 h 2193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5730" h="219328">
                    <a:moveTo>
                      <a:pt x="109753" y="216069"/>
                    </a:moveTo>
                    <a:lnTo>
                      <a:pt x="108231" y="192320"/>
                    </a:lnTo>
                    <a:cubicBezTo>
                      <a:pt x="99386" y="204893"/>
                      <a:pt x="84645" y="219329"/>
                      <a:pt x="60392" y="219329"/>
                    </a:cubicBezTo>
                    <a:cubicBezTo>
                      <a:pt x="19592" y="219329"/>
                      <a:pt x="0" y="183938"/>
                      <a:pt x="0" y="140352"/>
                    </a:cubicBezTo>
                    <a:cubicBezTo>
                      <a:pt x="0" y="91736"/>
                      <a:pt x="28151" y="62586"/>
                      <a:pt x="63151" y="62586"/>
                    </a:cubicBezTo>
                    <a:cubicBezTo>
                      <a:pt x="82172" y="62586"/>
                      <a:pt x="97199" y="70409"/>
                      <a:pt x="106044" y="79350"/>
                    </a:cubicBezTo>
                    <a:lnTo>
                      <a:pt x="106044" y="0"/>
                    </a:lnTo>
                    <a:lnTo>
                      <a:pt x="124779" y="0"/>
                    </a:lnTo>
                    <a:lnTo>
                      <a:pt x="124779" y="187850"/>
                    </a:lnTo>
                    <a:cubicBezTo>
                      <a:pt x="124779" y="195021"/>
                      <a:pt x="125350" y="209457"/>
                      <a:pt x="125730" y="216069"/>
                    </a:cubicBezTo>
                    <a:lnTo>
                      <a:pt x="109753" y="216069"/>
                    </a:lnTo>
                    <a:close/>
                    <a:moveTo>
                      <a:pt x="106044" y="95369"/>
                    </a:moveTo>
                    <a:cubicBezTo>
                      <a:pt x="96533" y="86335"/>
                      <a:pt x="86737" y="77953"/>
                      <a:pt x="67145" y="77953"/>
                    </a:cubicBezTo>
                    <a:cubicBezTo>
                      <a:pt x="47553" y="77953"/>
                      <a:pt x="19592" y="93878"/>
                      <a:pt x="19592" y="141004"/>
                    </a:cubicBezTo>
                    <a:cubicBezTo>
                      <a:pt x="19592" y="178257"/>
                      <a:pt x="36140" y="204055"/>
                      <a:pt x="64958" y="204055"/>
                    </a:cubicBezTo>
                    <a:cubicBezTo>
                      <a:pt x="84264" y="204055"/>
                      <a:pt x="97484" y="190271"/>
                      <a:pt x="106044" y="177046"/>
                    </a:cubicBezTo>
                    <a:lnTo>
                      <a:pt x="106044" y="9546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</p:grpSp>
        <p:grpSp>
          <p:nvGrpSpPr>
            <p:cNvPr id="38" name="Graphic 17">
              <a:extLst>
                <a:ext uri="{FF2B5EF4-FFF2-40B4-BE49-F238E27FC236}">
                  <a16:creationId xmlns:a16="http://schemas.microsoft.com/office/drawing/2014/main" id="{65216D89-05B5-79BE-9185-F391D5A235EC}"/>
                </a:ext>
              </a:extLst>
            </p:cNvPr>
            <p:cNvGrpSpPr/>
            <p:nvPr/>
          </p:nvGrpSpPr>
          <p:grpSpPr>
            <a:xfrm>
              <a:off x="6465963" y="3289300"/>
              <a:ext cx="1730364" cy="282193"/>
              <a:chOff x="6465963" y="3289300"/>
              <a:chExt cx="1730364" cy="282193"/>
            </a:xfrm>
            <a:grpFill/>
          </p:grpSpPr>
          <p:sp>
            <p:nvSpPr>
              <p:cNvPr id="39" name="Freeform 38">
                <a:extLst>
                  <a:ext uri="{FF2B5EF4-FFF2-40B4-BE49-F238E27FC236}">
                    <a16:creationId xmlns:a16="http://schemas.microsoft.com/office/drawing/2014/main" id="{72D28A3B-B420-B660-3F24-EAB9240F5685}"/>
                  </a:ext>
                </a:extLst>
              </p:cNvPr>
              <p:cNvSpPr/>
              <p:nvPr/>
            </p:nvSpPr>
            <p:spPr>
              <a:xfrm>
                <a:off x="6465963" y="3355424"/>
                <a:ext cx="145512" cy="216069"/>
              </a:xfrm>
              <a:custGeom>
                <a:avLst/>
                <a:gdLst>
                  <a:gd name="connsiteX0" fmla="*/ 93204 w 145512"/>
                  <a:gd name="connsiteY0" fmla="*/ 161121 h 216069"/>
                  <a:gd name="connsiteX1" fmla="*/ 18451 w 145512"/>
                  <a:gd name="connsiteY1" fmla="*/ 216069 h 216069"/>
                  <a:gd name="connsiteX2" fmla="*/ 13220 w 145512"/>
                  <a:gd name="connsiteY2" fmla="*/ 189061 h 216069"/>
                  <a:gd name="connsiteX3" fmla="*/ 58871 w 145512"/>
                  <a:gd name="connsiteY3" fmla="*/ 159072 h 216069"/>
                  <a:gd name="connsiteX4" fmla="*/ 61914 w 145512"/>
                  <a:gd name="connsiteY4" fmla="*/ 149479 h 216069"/>
                  <a:gd name="connsiteX5" fmla="*/ 0 w 145512"/>
                  <a:gd name="connsiteY5" fmla="*/ 0 h 216069"/>
                  <a:gd name="connsiteX6" fmla="*/ 36426 w 145512"/>
                  <a:gd name="connsiteY6" fmla="*/ 0 h 216069"/>
                  <a:gd name="connsiteX7" fmla="*/ 63056 w 145512"/>
                  <a:gd name="connsiteY7" fmla="*/ 68453 h 216069"/>
                  <a:gd name="connsiteX8" fmla="*/ 78368 w 145512"/>
                  <a:gd name="connsiteY8" fmla="*/ 114368 h 216069"/>
                  <a:gd name="connsiteX9" fmla="*/ 111179 w 145512"/>
                  <a:gd name="connsiteY9" fmla="*/ 0 h 216069"/>
                  <a:gd name="connsiteX10" fmla="*/ 145513 w 145512"/>
                  <a:gd name="connsiteY10" fmla="*/ 0 h 216069"/>
                  <a:gd name="connsiteX11" fmla="*/ 93109 w 145512"/>
                  <a:gd name="connsiteY11" fmla="*/ 161214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5512" h="216069">
                    <a:moveTo>
                      <a:pt x="93204" y="161121"/>
                    </a:moveTo>
                    <a:cubicBezTo>
                      <a:pt x="80650" y="199492"/>
                      <a:pt x="52118" y="211878"/>
                      <a:pt x="18451" y="216069"/>
                    </a:cubicBezTo>
                    <a:lnTo>
                      <a:pt x="13220" y="189061"/>
                    </a:lnTo>
                    <a:cubicBezTo>
                      <a:pt x="37472" y="185428"/>
                      <a:pt x="53640" y="175277"/>
                      <a:pt x="58871" y="159072"/>
                    </a:cubicBezTo>
                    <a:lnTo>
                      <a:pt x="61914" y="149479"/>
                    </a:lnTo>
                    <a:lnTo>
                      <a:pt x="0" y="0"/>
                    </a:lnTo>
                    <a:lnTo>
                      <a:pt x="36426" y="0"/>
                    </a:lnTo>
                    <a:lnTo>
                      <a:pt x="63056" y="68453"/>
                    </a:lnTo>
                    <a:cubicBezTo>
                      <a:pt x="70379" y="87638"/>
                      <a:pt x="78368" y="114368"/>
                      <a:pt x="78368" y="114368"/>
                    </a:cubicBezTo>
                    <a:lnTo>
                      <a:pt x="111179" y="0"/>
                    </a:lnTo>
                    <a:lnTo>
                      <a:pt x="145513" y="0"/>
                    </a:lnTo>
                    <a:lnTo>
                      <a:pt x="93109" y="161214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15C75DEA-9071-1C37-0A8C-428D6DEC888F}"/>
                  </a:ext>
                </a:extLst>
              </p:cNvPr>
              <p:cNvSpPr/>
              <p:nvPr/>
            </p:nvSpPr>
            <p:spPr>
              <a:xfrm>
                <a:off x="6629927" y="3351140"/>
                <a:ext cx="147795" cy="158419"/>
              </a:xfrm>
              <a:custGeom>
                <a:avLst/>
                <a:gdLst>
                  <a:gd name="connsiteX0" fmla="*/ 73898 w 147795"/>
                  <a:gd name="connsiteY0" fmla="*/ 158420 h 158419"/>
                  <a:gd name="connsiteX1" fmla="*/ 0 w 147795"/>
                  <a:gd name="connsiteY1" fmla="*/ 78605 h 158419"/>
                  <a:gd name="connsiteX2" fmla="*/ 73898 w 147795"/>
                  <a:gd name="connsiteY2" fmla="*/ 0 h 158419"/>
                  <a:gd name="connsiteX3" fmla="*/ 147795 w 147795"/>
                  <a:gd name="connsiteY3" fmla="*/ 78605 h 158419"/>
                  <a:gd name="connsiteX4" fmla="*/ 73898 w 147795"/>
                  <a:gd name="connsiteY4" fmla="*/ 158420 h 158419"/>
                  <a:gd name="connsiteX5" fmla="*/ 73898 w 147795"/>
                  <a:gd name="connsiteY5" fmla="*/ 26357 h 158419"/>
                  <a:gd name="connsiteX6" fmla="*/ 34714 w 147795"/>
                  <a:gd name="connsiteY6" fmla="*/ 78605 h 158419"/>
                  <a:gd name="connsiteX7" fmla="*/ 73898 w 147795"/>
                  <a:gd name="connsiteY7" fmla="*/ 132063 h 158419"/>
                  <a:gd name="connsiteX8" fmla="*/ 113081 w 147795"/>
                  <a:gd name="connsiteY8" fmla="*/ 78605 h 158419"/>
                  <a:gd name="connsiteX9" fmla="*/ 73898 w 147795"/>
                  <a:gd name="connsiteY9" fmla="*/ 26357 h 158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7795" h="158419">
                    <a:moveTo>
                      <a:pt x="73898" y="158420"/>
                    </a:moveTo>
                    <a:cubicBezTo>
                      <a:pt x="26725" y="158420"/>
                      <a:pt x="0" y="124799"/>
                      <a:pt x="0" y="78605"/>
                    </a:cubicBezTo>
                    <a:cubicBezTo>
                      <a:pt x="0" y="32410"/>
                      <a:pt x="27581" y="0"/>
                      <a:pt x="73898" y="0"/>
                    </a:cubicBezTo>
                    <a:cubicBezTo>
                      <a:pt x="120214" y="0"/>
                      <a:pt x="147795" y="32410"/>
                      <a:pt x="147795" y="78605"/>
                    </a:cubicBezTo>
                    <a:cubicBezTo>
                      <a:pt x="147795" y="124799"/>
                      <a:pt x="120214" y="158420"/>
                      <a:pt x="73898" y="158420"/>
                    </a:cubicBezTo>
                    <a:close/>
                    <a:moveTo>
                      <a:pt x="73898" y="26357"/>
                    </a:moveTo>
                    <a:cubicBezTo>
                      <a:pt x="47838" y="26357"/>
                      <a:pt x="34714" y="47405"/>
                      <a:pt x="34714" y="78605"/>
                    </a:cubicBezTo>
                    <a:cubicBezTo>
                      <a:pt x="34714" y="109804"/>
                      <a:pt x="48504" y="132063"/>
                      <a:pt x="73898" y="132063"/>
                    </a:cubicBezTo>
                    <a:cubicBezTo>
                      <a:pt x="99291" y="132063"/>
                      <a:pt x="113081" y="109897"/>
                      <a:pt x="113081" y="78605"/>
                    </a:cubicBezTo>
                    <a:cubicBezTo>
                      <a:pt x="113081" y="47312"/>
                      <a:pt x="99005" y="26357"/>
                      <a:pt x="73898" y="26357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A575B6AA-B230-5937-F915-466C45C64CFF}"/>
                  </a:ext>
                </a:extLst>
              </p:cNvPr>
              <p:cNvSpPr/>
              <p:nvPr/>
            </p:nvSpPr>
            <p:spPr>
              <a:xfrm>
                <a:off x="6812911" y="3355331"/>
                <a:ext cx="127252" cy="153949"/>
              </a:xfrm>
              <a:custGeom>
                <a:avLst/>
                <a:gdLst>
                  <a:gd name="connsiteX0" fmla="*/ 99957 w 127252"/>
                  <a:gd name="connsiteY0" fmla="*/ 150038 h 153949"/>
                  <a:gd name="connsiteX1" fmla="*/ 97199 w 127252"/>
                  <a:gd name="connsiteY1" fmla="*/ 132622 h 153949"/>
                  <a:gd name="connsiteX2" fmla="*/ 53069 w 127252"/>
                  <a:gd name="connsiteY2" fmla="*/ 153949 h 153949"/>
                  <a:gd name="connsiteX3" fmla="*/ 0 w 127252"/>
                  <a:gd name="connsiteY3" fmla="*/ 95462 h 153949"/>
                  <a:gd name="connsiteX4" fmla="*/ 0 w 127252"/>
                  <a:gd name="connsiteY4" fmla="*/ 0 h 153949"/>
                  <a:gd name="connsiteX5" fmla="*/ 34048 w 127252"/>
                  <a:gd name="connsiteY5" fmla="*/ 0 h 153949"/>
                  <a:gd name="connsiteX6" fmla="*/ 34048 w 127252"/>
                  <a:gd name="connsiteY6" fmla="*/ 90619 h 153949"/>
                  <a:gd name="connsiteX7" fmla="*/ 60107 w 127252"/>
                  <a:gd name="connsiteY7" fmla="*/ 127220 h 153949"/>
                  <a:gd name="connsiteX8" fmla="*/ 91682 w 127252"/>
                  <a:gd name="connsiteY8" fmla="*/ 108035 h 153949"/>
                  <a:gd name="connsiteX9" fmla="*/ 91682 w 127252"/>
                  <a:gd name="connsiteY9" fmla="*/ 0 h 153949"/>
                  <a:gd name="connsiteX10" fmla="*/ 125731 w 127252"/>
                  <a:gd name="connsiteY10" fmla="*/ 0 h 153949"/>
                  <a:gd name="connsiteX11" fmla="*/ 125731 w 127252"/>
                  <a:gd name="connsiteY11" fmla="*/ 123029 h 153949"/>
                  <a:gd name="connsiteX12" fmla="*/ 127252 w 127252"/>
                  <a:gd name="connsiteY12" fmla="*/ 150038 h 153949"/>
                  <a:gd name="connsiteX13" fmla="*/ 99957 w 127252"/>
                  <a:gd name="connsiteY13" fmla="*/ 150038 h 153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7252" h="153949">
                    <a:moveTo>
                      <a:pt x="99957" y="150038"/>
                    </a:moveTo>
                    <a:lnTo>
                      <a:pt x="97199" y="132622"/>
                    </a:lnTo>
                    <a:cubicBezTo>
                      <a:pt x="86452" y="146126"/>
                      <a:pt x="71425" y="153949"/>
                      <a:pt x="53069" y="153949"/>
                    </a:cubicBezTo>
                    <a:cubicBezTo>
                      <a:pt x="15027" y="153949"/>
                      <a:pt x="0" y="131784"/>
                      <a:pt x="0" y="95462"/>
                    </a:cubicBezTo>
                    <a:lnTo>
                      <a:pt x="0" y="0"/>
                    </a:lnTo>
                    <a:lnTo>
                      <a:pt x="34048" y="0"/>
                    </a:lnTo>
                    <a:lnTo>
                      <a:pt x="34048" y="90619"/>
                    </a:lnTo>
                    <a:cubicBezTo>
                      <a:pt x="34048" y="117069"/>
                      <a:pt x="39850" y="127220"/>
                      <a:pt x="60107" y="127220"/>
                    </a:cubicBezTo>
                    <a:cubicBezTo>
                      <a:pt x="76085" y="127220"/>
                      <a:pt x="86452" y="115485"/>
                      <a:pt x="91682" y="108035"/>
                    </a:cubicBezTo>
                    <a:lnTo>
                      <a:pt x="91682" y="0"/>
                    </a:lnTo>
                    <a:lnTo>
                      <a:pt x="125731" y="0"/>
                    </a:lnTo>
                    <a:lnTo>
                      <a:pt x="125731" y="123029"/>
                    </a:lnTo>
                    <a:cubicBezTo>
                      <a:pt x="125731" y="128151"/>
                      <a:pt x="126967" y="144915"/>
                      <a:pt x="127252" y="150038"/>
                    </a:cubicBezTo>
                    <a:lnTo>
                      <a:pt x="99957" y="150038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DAEF40FA-6A2C-D745-73DD-E731FB5284E7}"/>
                  </a:ext>
                </a:extLst>
              </p:cNvPr>
              <p:cNvSpPr/>
              <p:nvPr/>
            </p:nvSpPr>
            <p:spPr>
              <a:xfrm>
                <a:off x="6980013" y="3351140"/>
                <a:ext cx="93204" cy="154228"/>
              </a:xfrm>
              <a:custGeom>
                <a:avLst/>
                <a:gdLst>
                  <a:gd name="connsiteX0" fmla="*/ 83123 w 93204"/>
                  <a:gd name="connsiteY0" fmla="*/ 37160 h 154228"/>
                  <a:gd name="connsiteX1" fmla="*/ 68381 w 93204"/>
                  <a:gd name="connsiteY1" fmla="*/ 32690 h 154228"/>
                  <a:gd name="connsiteX2" fmla="*/ 35570 w 93204"/>
                  <a:gd name="connsiteY2" fmla="*/ 56066 h 154228"/>
                  <a:gd name="connsiteX3" fmla="*/ 35570 w 93204"/>
                  <a:gd name="connsiteY3" fmla="*/ 154229 h 154228"/>
                  <a:gd name="connsiteX4" fmla="*/ 1521 w 93204"/>
                  <a:gd name="connsiteY4" fmla="*/ 154229 h 154228"/>
                  <a:gd name="connsiteX5" fmla="*/ 1521 w 93204"/>
                  <a:gd name="connsiteY5" fmla="*/ 32410 h 154228"/>
                  <a:gd name="connsiteX6" fmla="*/ 0 w 93204"/>
                  <a:gd name="connsiteY6" fmla="*/ 4191 h 154228"/>
                  <a:gd name="connsiteX7" fmla="*/ 26059 w 93204"/>
                  <a:gd name="connsiteY7" fmla="*/ 4191 h 154228"/>
                  <a:gd name="connsiteX8" fmla="*/ 28817 w 93204"/>
                  <a:gd name="connsiteY8" fmla="*/ 29710 h 154228"/>
                  <a:gd name="connsiteX9" fmla="*/ 77892 w 93204"/>
                  <a:gd name="connsiteY9" fmla="*/ 0 h 154228"/>
                  <a:gd name="connsiteX10" fmla="*/ 93204 w 93204"/>
                  <a:gd name="connsiteY10" fmla="*/ 2421 h 154228"/>
                  <a:gd name="connsiteX11" fmla="*/ 83123 w 93204"/>
                  <a:gd name="connsiteY11" fmla="*/ 37253 h 1542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93204" h="154228">
                    <a:moveTo>
                      <a:pt x="83123" y="37160"/>
                    </a:moveTo>
                    <a:cubicBezTo>
                      <a:pt x="78177" y="34180"/>
                      <a:pt x="73898" y="32690"/>
                      <a:pt x="68381" y="32690"/>
                    </a:cubicBezTo>
                    <a:cubicBezTo>
                      <a:pt x="53640" y="32690"/>
                      <a:pt x="44129" y="42934"/>
                      <a:pt x="35570" y="56066"/>
                    </a:cubicBezTo>
                    <a:lnTo>
                      <a:pt x="35570" y="154229"/>
                    </a:lnTo>
                    <a:lnTo>
                      <a:pt x="1521" y="154229"/>
                    </a:lnTo>
                    <a:lnTo>
                      <a:pt x="1521" y="32410"/>
                    </a:lnTo>
                    <a:cubicBezTo>
                      <a:pt x="1521" y="27288"/>
                      <a:pt x="285" y="9313"/>
                      <a:pt x="0" y="4191"/>
                    </a:cubicBezTo>
                    <a:lnTo>
                      <a:pt x="26059" y="4191"/>
                    </a:lnTo>
                    <a:lnTo>
                      <a:pt x="28817" y="29710"/>
                    </a:lnTo>
                    <a:cubicBezTo>
                      <a:pt x="37091" y="14063"/>
                      <a:pt x="51452" y="0"/>
                      <a:pt x="77892" y="0"/>
                    </a:cubicBezTo>
                    <a:cubicBezTo>
                      <a:pt x="83123" y="0"/>
                      <a:pt x="88924" y="931"/>
                      <a:pt x="93204" y="2421"/>
                    </a:cubicBezTo>
                    <a:lnTo>
                      <a:pt x="83123" y="37253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5F9E9CA9-E8D2-8CD2-A073-5846A2783568}"/>
                  </a:ext>
                </a:extLst>
              </p:cNvPr>
              <p:cNvSpPr/>
              <p:nvPr/>
            </p:nvSpPr>
            <p:spPr>
              <a:xfrm>
                <a:off x="7192956" y="3351140"/>
                <a:ext cx="218744" cy="154321"/>
              </a:xfrm>
              <a:custGeom>
                <a:avLst/>
                <a:gdLst>
                  <a:gd name="connsiteX0" fmla="*/ 184982 w 218744"/>
                  <a:gd name="connsiteY0" fmla="*/ 154229 h 154321"/>
                  <a:gd name="connsiteX1" fmla="*/ 184982 w 218744"/>
                  <a:gd name="connsiteY1" fmla="*/ 67242 h 154321"/>
                  <a:gd name="connsiteX2" fmla="*/ 157972 w 218744"/>
                  <a:gd name="connsiteY2" fmla="*/ 27288 h 154321"/>
                  <a:gd name="connsiteX3" fmla="*/ 126682 w 218744"/>
                  <a:gd name="connsiteY3" fmla="*/ 47405 h 154321"/>
                  <a:gd name="connsiteX4" fmla="*/ 127252 w 218744"/>
                  <a:gd name="connsiteY4" fmla="*/ 57277 h 154321"/>
                  <a:gd name="connsiteX5" fmla="*/ 127252 w 218744"/>
                  <a:gd name="connsiteY5" fmla="*/ 154229 h 154321"/>
                  <a:gd name="connsiteX6" fmla="*/ 93204 w 218744"/>
                  <a:gd name="connsiteY6" fmla="*/ 154229 h 154321"/>
                  <a:gd name="connsiteX7" fmla="*/ 93204 w 218744"/>
                  <a:gd name="connsiteY7" fmla="*/ 67522 h 154321"/>
                  <a:gd name="connsiteX8" fmla="*/ 66194 w 218744"/>
                  <a:gd name="connsiteY8" fmla="*/ 27288 h 154321"/>
                  <a:gd name="connsiteX9" fmla="*/ 35570 w 218744"/>
                  <a:gd name="connsiteY9" fmla="*/ 47405 h 154321"/>
                  <a:gd name="connsiteX10" fmla="*/ 35570 w 218744"/>
                  <a:gd name="connsiteY10" fmla="*/ 154229 h 154321"/>
                  <a:gd name="connsiteX11" fmla="*/ 1522 w 218744"/>
                  <a:gd name="connsiteY11" fmla="*/ 154229 h 154321"/>
                  <a:gd name="connsiteX12" fmla="*/ 1522 w 218744"/>
                  <a:gd name="connsiteY12" fmla="*/ 31200 h 154321"/>
                  <a:gd name="connsiteX13" fmla="*/ 0 w 218744"/>
                  <a:gd name="connsiteY13" fmla="*/ 4191 h 154321"/>
                  <a:gd name="connsiteX14" fmla="*/ 26630 w 218744"/>
                  <a:gd name="connsiteY14" fmla="*/ 4191 h 154321"/>
                  <a:gd name="connsiteX15" fmla="*/ 29958 w 218744"/>
                  <a:gd name="connsiteY15" fmla="*/ 22818 h 154321"/>
                  <a:gd name="connsiteX16" fmla="*/ 72281 w 218744"/>
                  <a:gd name="connsiteY16" fmla="*/ 0 h 154321"/>
                  <a:gd name="connsiteX17" fmla="*/ 118217 w 218744"/>
                  <a:gd name="connsiteY17" fmla="*/ 24028 h 154321"/>
                  <a:gd name="connsiteX18" fmla="*/ 164154 w 218744"/>
                  <a:gd name="connsiteY18" fmla="*/ 0 h 154321"/>
                  <a:gd name="connsiteX19" fmla="*/ 218745 w 218744"/>
                  <a:gd name="connsiteY19" fmla="*/ 68453 h 154321"/>
                  <a:gd name="connsiteX20" fmla="*/ 218745 w 218744"/>
                  <a:gd name="connsiteY20" fmla="*/ 154322 h 154321"/>
                  <a:gd name="connsiteX21" fmla="*/ 184697 w 218744"/>
                  <a:gd name="connsiteY21" fmla="*/ 154322 h 1543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18744" h="154321">
                    <a:moveTo>
                      <a:pt x="184982" y="154229"/>
                    </a:moveTo>
                    <a:lnTo>
                      <a:pt x="184982" y="67242"/>
                    </a:lnTo>
                    <a:cubicBezTo>
                      <a:pt x="184982" y="42655"/>
                      <a:pt x="179180" y="27288"/>
                      <a:pt x="157972" y="27288"/>
                    </a:cubicBezTo>
                    <a:cubicBezTo>
                      <a:pt x="144181" y="27288"/>
                      <a:pt x="133719" y="37160"/>
                      <a:pt x="126682" y="47405"/>
                    </a:cubicBezTo>
                    <a:cubicBezTo>
                      <a:pt x="126967" y="50106"/>
                      <a:pt x="127252" y="54297"/>
                      <a:pt x="127252" y="57277"/>
                    </a:cubicBezTo>
                    <a:lnTo>
                      <a:pt x="127252" y="154229"/>
                    </a:lnTo>
                    <a:lnTo>
                      <a:pt x="93204" y="154229"/>
                    </a:lnTo>
                    <a:lnTo>
                      <a:pt x="93204" y="67522"/>
                    </a:lnTo>
                    <a:cubicBezTo>
                      <a:pt x="93204" y="41724"/>
                      <a:pt x="88639" y="27288"/>
                      <a:pt x="66194" y="27288"/>
                    </a:cubicBezTo>
                    <a:cubicBezTo>
                      <a:pt x="53355" y="27288"/>
                      <a:pt x="42322" y="38092"/>
                      <a:pt x="35570" y="47405"/>
                    </a:cubicBezTo>
                    <a:lnTo>
                      <a:pt x="35570" y="154229"/>
                    </a:lnTo>
                    <a:lnTo>
                      <a:pt x="1522" y="154229"/>
                    </a:lnTo>
                    <a:lnTo>
                      <a:pt x="1522" y="31200"/>
                    </a:lnTo>
                    <a:cubicBezTo>
                      <a:pt x="1522" y="26077"/>
                      <a:pt x="285" y="9313"/>
                      <a:pt x="0" y="4191"/>
                    </a:cubicBezTo>
                    <a:lnTo>
                      <a:pt x="26630" y="4191"/>
                    </a:lnTo>
                    <a:lnTo>
                      <a:pt x="29958" y="22818"/>
                    </a:lnTo>
                    <a:cubicBezTo>
                      <a:pt x="40991" y="9872"/>
                      <a:pt x="55067" y="0"/>
                      <a:pt x="72281" y="0"/>
                    </a:cubicBezTo>
                    <a:cubicBezTo>
                      <a:pt x="96153" y="0"/>
                      <a:pt x="109087" y="9034"/>
                      <a:pt x="118217" y="24028"/>
                    </a:cubicBezTo>
                    <a:cubicBezTo>
                      <a:pt x="128013" y="11083"/>
                      <a:pt x="142755" y="0"/>
                      <a:pt x="164154" y="0"/>
                    </a:cubicBezTo>
                    <a:cubicBezTo>
                      <a:pt x="202481" y="0"/>
                      <a:pt x="218745" y="20676"/>
                      <a:pt x="218745" y="68453"/>
                    </a:cubicBezTo>
                    <a:lnTo>
                      <a:pt x="218745" y="154322"/>
                    </a:lnTo>
                    <a:lnTo>
                      <a:pt x="184697" y="15432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A96E93B3-EE42-AF4F-AB59-0346E4F43195}"/>
                  </a:ext>
                </a:extLst>
              </p:cNvPr>
              <p:cNvSpPr/>
              <p:nvPr/>
            </p:nvSpPr>
            <p:spPr>
              <a:xfrm>
                <a:off x="7454879" y="3289300"/>
                <a:ext cx="36425" cy="216069"/>
              </a:xfrm>
              <a:custGeom>
                <a:avLst/>
                <a:gdLst>
                  <a:gd name="connsiteX0" fmla="*/ 0 w 36425"/>
                  <a:gd name="connsiteY0" fmla="*/ 32969 h 216069"/>
                  <a:gd name="connsiteX1" fmla="*/ 0 w 36425"/>
                  <a:gd name="connsiteY1" fmla="*/ 0 h 216069"/>
                  <a:gd name="connsiteX2" fmla="*/ 36426 w 36425"/>
                  <a:gd name="connsiteY2" fmla="*/ 0 h 216069"/>
                  <a:gd name="connsiteX3" fmla="*/ 36426 w 36425"/>
                  <a:gd name="connsiteY3" fmla="*/ 32969 h 216069"/>
                  <a:gd name="connsiteX4" fmla="*/ 0 w 36425"/>
                  <a:gd name="connsiteY4" fmla="*/ 32969 h 216069"/>
                  <a:gd name="connsiteX5" fmla="*/ 1236 w 36425"/>
                  <a:gd name="connsiteY5" fmla="*/ 216069 h 216069"/>
                  <a:gd name="connsiteX6" fmla="*/ 1236 w 36425"/>
                  <a:gd name="connsiteY6" fmla="*/ 66032 h 216069"/>
                  <a:gd name="connsiteX7" fmla="*/ 35284 w 36425"/>
                  <a:gd name="connsiteY7" fmla="*/ 66032 h 216069"/>
                  <a:gd name="connsiteX8" fmla="*/ 35284 w 36425"/>
                  <a:gd name="connsiteY8" fmla="*/ 216069 h 216069"/>
                  <a:gd name="connsiteX9" fmla="*/ 1236 w 36425"/>
                  <a:gd name="connsiteY9" fmla="*/ 216069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6425" h="216069">
                    <a:moveTo>
                      <a:pt x="0" y="32969"/>
                    </a:moveTo>
                    <a:lnTo>
                      <a:pt x="0" y="0"/>
                    </a:lnTo>
                    <a:lnTo>
                      <a:pt x="36426" y="0"/>
                    </a:lnTo>
                    <a:lnTo>
                      <a:pt x="36426" y="32969"/>
                    </a:lnTo>
                    <a:lnTo>
                      <a:pt x="0" y="32969"/>
                    </a:lnTo>
                    <a:close/>
                    <a:moveTo>
                      <a:pt x="1236" y="216069"/>
                    </a:moveTo>
                    <a:lnTo>
                      <a:pt x="1236" y="66032"/>
                    </a:lnTo>
                    <a:lnTo>
                      <a:pt x="35284" y="66032"/>
                    </a:lnTo>
                    <a:lnTo>
                      <a:pt x="35284" y="216069"/>
                    </a:lnTo>
                    <a:lnTo>
                      <a:pt x="1236" y="21606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6B769B3E-2D66-5E7D-9308-A478C1F140F5}"/>
                  </a:ext>
                </a:extLst>
              </p:cNvPr>
              <p:cNvSpPr/>
              <p:nvPr/>
            </p:nvSpPr>
            <p:spPr>
              <a:xfrm>
                <a:off x="7520502" y="3351326"/>
                <a:ext cx="120689" cy="157954"/>
              </a:xfrm>
              <a:custGeom>
                <a:avLst/>
                <a:gdLst>
                  <a:gd name="connsiteX0" fmla="*/ 61914 w 120689"/>
                  <a:gd name="connsiteY0" fmla="*/ 157954 h 157954"/>
                  <a:gd name="connsiteX1" fmla="*/ 0 w 120689"/>
                  <a:gd name="connsiteY1" fmla="*/ 139048 h 157954"/>
                  <a:gd name="connsiteX2" fmla="*/ 15598 w 120689"/>
                  <a:gd name="connsiteY2" fmla="*/ 115299 h 157954"/>
                  <a:gd name="connsiteX3" fmla="*/ 60678 w 120689"/>
                  <a:gd name="connsiteY3" fmla="*/ 131784 h 157954"/>
                  <a:gd name="connsiteX4" fmla="*/ 85786 w 120689"/>
                  <a:gd name="connsiteY4" fmla="*/ 115020 h 157954"/>
                  <a:gd name="connsiteX5" fmla="*/ 55732 w 120689"/>
                  <a:gd name="connsiteY5" fmla="*/ 91271 h 157954"/>
                  <a:gd name="connsiteX6" fmla="*/ 6372 w 120689"/>
                  <a:gd name="connsiteY6" fmla="*/ 44145 h 157954"/>
                  <a:gd name="connsiteX7" fmla="*/ 64577 w 120689"/>
                  <a:gd name="connsiteY7" fmla="*/ 0 h 157954"/>
                  <a:gd name="connsiteX8" fmla="*/ 118788 w 120689"/>
                  <a:gd name="connsiteY8" fmla="*/ 16205 h 157954"/>
                  <a:gd name="connsiteX9" fmla="*/ 104427 w 120689"/>
                  <a:gd name="connsiteY9" fmla="*/ 39302 h 157954"/>
                  <a:gd name="connsiteX10" fmla="*/ 65528 w 120689"/>
                  <a:gd name="connsiteY10" fmla="*/ 26077 h 157954"/>
                  <a:gd name="connsiteX11" fmla="*/ 41276 w 120689"/>
                  <a:gd name="connsiteY11" fmla="*/ 41724 h 157954"/>
                  <a:gd name="connsiteX12" fmla="*/ 75895 w 120689"/>
                  <a:gd name="connsiteY12" fmla="*/ 64821 h 157954"/>
                  <a:gd name="connsiteX13" fmla="*/ 120690 w 120689"/>
                  <a:gd name="connsiteY13" fmla="*/ 113716 h 157954"/>
                  <a:gd name="connsiteX14" fmla="*/ 61819 w 120689"/>
                  <a:gd name="connsiteY14" fmla="*/ 157861 h 157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0689" h="157954">
                    <a:moveTo>
                      <a:pt x="61914" y="157954"/>
                    </a:moveTo>
                    <a:cubicBezTo>
                      <a:pt x="33097" y="157954"/>
                      <a:pt x="16263" y="149572"/>
                      <a:pt x="0" y="139048"/>
                    </a:cubicBezTo>
                    <a:lnTo>
                      <a:pt x="15598" y="115299"/>
                    </a:lnTo>
                    <a:cubicBezTo>
                      <a:pt x="28817" y="124612"/>
                      <a:pt x="44129" y="131784"/>
                      <a:pt x="60678" y="131784"/>
                    </a:cubicBezTo>
                    <a:cubicBezTo>
                      <a:pt x="77226" y="131784"/>
                      <a:pt x="85786" y="124612"/>
                      <a:pt x="85786" y="115020"/>
                    </a:cubicBezTo>
                    <a:cubicBezTo>
                      <a:pt x="85786" y="101795"/>
                      <a:pt x="76941" y="96672"/>
                      <a:pt x="55732" y="91271"/>
                    </a:cubicBezTo>
                    <a:cubicBezTo>
                      <a:pt x="32146" y="85310"/>
                      <a:pt x="6372" y="73855"/>
                      <a:pt x="6372" y="44145"/>
                    </a:cubicBezTo>
                    <a:cubicBezTo>
                      <a:pt x="6372" y="16578"/>
                      <a:pt x="30244" y="0"/>
                      <a:pt x="64577" y="0"/>
                    </a:cubicBezTo>
                    <a:cubicBezTo>
                      <a:pt x="86356" y="0"/>
                      <a:pt x="101669" y="4191"/>
                      <a:pt x="118788" y="16205"/>
                    </a:cubicBezTo>
                    <a:lnTo>
                      <a:pt x="104427" y="39302"/>
                    </a:lnTo>
                    <a:cubicBezTo>
                      <a:pt x="91207" y="29430"/>
                      <a:pt x="74659" y="26077"/>
                      <a:pt x="65528" y="26077"/>
                    </a:cubicBezTo>
                    <a:cubicBezTo>
                      <a:pt x="48029" y="26077"/>
                      <a:pt x="41276" y="32410"/>
                      <a:pt x="41276" y="41724"/>
                    </a:cubicBezTo>
                    <a:cubicBezTo>
                      <a:pt x="41276" y="54669"/>
                      <a:pt x="52594" y="58488"/>
                      <a:pt x="75895" y="64821"/>
                    </a:cubicBezTo>
                    <a:cubicBezTo>
                      <a:pt x="95487" y="69943"/>
                      <a:pt x="120690" y="80095"/>
                      <a:pt x="120690" y="113716"/>
                    </a:cubicBezTo>
                    <a:cubicBezTo>
                      <a:pt x="120690" y="144915"/>
                      <a:pt x="90922" y="157861"/>
                      <a:pt x="61819" y="157861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694A3A14-9EE3-12FA-A74D-75564D783E20}"/>
                  </a:ext>
                </a:extLst>
              </p:cNvPr>
              <p:cNvSpPr/>
              <p:nvPr/>
            </p:nvSpPr>
            <p:spPr>
              <a:xfrm>
                <a:off x="7658502" y="3351326"/>
                <a:ext cx="120689" cy="157954"/>
              </a:xfrm>
              <a:custGeom>
                <a:avLst/>
                <a:gdLst>
                  <a:gd name="connsiteX0" fmla="*/ 61914 w 120689"/>
                  <a:gd name="connsiteY0" fmla="*/ 157954 h 157954"/>
                  <a:gd name="connsiteX1" fmla="*/ 0 w 120689"/>
                  <a:gd name="connsiteY1" fmla="*/ 139048 h 157954"/>
                  <a:gd name="connsiteX2" fmla="*/ 15597 w 120689"/>
                  <a:gd name="connsiteY2" fmla="*/ 115299 h 157954"/>
                  <a:gd name="connsiteX3" fmla="*/ 60678 w 120689"/>
                  <a:gd name="connsiteY3" fmla="*/ 131784 h 157954"/>
                  <a:gd name="connsiteX4" fmla="*/ 85786 w 120689"/>
                  <a:gd name="connsiteY4" fmla="*/ 115020 h 157954"/>
                  <a:gd name="connsiteX5" fmla="*/ 55732 w 120689"/>
                  <a:gd name="connsiteY5" fmla="*/ 91271 h 157954"/>
                  <a:gd name="connsiteX6" fmla="*/ 6372 w 120689"/>
                  <a:gd name="connsiteY6" fmla="*/ 44145 h 157954"/>
                  <a:gd name="connsiteX7" fmla="*/ 64577 w 120689"/>
                  <a:gd name="connsiteY7" fmla="*/ 0 h 157954"/>
                  <a:gd name="connsiteX8" fmla="*/ 118788 w 120689"/>
                  <a:gd name="connsiteY8" fmla="*/ 16205 h 157954"/>
                  <a:gd name="connsiteX9" fmla="*/ 104427 w 120689"/>
                  <a:gd name="connsiteY9" fmla="*/ 39302 h 157954"/>
                  <a:gd name="connsiteX10" fmla="*/ 65528 w 120689"/>
                  <a:gd name="connsiteY10" fmla="*/ 26077 h 157954"/>
                  <a:gd name="connsiteX11" fmla="*/ 41276 w 120689"/>
                  <a:gd name="connsiteY11" fmla="*/ 41724 h 157954"/>
                  <a:gd name="connsiteX12" fmla="*/ 75895 w 120689"/>
                  <a:gd name="connsiteY12" fmla="*/ 64821 h 157954"/>
                  <a:gd name="connsiteX13" fmla="*/ 120690 w 120689"/>
                  <a:gd name="connsiteY13" fmla="*/ 113716 h 157954"/>
                  <a:gd name="connsiteX14" fmla="*/ 61819 w 120689"/>
                  <a:gd name="connsiteY14" fmla="*/ 157861 h 157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0689" h="157954">
                    <a:moveTo>
                      <a:pt x="61914" y="157954"/>
                    </a:moveTo>
                    <a:cubicBezTo>
                      <a:pt x="33097" y="157954"/>
                      <a:pt x="16263" y="149572"/>
                      <a:pt x="0" y="139048"/>
                    </a:cubicBezTo>
                    <a:lnTo>
                      <a:pt x="15597" y="115299"/>
                    </a:lnTo>
                    <a:cubicBezTo>
                      <a:pt x="28817" y="124612"/>
                      <a:pt x="44129" y="131784"/>
                      <a:pt x="60678" y="131784"/>
                    </a:cubicBezTo>
                    <a:cubicBezTo>
                      <a:pt x="77226" y="131784"/>
                      <a:pt x="85786" y="124612"/>
                      <a:pt x="85786" y="115020"/>
                    </a:cubicBezTo>
                    <a:cubicBezTo>
                      <a:pt x="85786" y="101795"/>
                      <a:pt x="76941" y="96672"/>
                      <a:pt x="55732" y="91271"/>
                    </a:cubicBezTo>
                    <a:cubicBezTo>
                      <a:pt x="32146" y="85310"/>
                      <a:pt x="6372" y="73855"/>
                      <a:pt x="6372" y="44145"/>
                    </a:cubicBezTo>
                    <a:cubicBezTo>
                      <a:pt x="6372" y="16578"/>
                      <a:pt x="30244" y="0"/>
                      <a:pt x="64577" y="0"/>
                    </a:cubicBezTo>
                    <a:cubicBezTo>
                      <a:pt x="86356" y="0"/>
                      <a:pt x="101669" y="4191"/>
                      <a:pt x="118788" y="16205"/>
                    </a:cubicBezTo>
                    <a:lnTo>
                      <a:pt x="104427" y="39302"/>
                    </a:lnTo>
                    <a:cubicBezTo>
                      <a:pt x="91207" y="29430"/>
                      <a:pt x="74659" y="26077"/>
                      <a:pt x="65528" y="26077"/>
                    </a:cubicBezTo>
                    <a:cubicBezTo>
                      <a:pt x="48029" y="26077"/>
                      <a:pt x="41276" y="32410"/>
                      <a:pt x="41276" y="41724"/>
                    </a:cubicBezTo>
                    <a:cubicBezTo>
                      <a:pt x="41276" y="54669"/>
                      <a:pt x="52594" y="58488"/>
                      <a:pt x="75895" y="64821"/>
                    </a:cubicBezTo>
                    <a:cubicBezTo>
                      <a:pt x="95487" y="69943"/>
                      <a:pt x="120690" y="80095"/>
                      <a:pt x="120690" y="113716"/>
                    </a:cubicBezTo>
                    <a:cubicBezTo>
                      <a:pt x="120690" y="144915"/>
                      <a:pt x="90922" y="157861"/>
                      <a:pt x="61819" y="157861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E293FFAB-EE51-ACAC-4B88-200F2B829C13}"/>
                  </a:ext>
                </a:extLst>
              </p:cNvPr>
              <p:cNvSpPr/>
              <p:nvPr/>
            </p:nvSpPr>
            <p:spPr>
              <a:xfrm>
                <a:off x="7812954" y="3289300"/>
                <a:ext cx="36425" cy="216069"/>
              </a:xfrm>
              <a:custGeom>
                <a:avLst/>
                <a:gdLst>
                  <a:gd name="connsiteX0" fmla="*/ 0 w 36425"/>
                  <a:gd name="connsiteY0" fmla="*/ 32969 h 216069"/>
                  <a:gd name="connsiteX1" fmla="*/ 0 w 36425"/>
                  <a:gd name="connsiteY1" fmla="*/ 0 h 216069"/>
                  <a:gd name="connsiteX2" fmla="*/ 36426 w 36425"/>
                  <a:gd name="connsiteY2" fmla="*/ 0 h 216069"/>
                  <a:gd name="connsiteX3" fmla="*/ 36426 w 36425"/>
                  <a:gd name="connsiteY3" fmla="*/ 32969 h 216069"/>
                  <a:gd name="connsiteX4" fmla="*/ 0 w 36425"/>
                  <a:gd name="connsiteY4" fmla="*/ 32969 h 216069"/>
                  <a:gd name="connsiteX5" fmla="*/ 1236 w 36425"/>
                  <a:gd name="connsiteY5" fmla="*/ 216069 h 216069"/>
                  <a:gd name="connsiteX6" fmla="*/ 1236 w 36425"/>
                  <a:gd name="connsiteY6" fmla="*/ 66032 h 216069"/>
                  <a:gd name="connsiteX7" fmla="*/ 35284 w 36425"/>
                  <a:gd name="connsiteY7" fmla="*/ 66032 h 216069"/>
                  <a:gd name="connsiteX8" fmla="*/ 35284 w 36425"/>
                  <a:gd name="connsiteY8" fmla="*/ 216069 h 216069"/>
                  <a:gd name="connsiteX9" fmla="*/ 1236 w 36425"/>
                  <a:gd name="connsiteY9" fmla="*/ 216069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6425" h="216069">
                    <a:moveTo>
                      <a:pt x="0" y="32969"/>
                    </a:moveTo>
                    <a:lnTo>
                      <a:pt x="0" y="0"/>
                    </a:lnTo>
                    <a:lnTo>
                      <a:pt x="36426" y="0"/>
                    </a:lnTo>
                    <a:lnTo>
                      <a:pt x="36426" y="32969"/>
                    </a:lnTo>
                    <a:lnTo>
                      <a:pt x="0" y="32969"/>
                    </a:lnTo>
                    <a:close/>
                    <a:moveTo>
                      <a:pt x="1236" y="216069"/>
                    </a:moveTo>
                    <a:lnTo>
                      <a:pt x="1236" y="66032"/>
                    </a:lnTo>
                    <a:lnTo>
                      <a:pt x="35284" y="66032"/>
                    </a:lnTo>
                    <a:lnTo>
                      <a:pt x="35284" y="216069"/>
                    </a:lnTo>
                    <a:lnTo>
                      <a:pt x="1236" y="21606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17B981E2-33D2-A28B-8B40-EFDFD5859F93}"/>
                  </a:ext>
                </a:extLst>
              </p:cNvPr>
              <p:cNvSpPr/>
              <p:nvPr/>
            </p:nvSpPr>
            <p:spPr>
              <a:xfrm>
                <a:off x="7884664" y="3351140"/>
                <a:ext cx="147795" cy="158419"/>
              </a:xfrm>
              <a:custGeom>
                <a:avLst/>
                <a:gdLst>
                  <a:gd name="connsiteX0" fmla="*/ 73898 w 147795"/>
                  <a:gd name="connsiteY0" fmla="*/ 158420 h 158419"/>
                  <a:gd name="connsiteX1" fmla="*/ 0 w 147795"/>
                  <a:gd name="connsiteY1" fmla="*/ 78605 h 158419"/>
                  <a:gd name="connsiteX2" fmla="*/ 73898 w 147795"/>
                  <a:gd name="connsiteY2" fmla="*/ 0 h 158419"/>
                  <a:gd name="connsiteX3" fmla="*/ 147795 w 147795"/>
                  <a:gd name="connsiteY3" fmla="*/ 78605 h 158419"/>
                  <a:gd name="connsiteX4" fmla="*/ 73898 w 147795"/>
                  <a:gd name="connsiteY4" fmla="*/ 158420 h 158419"/>
                  <a:gd name="connsiteX5" fmla="*/ 73898 w 147795"/>
                  <a:gd name="connsiteY5" fmla="*/ 26357 h 158419"/>
                  <a:gd name="connsiteX6" fmla="*/ 34714 w 147795"/>
                  <a:gd name="connsiteY6" fmla="*/ 78605 h 158419"/>
                  <a:gd name="connsiteX7" fmla="*/ 73898 w 147795"/>
                  <a:gd name="connsiteY7" fmla="*/ 132063 h 158419"/>
                  <a:gd name="connsiteX8" fmla="*/ 113081 w 147795"/>
                  <a:gd name="connsiteY8" fmla="*/ 78605 h 158419"/>
                  <a:gd name="connsiteX9" fmla="*/ 73898 w 147795"/>
                  <a:gd name="connsiteY9" fmla="*/ 26357 h 158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7795" h="158419">
                    <a:moveTo>
                      <a:pt x="73898" y="158420"/>
                    </a:moveTo>
                    <a:cubicBezTo>
                      <a:pt x="26725" y="158420"/>
                      <a:pt x="0" y="124799"/>
                      <a:pt x="0" y="78605"/>
                    </a:cubicBezTo>
                    <a:cubicBezTo>
                      <a:pt x="0" y="32410"/>
                      <a:pt x="27581" y="0"/>
                      <a:pt x="73898" y="0"/>
                    </a:cubicBezTo>
                    <a:cubicBezTo>
                      <a:pt x="120214" y="0"/>
                      <a:pt x="147795" y="32410"/>
                      <a:pt x="147795" y="78605"/>
                    </a:cubicBezTo>
                    <a:cubicBezTo>
                      <a:pt x="147795" y="124799"/>
                      <a:pt x="120214" y="158420"/>
                      <a:pt x="73898" y="158420"/>
                    </a:cubicBezTo>
                    <a:close/>
                    <a:moveTo>
                      <a:pt x="73898" y="26357"/>
                    </a:moveTo>
                    <a:cubicBezTo>
                      <a:pt x="47838" y="26357"/>
                      <a:pt x="34714" y="47405"/>
                      <a:pt x="34714" y="78605"/>
                    </a:cubicBezTo>
                    <a:cubicBezTo>
                      <a:pt x="34714" y="109804"/>
                      <a:pt x="48504" y="132063"/>
                      <a:pt x="73898" y="132063"/>
                    </a:cubicBezTo>
                    <a:cubicBezTo>
                      <a:pt x="99291" y="132063"/>
                      <a:pt x="113081" y="109897"/>
                      <a:pt x="113081" y="78605"/>
                    </a:cubicBezTo>
                    <a:cubicBezTo>
                      <a:pt x="113081" y="47312"/>
                      <a:pt x="99006" y="26357"/>
                      <a:pt x="73898" y="26357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26E9BC02-DD44-9AA3-52B0-6B015E8BCA4D}"/>
                  </a:ext>
                </a:extLst>
              </p:cNvPr>
              <p:cNvSpPr/>
              <p:nvPr/>
            </p:nvSpPr>
            <p:spPr>
              <a:xfrm>
                <a:off x="8066222" y="3351140"/>
                <a:ext cx="130105" cy="154228"/>
              </a:xfrm>
              <a:custGeom>
                <a:avLst/>
                <a:gdLst>
                  <a:gd name="connsiteX0" fmla="*/ 96248 w 130105"/>
                  <a:gd name="connsiteY0" fmla="*/ 154229 h 154228"/>
                  <a:gd name="connsiteX1" fmla="*/ 96248 w 130105"/>
                  <a:gd name="connsiteY1" fmla="*/ 67242 h 154228"/>
                  <a:gd name="connsiteX2" fmla="*/ 67716 w 130105"/>
                  <a:gd name="connsiteY2" fmla="*/ 27288 h 154228"/>
                  <a:gd name="connsiteX3" fmla="*/ 35570 w 130105"/>
                  <a:gd name="connsiteY3" fmla="*/ 47684 h 154228"/>
                  <a:gd name="connsiteX4" fmla="*/ 35570 w 130105"/>
                  <a:gd name="connsiteY4" fmla="*/ 154229 h 154228"/>
                  <a:gd name="connsiteX5" fmla="*/ 1522 w 130105"/>
                  <a:gd name="connsiteY5" fmla="*/ 154229 h 154228"/>
                  <a:gd name="connsiteX6" fmla="*/ 1522 w 130105"/>
                  <a:gd name="connsiteY6" fmla="*/ 31200 h 154228"/>
                  <a:gd name="connsiteX7" fmla="*/ 0 w 130105"/>
                  <a:gd name="connsiteY7" fmla="*/ 4191 h 154228"/>
                  <a:gd name="connsiteX8" fmla="*/ 26630 w 130105"/>
                  <a:gd name="connsiteY8" fmla="*/ 4191 h 154228"/>
                  <a:gd name="connsiteX9" fmla="*/ 29958 w 130105"/>
                  <a:gd name="connsiteY9" fmla="*/ 23376 h 154228"/>
                  <a:gd name="connsiteX10" fmla="*/ 75895 w 130105"/>
                  <a:gd name="connsiteY10" fmla="*/ 0 h 154228"/>
                  <a:gd name="connsiteX11" fmla="*/ 130105 w 130105"/>
                  <a:gd name="connsiteY11" fmla="*/ 69291 h 154228"/>
                  <a:gd name="connsiteX12" fmla="*/ 130105 w 130105"/>
                  <a:gd name="connsiteY12" fmla="*/ 154229 h 154228"/>
                  <a:gd name="connsiteX13" fmla="*/ 96057 w 130105"/>
                  <a:gd name="connsiteY13" fmla="*/ 154229 h 1542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30105" h="154228">
                    <a:moveTo>
                      <a:pt x="96248" y="154229"/>
                    </a:moveTo>
                    <a:lnTo>
                      <a:pt x="96248" y="67242"/>
                    </a:lnTo>
                    <a:cubicBezTo>
                      <a:pt x="96248" y="42934"/>
                      <a:pt x="91017" y="27288"/>
                      <a:pt x="67716" y="27288"/>
                    </a:cubicBezTo>
                    <a:cubicBezTo>
                      <a:pt x="53925" y="27288"/>
                      <a:pt x="43178" y="37533"/>
                      <a:pt x="35570" y="47684"/>
                    </a:cubicBezTo>
                    <a:lnTo>
                      <a:pt x="35570" y="154229"/>
                    </a:lnTo>
                    <a:lnTo>
                      <a:pt x="1522" y="154229"/>
                    </a:lnTo>
                    <a:lnTo>
                      <a:pt x="1522" y="31200"/>
                    </a:lnTo>
                    <a:cubicBezTo>
                      <a:pt x="1522" y="26077"/>
                      <a:pt x="285" y="9313"/>
                      <a:pt x="0" y="4191"/>
                    </a:cubicBezTo>
                    <a:lnTo>
                      <a:pt x="26630" y="4191"/>
                    </a:lnTo>
                    <a:lnTo>
                      <a:pt x="29958" y="23376"/>
                    </a:lnTo>
                    <a:cubicBezTo>
                      <a:pt x="39184" y="10803"/>
                      <a:pt x="54781" y="0"/>
                      <a:pt x="75895" y="0"/>
                    </a:cubicBezTo>
                    <a:cubicBezTo>
                      <a:pt x="115459" y="0"/>
                      <a:pt x="130105" y="21048"/>
                      <a:pt x="130105" y="69291"/>
                    </a:cubicBezTo>
                    <a:lnTo>
                      <a:pt x="130105" y="154229"/>
                    </a:lnTo>
                    <a:lnTo>
                      <a:pt x="96057" y="15422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684151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icture Placeholder 47">
            <a:extLst>
              <a:ext uri="{FF2B5EF4-FFF2-40B4-BE49-F238E27FC236}">
                <a16:creationId xmlns:a16="http://schemas.microsoft.com/office/drawing/2014/main" id="{A0999248-014E-E330-C744-67B67419C1D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1406538"/>
            <a:ext cx="6096000" cy="5451461"/>
          </a:xfrm>
          <a:noFill/>
        </p:spPr>
        <p:txBody>
          <a:bodyPr/>
          <a:lstStyle/>
          <a:p>
            <a:r>
              <a:rPr lang="en-US"/>
              <a:t>Click icon to add picture</a:t>
            </a:r>
            <a:endParaRPr lang="en-DK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31A82A-AF92-79CB-9321-C5864AA363A6}"/>
              </a:ext>
            </a:extLst>
          </p:cNvPr>
          <p:cNvSpPr/>
          <p:nvPr/>
        </p:nvSpPr>
        <p:spPr>
          <a:xfrm>
            <a:off x="1" y="1209040"/>
            <a:ext cx="6095999" cy="5648960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tx2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641DD1-7679-677C-E5F7-106CA2181E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2913" y="2276475"/>
            <a:ext cx="5284787" cy="2305050"/>
          </a:xfrm>
        </p:spPr>
        <p:txBody>
          <a:bodyPr anchor="b" anchorCtr="0">
            <a:normAutofit/>
          </a:bodyPr>
          <a:lstStyle>
            <a:lvl1pPr algn="l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D6AF788A-E08C-BD2E-6C5D-C8C5954A02D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67162" y="53134"/>
            <a:ext cx="1897200" cy="1044114"/>
          </a:xfrm>
          <a:prstGeom prst="rect">
            <a:avLst/>
          </a:prstGeom>
        </p:spPr>
      </p:pic>
      <p:sp>
        <p:nvSpPr>
          <p:cNvPr id="66" name="Subtitle 2">
            <a:extLst>
              <a:ext uri="{FF2B5EF4-FFF2-40B4-BE49-F238E27FC236}">
                <a16:creationId xmlns:a16="http://schemas.microsoft.com/office/drawing/2014/main" id="{6158DD4A-0AEF-ADF8-8A5B-02CBF2DC58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2914" y="4972430"/>
            <a:ext cx="5284786" cy="307777"/>
          </a:xfrm>
        </p:spPr>
        <p:txBody>
          <a:bodyPr wrap="square" anchor="t" anchorCtr="0">
            <a:sp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K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9998CC-6814-FFEF-B424-AF2E934738D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98761"/>
            <a:ext cx="12192000" cy="307777"/>
          </a:xfrm>
          <a:prstGeom prst="rect">
            <a:avLst/>
          </a:prstGeom>
        </p:spPr>
      </p:pic>
      <p:grpSp>
        <p:nvGrpSpPr>
          <p:cNvPr id="3" name="Graphic 17">
            <a:extLst>
              <a:ext uri="{FF2B5EF4-FFF2-40B4-BE49-F238E27FC236}">
                <a16:creationId xmlns:a16="http://schemas.microsoft.com/office/drawing/2014/main" id="{B1296340-A085-DBC3-35C0-C3213F41364A}"/>
              </a:ext>
            </a:extLst>
          </p:cNvPr>
          <p:cNvGrpSpPr>
            <a:grpSpLocks noChangeAspect="1"/>
          </p:cNvGrpSpPr>
          <p:nvPr/>
        </p:nvGrpSpPr>
        <p:grpSpPr>
          <a:xfrm>
            <a:off x="9103088" y="6458998"/>
            <a:ext cx="2646000" cy="177687"/>
            <a:chOff x="3994150" y="3289300"/>
            <a:chExt cx="4202178" cy="282193"/>
          </a:xfrm>
          <a:solidFill>
            <a:schemeClr val="bg1"/>
          </a:solidFill>
        </p:grpSpPr>
        <p:grpSp>
          <p:nvGrpSpPr>
            <p:cNvPr id="6" name="Graphic 17">
              <a:extLst>
                <a:ext uri="{FF2B5EF4-FFF2-40B4-BE49-F238E27FC236}">
                  <a16:creationId xmlns:a16="http://schemas.microsoft.com/office/drawing/2014/main" id="{317F7405-2957-AD22-85C0-908E9EEE21E2}"/>
                </a:ext>
              </a:extLst>
            </p:cNvPr>
            <p:cNvGrpSpPr/>
            <p:nvPr/>
          </p:nvGrpSpPr>
          <p:grpSpPr>
            <a:xfrm>
              <a:off x="3994150" y="3289300"/>
              <a:ext cx="2355593" cy="276140"/>
              <a:chOff x="3994150" y="3289300"/>
              <a:chExt cx="2355593" cy="276140"/>
            </a:xfrm>
            <a:grpFill/>
          </p:grpSpPr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03C2EF40-B476-B479-1AA8-58EA88BAFA4D}"/>
                  </a:ext>
                </a:extLst>
              </p:cNvPr>
              <p:cNvSpPr/>
              <p:nvPr/>
            </p:nvSpPr>
            <p:spPr>
              <a:xfrm>
                <a:off x="3994150" y="3293770"/>
                <a:ext cx="153596" cy="211598"/>
              </a:xfrm>
              <a:custGeom>
                <a:avLst/>
                <a:gdLst>
                  <a:gd name="connsiteX0" fmla="*/ 86452 w 153596"/>
                  <a:gd name="connsiteY0" fmla="*/ 16857 h 211598"/>
                  <a:gd name="connsiteX1" fmla="*/ 86452 w 153596"/>
                  <a:gd name="connsiteY1" fmla="*/ 211599 h 211598"/>
                  <a:gd name="connsiteX2" fmla="*/ 67145 w 153596"/>
                  <a:gd name="connsiteY2" fmla="*/ 211599 h 211598"/>
                  <a:gd name="connsiteX3" fmla="*/ 67145 w 153596"/>
                  <a:gd name="connsiteY3" fmla="*/ 16857 h 211598"/>
                  <a:gd name="connsiteX4" fmla="*/ 0 w 153596"/>
                  <a:gd name="connsiteY4" fmla="*/ 16857 h 211598"/>
                  <a:gd name="connsiteX5" fmla="*/ 0 w 153596"/>
                  <a:gd name="connsiteY5" fmla="*/ 0 h 211598"/>
                  <a:gd name="connsiteX6" fmla="*/ 153597 w 153596"/>
                  <a:gd name="connsiteY6" fmla="*/ 0 h 211598"/>
                  <a:gd name="connsiteX7" fmla="*/ 153597 w 153596"/>
                  <a:gd name="connsiteY7" fmla="*/ 16764 h 211598"/>
                  <a:gd name="connsiteX8" fmla="*/ 86452 w 153596"/>
                  <a:gd name="connsiteY8" fmla="*/ 16764 h 2115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3596" h="211598">
                    <a:moveTo>
                      <a:pt x="86452" y="16857"/>
                    </a:moveTo>
                    <a:lnTo>
                      <a:pt x="86452" y="211599"/>
                    </a:lnTo>
                    <a:lnTo>
                      <a:pt x="67145" y="211599"/>
                    </a:lnTo>
                    <a:lnTo>
                      <a:pt x="67145" y="16857"/>
                    </a:lnTo>
                    <a:lnTo>
                      <a:pt x="0" y="16857"/>
                    </a:lnTo>
                    <a:lnTo>
                      <a:pt x="0" y="0"/>
                    </a:lnTo>
                    <a:lnTo>
                      <a:pt x="153597" y="0"/>
                    </a:lnTo>
                    <a:lnTo>
                      <a:pt x="153597" y="16764"/>
                    </a:lnTo>
                    <a:lnTo>
                      <a:pt x="86452" y="16764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4EEBCDE1-DEC4-D138-3380-719037B308C8}"/>
                  </a:ext>
                </a:extLst>
              </p:cNvPr>
              <p:cNvSpPr/>
              <p:nvPr/>
            </p:nvSpPr>
            <p:spPr>
              <a:xfrm>
                <a:off x="4182936" y="3289300"/>
                <a:ext cx="113461" cy="216162"/>
              </a:xfrm>
              <a:custGeom>
                <a:avLst/>
                <a:gdLst>
                  <a:gd name="connsiteX0" fmla="*/ 94726 w 113461"/>
                  <a:gd name="connsiteY0" fmla="*/ 216069 h 216162"/>
                  <a:gd name="connsiteX1" fmla="*/ 94726 w 113461"/>
                  <a:gd name="connsiteY1" fmla="*/ 120701 h 216162"/>
                  <a:gd name="connsiteX2" fmla="*/ 58586 w 113461"/>
                  <a:gd name="connsiteY2" fmla="*/ 78418 h 216162"/>
                  <a:gd name="connsiteX3" fmla="*/ 18736 w 113461"/>
                  <a:gd name="connsiteY3" fmla="*/ 102726 h 216162"/>
                  <a:gd name="connsiteX4" fmla="*/ 18736 w 113461"/>
                  <a:gd name="connsiteY4" fmla="*/ 216162 h 216162"/>
                  <a:gd name="connsiteX5" fmla="*/ 0 w 113461"/>
                  <a:gd name="connsiteY5" fmla="*/ 216162 h 216162"/>
                  <a:gd name="connsiteX6" fmla="*/ 0 w 113461"/>
                  <a:gd name="connsiteY6" fmla="*/ 0 h 216162"/>
                  <a:gd name="connsiteX7" fmla="*/ 18736 w 113461"/>
                  <a:gd name="connsiteY7" fmla="*/ 0 h 216162"/>
                  <a:gd name="connsiteX8" fmla="*/ 18736 w 113461"/>
                  <a:gd name="connsiteY8" fmla="*/ 84658 h 216162"/>
                  <a:gd name="connsiteX9" fmla="*/ 62580 w 113461"/>
                  <a:gd name="connsiteY9" fmla="*/ 62772 h 216162"/>
                  <a:gd name="connsiteX10" fmla="*/ 113462 w 113461"/>
                  <a:gd name="connsiteY10" fmla="*/ 122191 h 216162"/>
                  <a:gd name="connsiteX11" fmla="*/ 113462 w 113461"/>
                  <a:gd name="connsiteY11" fmla="*/ 216162 h 216162"/>
                  <a:gd name="connsiteX12" fmla="*/ 94726 w 113461"/>
                  <a:gd name="connsiteY12" fmla="*/ 216162 h 216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3461" h="216162">
                    <a:moveTo>
                      <a:pt x="94726" y="216069"/>
                    </a:moveTo>
                    <a:lnTo>
                      <a:pt x="94726" y="120701"/>
                    </a:lnTo>
                    <a:cubicBezTo>
                      <a:pt x="94726" y="93133"/>
                      <a:pt x="83694" y="78418"/>
                      <a:pt x="58586" y="78418"/>
                    </a:cubicBezTo>
                    <a:cubicBezTo>
                      <a:pt x="39850" y="78418"/>
                      <a:pt x="26725" y="90991"/>
                      <a:pt x="18736" y="102726"/>
                    </a:cubicBezTo>
                    <a:lnTo>
                      <a:pt x="18736" y="216162"/>
                    </a:lnTo>
                    <a:lnTo>
                      <a:pt x="0" y="216162"/>
                    </a:lnTo>
                    <a:lnTo>
                      <a:pt x="0" y="0"/>
                    </a:lnTo>
                    <a:lnTo>
                      <a:pt x="18736" y="0"/>
                    </a:lnTo>
                    <a:lnTo>
                      <a:pt x="18736" y="84658"/>
                    </a:lnTo>
                    <a:cubicBezTo>
                      <a:pt x="28532" y="71713"/>
                      <a:pt x="43844" y="62772"/>
                      <a:pt x="62580" y="62772"/>
                    </a:cubicBezTo>
                    <a:cubicBezTo>
                      <a:pt x="101193" y="62772"/>
                      <a:pt x="113462" y="86800"/>
                      <a:pt x="113462" y="122191"/>
                    </a:cubicBezTo>
                    <a:lnTo>
                      <a:pt x="113462" y="216162"/>
                    </a:lnTo>
                    <a:lnTo>
                      <a:pt x="94726" y="21616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EA5F66BC-7521-CE06-E4F8-4E5C31920399}"/>
                  </a:ext>
                </a:extLst>
              </p:cNvPr>
              <p:cNvSpPr/>
              <p:nvPr/>
            </p:nvSpPr>
            <p:spPr>
              <a:xfrm>
                <a:off x="4338434" y="3352071"/>
                <a:ext cx="128108" cy="156650"/>
              </a:xfrm>
              <a:custGeom>
                <a:avLst/>
                <a:gdLst>
                  <a:gd name="connsiteX0" fmla="*/ 19877 w 128108"/>
                  <a:gd name="connsiteY0" fmla="*/ 84006 h 156650"/>
                  <a:gd name="connsiteX1" fmla="*/ 70759 w 128108"/>
                  <a:gd name="connsiteY1" fmla="*/ 141004 h 156650"/>
                  <a:gd name="connsiteX2" fmla="*/ 113937 w 128108"/>
                  <a:gd name="connsiteY2" fmla="*/ 125730 h 156650"/>
                  <a:gd name="connsiteX3" fmla="*/ 123163 w 128108"/>
                  <a:gd name="connsiteY3" fmla="*/ 138303 h 156650"/>
                  <a:gd name="connsiteX4" fmla="*/ 70759 w 128108"/>
                  <a:gd name="connsiteY4" fmla="*/ 156650 h 156650"/>
                  <a:gd name="connsiteX5" fmla="*/ 0 w 128108"/>
                  <a:gd name="connsiteY5" fmla="*/ 79815 h 156650"/>
                  <a:gd name="connsiteX6" fmla="*/ 65623 w 128108"/>
                  <a:gd name="connsiteY6" fmla="*/ 0 h 156650"/>
                  <a:gd name="connsiteX7" fmla="*/ 128108 w 128108"/>
                  <a:gd name="connsiteY7" fmla="*/ 84006 h 156650"/>
                  <a:gd name="connsiteX8" fmla="*/ 19877 w 128108"/>
                  <a:gd name="connsiteY8" fmla="*/ 84006 h 156650"/>
                  <a:gd name="connsiteX9" fmla="*/ 65528 w 128108"/>
                  <a:gd name="connsiteY9" fmla="*/ 14994 h 156650"/>
                  <a:gd name="connsiteX10" fmla="*/ 19877 w 128108"/>
                  <a:gd name="connsiteY10" fmla="*/ 69012 h 156650"/>
                  <a:gd name="connsiteX11" fmla="*/ 108802 w 128108"/>
                  <a:gd name="connsiteY11" fmla="*/ 69012 h 156650"/>
                  <a:gd name="connsiteX12" fmla="*/ 65623 w 128108"/>
                  <a:gd name="connsiteY12" fmla="*/ 14994 h 156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8108" h="156650">
                    <a:moveTo>
                      <a:pt x="19877" y="84006"/>
                    </a:moveTo>
                    <a:cubicBezTo>
                      <a:pt x="21399" y="122377"/>
                      <a:pt x="44700" y="141004"/>
                      <a:pt x="70759" y="141004"/>
                    </a:cubicBezTo>
                    <a:cubicBezTo>
                      <a:pt x="88829" y="141004"/>
                      <a:pt x="103285" y="133833"/>
                      <a:pt x="113937" y="125730"/>
                    </a:cubicBezTo>
                    <a:lnTo>
                      <a:pt x="123163" y="138303"/>
                    </a:lnTo>
                    <a:cubicBezTo>
                      <a:pt x="109087" y="149106"/>
                      <a:pt x="92824" y="156650"/>
                      <a:pt x="70759" y="156650"/>
                    </a:cubicBezTo>
                    <a:cubicBezTo>
                      <a:pt x="30910" y="156650"/>
                      <a:pt x="0" y="129642"/>
                      <a:pt x="0" y="79815"/>
                    </a:cubicBezTo>
                    <a:cubicBezTo>
                      <a:pt x="0" y="26077"/>
                      <a:pt x="31575" y="0"/>
                      <a:pt x="65623" y="0"/>
                    </a:cubicBezTo>
                    <a:cubicBezTo>
                      <a:pt x="113747" y="0"/>
                      <a:pt x="128108" y="36881"/>
                      <a:pt x="128108" y="84006"/>
                    </a:cubicBezTo>
                    <a:lnTo>
                      <a:pt x="19877" y="84006"/>
                    </a:lnTo>
                    <a:close/>
                    <a:moveTo>
                      <a:pt x="65528" y="14994"/>
                    </a:moveTo>
                    <a:cubicBezTo>
                      <a:pt x="40991" y="14994"/>
                      <a:pt x="22350" y="32969"/>
                      <a:pt x="19877" y="69012"/>
                    </a:cubicBezTo>
                    <a:lnTo>
                      <a:pt x="108802" y="69012"/>
                    </a:lnTo>
                    <a:cubicBezTo>
                      <a:pt x="108231" y="32690"/>
                      <a:pt x="92824" y="14994"/>
                      <a:pt x="65623" y="14994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6874D6DE-0AFE-581A-F451-E1A7E583EB5D}"/>
                  </a:ext>
                </a:extLst>
              </p:cNvPr>
              <p:cNvSpPr/>
              <p:nvPr/>
            </p:nvSpPr>
            <p:spPr>
              <a:xfrm>
                <a:off x="4595317" y="3352071"/>
                <a:ext cx="123828" cy="213368"/>
              </a:xfrm>
              <a:custGeom>
                <a:avLst/>
                <a:gdLst>
                  <a:gd name="connsiteX0" fmla="*/ 62865 w 123828"/>
                  <a:gd name="connsiteY0" fmla="*/ 156650 h 213368"/>
                  <a:gd name="connsiteX1" fmla="*/ 19687 w 123828"/>
                  <a:gd name="connsiteY1" fmla="*/ 138676 h 213368"/>
                  <a:gd name="connsiteX2" fmla="*/ 19687 w 123828"/>
                  <a:gd name="connsiteY2" fmla="*/ 213368 h 213368"/>
                  <a:gd name="connsiteX3" fmla="*/ 951 w 123828"/>
                  <a:gd name="connsiteY3" fmla="*/ 213368 h 213368"/>
                  <a:gd name="connsiteX4" fmla="*/ 951 w 123828"/>
                  <a:gd name="connsiteY4" fmla="*/ 31479 h 213368"/>
                  <a:gd name="connsiteX5" fmla="*/ 0 w 123828"/>
                  <a:gd name="connsiteY5" fmla="*/ 3260 h 213368"/>
                  <a:gd name="connsiteX6" fmla="*/ 15597 w 123828"/>
                  <a:gd name="connsiteY6" fmla="*/ 3260 h 213368"/>
                  <a:gd name="connsiteX7" fmla="*/ 17119 w 123828"/>
                  <a:gd name="connsiteY7" fmla="*/ 26077 h 213368"/>
                  <a:gd name="connsiteX8" fmla="*/ 65243 w 123828"/>
                  <a:gd name="connsiteY8" fmla="*/ 0 h 213368"/>
                  <a:gd name="connsiteX9" fmla="*/ 123828 w 123828"/>
                  <a:gd name="connsiteY9" fmla="*/ 76835 h 213368"/>
                  <a:gd name="connsiteX10" fmla="*/ 62865 w 123828"/>
                  <a:gd name="connsiteY10" fmla="*/ 156650 h 213368"/>
                  <a:gd name="connsiteX11" fmla="*/ 61058 w 123828"/>
                  <a:gd name="connsiteY11" fmla="*/ 15274 h 213368"/>
                  <a:gd name="connsiteX12" fmla="*/ 19687 w 123828"/>
                  <a:gd name="connsiteY12" fmla="*/ 42003 h 213368"/>
                  <a:gd name="connsiteX13" fmla="*/ 19687 w 123828"/>
                  <a:gd name="connsiteY13" fmla="*/ 123309 h 213368"/>
                  <a:gd name="connsiteX14" fmla="*/ 58300 w 123828"/>
                  <a:gd name="connsiteY14" fmla="*/ 141283 h 213368"/>
                  <a:gd name="connsiteX15" fmla="*/ 104237 w 123828"/>
                  <a:gd name="connsiteY15" fmla="*/ 78232 h 213368"/>
                  <a:gd name="connsiteX16" fmla="*/ 61058 w 123828"/>
                  <a:gd name="connsiteY16" fmla="*/ 15181 h 213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3828" h="213368">
                    <a:moveTo>
                      <a:pt x="62865" y="156650"/>
                    </a:moveTo>
                    <a:cubicBezTo>
                      <a:pt x="44129" y="156650"/>
                      <a:pt x="28817" y="149758"/>
                      <a:pt x="19687" y="138676"/>
                    </a:cubicBezTo>
                    <a:lnTo>
                      <a:pt x="19687" y="213368"/>
                    </a:lnTo>
                    <a:lnTo>
                      <a:pt x="951" y="213368"/>
                    </a:lnTo>
                    <a:lnTo>
                      <a:pt x="951" y="31479"/>
                    </a:lnTo>
                    <a:cubicBezTo>
                      <a:pt x="951" y="24308"/>
                      <a:pt x="380" y="9872"/>
                      <a:pt x="0" y="3260"/>
                    </a:cubicBezTo>
                    <a:lnTo>
                      <a:pt x="15597" y="3260"/>
                    </a:lnTo>
                    <a:lnTo>
                      <a:pt x="17119" y="26077"/>
                    </a:lnTo>
                    <a:cubicBezTo>
                      <a:pt x="27200" y="13132"/>
                      <a:pt x="40420" y="0"/>
                      <a:pt x="65243" y="0"/>
                    </a:cubicBezTo>
                    <a:cubicBezTo>
                      <a:pt x="102334" y="0"/>
                      <a:pt x="123828" y="32131"/>
                      <a:pt x="123828" y="76835"/>
                    </a:cubicBezTo>
                    <a:cubicBezTo>
                      <a:pt x="123828" y="121539"/>
                      <a:pt x="102049" y="156650"/>
                      <a:pt x="62865" y="156650"/>
                    </a:cubicBezTo>
                    <a:close/>
                    <a:moveTo>
                      <a:pt x="61058" y="15274"/>
                    </a:moveTo>
                    <a:cubicBezTo>
                      <a:pt x="40515" y="15274"/>
                      <a:pt x="26440" y="32410"/>
                      <a:pt x="19687" y="42003"/>
                    </a:cubicBezTo>
                    <a:lnTo>
                      <a:pt x="19687" y="123309"/>
                    </a:lnTo>
                    <a:cubicBezTo>
                      <a:pt x="28247" y="132622"/>
                      <a:pt x="39564" y="141283"/>
                      <a:pt x="58300" y="141283"/>
                    </a:cubicBezTo>
                    <a:cubicBezTo>
                      <a:pt x="83123" y="141283"/>
                      <a:pt x="104237" y="121446"/>
                      <a:pt x="104237" y="78232"/>
                    </a:cubicBezTo>
                    <a:cubicBezTo>
                      <a:pt x="104237" y="35018"/>
                      <a:pt x="86166" y="15181"/>
                      <a:pt x="61058" y="15181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5B502D1F-B5EE-ACCA-A3F8-8612E146973D}"/>
                  </a:ext>
                </a:extLst>
              </p:cNvPr>
              <p:cNvSpPr/>
              <p:nvPr/>
            </p:nvSpPr>
            <p:spPr>
              <a:xfrm>
                <a:off x="4752813" y="3351978"/>
                <a:ext cx="136762" cy="156743"/>
              </a:xfrm>
              <a:custGeom>
                <a:avLst/>
                <a:gdLst>
                  <a:gd name="connsiteX0" fmla="*/ 68381 w 136762"/>
                  <a:gd name="connsiteY0" fmla="*/ 156743 h 156743"/>
                  <a:gd name="connsiteX1" fmla="*/ 0 w 136762"/>
                  <a:gd name="connsiteY1" fmla="*/ 77766 h 156743"/>
                  <a:gd name="connsiteX2" fmla="*/ 68381 w 136762"/>
                  <a:gd name="connsiteY2" fmla="*/ 0 h 156743"/>
                  <a:gd name="connsiteX3" fmla="*/ 136763 w 136762"/>
                  <a:gd name="connsiteY3" fmla="*/ 77766 h 156743"/>
                  <a:gd name="connsiteX4" fmla="*/ 68381 w 136762"/>
                  <a:gd name="connsiteY4" fmla="*/ 156743 h 156743"/>
                  <a:gd name="connsiteX5" fmla="*/ 68381 w 136762"/>
                  <a:gd name="connsiteY5" fmla="*/ 15367 h 156743"/>
                  <a:gd name="connsiteX6" fmla="*/ 19687 w 136762"/>
                  <a:gd name="connsiteY6" fmla="*/ 77766 h 156743"/>
                  <a:gd name="connsiteX7" fmla="*/ 68381 w 136762"/>
                  <a:gd name="connsiteY7" fmla="*/ 141376 h 156743"/>
                  <a:gd name="connsiteX8" fmla="*/ 117076 w 136762"/>
                  <a:gd name="connsiteY8" fmla="*/ 77766 h 156743"/>
                  <a:gd name="connsiteX9" fmla="*/ 68381 w 136762"/>
                  <a:gd name="connsiteY9" fmla="*/ 15367 h 156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6762" h="156743">
                    <a:moveTo>
                      <a:pt x="68381" y="156743"/>
                    </a:moveTo>
                    <a:cubicBezTo>
                      <a:pt x="21494" y="156743"/>
                      <a:pt x="0" y="120701"/>
                      <a:pt x="0" y="77766"/>
                    </a:cubicBezTo>
                    <a:cubicBezTo>
                      <a:pt x="0" y="34832"/>
                      <a:pt x="22635" y="0"/>
                      <a:pt x="68381" y="0"/>
                    </a:cubicBezTo>
                    <a:cubicBezTo>
                      <a:pt x="114128" y="0"/>
                      <a:pt x="136763" y="36043"/>
                      <a:pt x="136763" y="77766"/>
                    </a:cubicBezTo>
                    <a:cubicBezTo>
                      <a:pt x="136763" y="119490"/>
                      <a:pt x="116220" y="156743"/>
                      <a:pt x="68381" y="156743"/>
                    </a:cubicBezTo>
                    <a:close/>
                    <a:moveTo>
                      <a:pt x="68381" y="15367"/>
                    </a:moveTo>
                    <a:cubicBezTo>
                      <a:pt x="36806" y="15367"/>
                      <a:pt x="19687" y="41817"/>
                      <a:pt x="19687" y="77766"/>
                    </a:cubicBezTo>
                    <a:cubicBezTo>
                      <a:pt x="19687" y="113716"/>
                      <a:pt x="35665" y="141376"/>
                      <a:pt x="68381" y="141376"/>
                    </a:cubicBezTo>
                    <a:cubicBezTo>
                      <a:pt x="101098" y="141376"/>
                      <a:pt x="117076" y="114088"/>
                      <a:pt x="117076" y="77766"/>
                    </a:cubicBezTo>
                    <a:cubicBezTo>
                      <a:pt x="117076" y="41444"/>
                      <a:pt x="100813" y="15367"/>
                      <a:pt x="68381" y="15367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894F3749-C1BB-6948-D676-E17514841952}"/>
                  </a:ext>
                </a:extLst>
              </p:cNvPr>
              <p:cNvSpPr/>
              <p:nvPr/>
            </p:nvSpPr>
            <p:spPr>
              <a:xfrm>
                <a:off x="4912686" y="3355331"/>
                <a:ext cx="210089" cy="150037"/>
              </a:xfrm>
              <a:custGeom>
                <a:avLst/>
                <a:gdLst>
                  <a:gd name="connsiteX0" fmla="*/ 165390 w 210089"/>
                  <a:gd name="connsiteY0" fmla="*/ 150038 h 150037"/>
                  <a:gd name="connsiteX1" fmla="*/ 141518 w 210089"/>
                  <a:gd name="connsiteY1" fmla="*/ 150038 h 150037"/>
                  <a:gd name="connsiteX2" fmla="*/ 115174 w 210089"/>
                  <a:gd name="connsiteY2" fmla="*/ 60909 h 150037"/>
                  <a:gd name="connsiteX3" fmla="*/ 105092 w 210089"/>
                  <a:gd name="connsiteY3" fmla="*/ 23376 h 150037"/>
                  <a:gd name="connsiteX4" fmla="*/ 95011 w 210089"/>
                  <a:gd name="connsiteY4" fmla="*/ 60909 h 150037"/>
                  <a:gd name="connsiteX5" fmla="*/ 67716 w 210089"/>
                  <a:gd name="connsiteY5" fmla="*/ 150038 h 150037"/>
                  <a:gd name="connsiteX6" fmla="*/ 44129 w 210089"/>
                  <a:gd name="connsiteY6" fmla="*/ 150038 h 150037"/>
                  <a:gd name="connsiteX7" fmla="*/ 0 w 210089"/>
                  <a:gd name="connsiteY7" fmla="*/ 0 h 150037"/>
                  <a:gd name="connsiteX8" fmla="*/ 19877 w 210089"/>
                  <a:gd name="connsiteY8" fmla="*/ 0 h 150037"/>
                  <a:gd name="connsiteX9" fmla="*/ 48029 w 210089"/>
                  <a:gd name="connsiteY9" fmla="*/ 95741 h 150037"/>
                  <a:gd name="connsiteX10" fmla="*/ 56588 w 210089"/>
                  <a:gd name="connsiteY10" fmla="*/ 129921 h 150037"/>
                  <a:gd name="connsiteX11" fmla="*/ 65814 w 210089"/>
                  <a:gd name="connsiteY11" fmla="*/ 95741 h 150037"/>
                  <a:gd name="connsiteX12" fmla="*/ 94631 w 210089"/>
                  <a:gd name="connsiteY12" fmla="*/ 0 h 150037"/>
                  <a:gd name="connsiteX13" fmla="*/ 116410 w 210089"/>
                  <a:gd name="connsiteY13" fmla="*/ 0 h 150037"/>
                  <a:gd name="connsiteX14" fmla="*/ 145227 w 210089"/>
                  <a:gd name="connsiteY14" fmla="*/ 95741 h 150037"/>
                  <a:gd name="connsiteX15" fmla="*/ 154072 w 210089"/>
                  <a:gd name="connsiteY15" fmla="*/ 129921 h 150037"/>
                  <a:gd name="connsiteX16" fmla="*/ 162917 w 210089"/>
                  <a:gd name="connsiteY16" fmla="*/ 95741 h 150037"/>
                  <a:gd name="connsiteX17" fmla="*/ 191734 w 210089"/>
                  <a:gd name="connsiteY17" fmla="*/ 0 h 150037"/>
                  <a:gd name="connsiteX18" fmla="*/ 210090 w 210089"/>
                  <a:gd name="connsiteY18" fmla="*/ 0 h 150037"/>
                  <a:gd name="connsiteX19" fmla="*/ 165295 w 210089"/>
                  <a:gd name="connsiteY19" fmla="*/ 150038 h 150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10089" h="150037">
                    <a:moveTo>
                      <a:pt x="165390" y="150038"/>
                    </a:moveTo>
                    <a:lnTo>
                      <a:pt x="141518" y="150038"/>
                    </a:lnTo>
                    <a:lnTo>
                      <a:pt x="115174" y="60909"/>
                    </a:lnTo>
                    <a:cubicBezTo>
                      <a:pt x="111179" y="47125"/>
                      <a:pt x="105092" y="23376"/>
                      <a:pt x="105092" y="23376"/>
                    </a:cubicBezTo>
                    <a:cubicBezTo>
                      <a:pt x="105092" y="23376"/>
                      <a:pt x="99291" y="46474"/>
                      <a:pt x="95011" y="60909"/>
                    </a:cubicBezTo>
                    <a:lnTo>
                      <a:pt x="67716" y="150038"/>
                    </a:lnTo>
                    <a:lnTo>
                      <a:pt x="44129" y="150038"/>
                    </a:lnTo>
                    <a:lnTo>
                      <a:pt x="0" y="0"/>
                    </a:lnTo>
                    <a:lnTo>
                      <a:pt x="19877" y="0"/>
                    </a:lnTo>
                    <a:lnTo>
                      <a:pt x="48029" y="95741"/>
                    </a:lnTo>
                    <a:cubicBezTo>
                      <a:pt x="51738" y="108314"/>
                      <a:pt x="56588" y="129921"/>
                      <a:pt x="56588" y="129921"/>
                    </a:cubicBezTo>
                    <a:cubicBezTo>
                      <a:pt x="56588" y="129921"/>
                      <a:pt x="62104" y="108314"/>
                      <a:pt x="65814" y="95741"/>
                    </a:cubicBezTo>
                    <a:lnTo>
                      <a:pt x="94631" y="0"/>
                    </a:lnTo>
                    <a:lnTo>
                      <a:pt x="116410" y="0"/>
                    </a:lnTo>
                    <a:lnTo>
                      <a:pt x="145227" y="95741"/>
                    </a:lnTo>
                    <a:cubicBezTo>
                      <a:pt x="149222" y="109245"/>
                      <a:pt x="154072" y="129921"/>
                      <a:pt x="154072" y="129921"/>
                    </a:cubicBezTo>
                    <a:cubicBezTo>
                      <a:pt x="154072" y="129921"/>
                      <a:pt x="159018" y="108873"/>
                      <a:pt x="162917" y="95741"/>
                    </a:cubicBezTo>
                    <a:lnTo>
                      <a:pt x="191734" y="0"/>
                    </a:lnTo>
                    <a:lnTo>
                      <a:pt x="210090" y="0"/>
                    </a:lnTo>
                    <a:lnTo>
                      <a:pt x="165295" y="150038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0FA4A71C-EFA0-59A2-683E-9DF47412A19F}"/>
                  </a:ext>
                </a:extLst>
              </p:cNvPr>
              <p:cNvSpPr/>
              <p:nvPr/>
            </p:nvSpPr>
            <p:spPr>
              <a:xfrm>
                <a:off x="5146838" y="3352071"/>
                <a:ext cx="128108" cy="156650"/>
              </a:xfrm>
              <a:custGeom>
                <a:avLst/>
                <a:gdLst>
                  <a:gd name="connsiteX0" fmla="*/ 19877 w 128108"/>
                  <a:gd name="connsiteY0" fmla="*/ 84006 h 156650"/>
                  <a:gd name="connsiteX1" fmla="*/ 70759 w 128108"/>
                  <a:gd name="connsiteY1" fmla="*/ 141004 h 156650"/>
                  <a:gd name="connsiteX2" fmla="*/ 113937 w 128108"/>
                  <a:gd name="connsiteY2" fmla="*/ 125730 h 156650"/>
                  <a:gd name="connsiteX3" fmla="*/ 123163 w 128108"/>
                  <a:gd name="connsiteY3" fmla="*/ 138303 h 156650"/>
                  <a:gd name="connsiteX4" fmla="*/ 70759 w 128108"/>
                  <a:gd name="connsiteY4" fmla="*/ 156650 h 156650"/>
                  <a:gd name="connsiteX5" fmla="*/ 0 w 128108"/>
                  <a:gd name="connsiteY5" fmla="*/ 79815 h 156650"/>
                  <a:gd name="connsiteX6" fmla="*/ 65623 w 128108"/>
                  <a:gd name="connsiteY6" fmla="*/ 0 h 156650"/>
                  <a:gd name="connsiteX7" fmla="*/ 128108 w 128108"/>
                  <a:gd name="connsiteY7" fmla="*/ 84006 h 156650"/>
                  <a:gd name="connsiteX8" fmla="*/ 19877 w 128108"/>
                  <a:gd name="connsiteY8" fmla="*/ 84006 h 156650"/>
                  <a:gd name="connsiteX9" fmla="*/ 65528 w 128108"/>
                  <a:gd name="connsiteY9" fmla="*/ 14994 h 156650"/>
                  <a:gd name="connsiteX10" fmla="*/ 19877 w 128108"/>
                  <a:gd name="connsiteY10" fmla="*/ 69012 h 156650"/>
                  <a:gd name="connsiteX11" fmla="*/ 108802 w 128108"/>
                  <a:gd name="connsiteY11" fmla="*/ 69012 h 156650"/>
                  <a:gd name="connsiteX12" fmla="*/ 65623 w 128108"/>
                  <a:gd name="connsiteY12" fmla="*/ 14994 h 156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8108" h="156650">
                    <a:moveTo>
                      <a:pt x="19877" y="84006"/>
                    </a:moveTo>
                    <a:cubicBezTo>
                      <a:pt x="21399" y="122377"/>
                      <a:pt x="44700" y="141004"/>
                      <a:pt x="70759" y="141004"/>
                    </a:cubicBezTo>
                    <a:cubicBezTo>
                      <a:pt x="88829" y="141004"/>
                      <a:pt x="103285" y="133833"/>
                      <a:pt x="113937" y="125730"/>
                    </a:cubicBezTo>
                    <a:lnTo>
                      <a:pt x="123163" y="138303"/>
                    </a:lnTo>
                    <a:cubicBezTo>
                      <a:pt x="109087" y="149106"/>
                      <a:pt x="92824" y="156650"/>
                      <a:pt x="70759" y="156650"/>
                    </a:cubicBezTo>
                    <a:cubicBezTo>
                      <a:pt x="30910" y="156650"/>
                      <a:pt x="0" y="129642"/>
                      <a:pt x="0" y="79815"/>
                    </a:cubicBezTo>
                    <a:cubicBezTo>
                      <a:pt x="0" y="26077"/>
                      <a:pt x="31575" y="0"/>
                      <a:pt x="65623" y="0"/>
                    </a:cubicBezTo>
                    <a:cubicBezTo>
                      <a:pt x="113747" y="0"/>
                      <a:pt x="128108" y="36881"/>
                      <a:pt x="128108" y="84006"/>
                    </a:cubicBezTo>
                    <a:lnTo>
                      <a:pt x="19877" y="84006"/>
                    </a:lnTo>
                    <a:close/>
                    <a:moveTo>
                      <a:pt x="65528" y="14994"/>
                    </a:moveTo>
                    <a:cubicBezTo>
                      <a:pt x="40991" y="14994"/>
                      <a:pt x="22350" y="32969"/>
                      <a:pt x="19877" y="69012"/>
                    </a:cubicBezTo>
                    <a:lnTo>
                      <a:pt x="108802" y="69012"/>
                    </a:lnTo>
                    <a:cubicBezTo>
                      <a:pt x="108231" y="32690"/>
                      <a:pt x="92824" y="14994"/>
                      <a:pt x="65623" y="14994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5D712EF2-4F43-ECAF-50FE-FECF1709CD8B}"/>
                  </a:ext>
                </a:extLst>
              </p:cNvPr>
              <p:cNvSpPr/>
              <p:nvPr/>
            </p:nvSpPr>
            <p:spPr>
              <a:xfrm>
                <a:off x="5314796" y="3351978"/>
                <a:ext cx="81506" cy="153390"/>
              </a:xfrm>
              <a:custGeom>
                <a:avLst/>
                <a:gdLst>
                  <a:gd name="connsiteX0" fmla="*/ 76370 w 81506"/>
                  <a:gd name="connsiteY0" fmla="*/ 21700 h 153390"/>
                  <a:gd name="connsiteX1" fmla="*/ 59822 w 81506"/>
                  <a:gd name="connsiteY1" fmla="*/ 17509 h 153390"/>
                  <a:gd name="connsiteX2" fmla="*/ 19687 w 81506"/>
                  <a:gd name="connsiteY2" fmla="*/ 46287 h 153390"/>
                  <a:gd name="connsiteX3" fmla="*/ 19687 w 81506"/>
                  <a:gd name="connsiteY3" fmla="*/ 153391 h 153390"/>
                  <a:gd name="connsiteX4" fmla="*/ 951 w 81506"/>
                  <a:gd name="connsiteY4" fmla="*/ 153391 h 153390"/>
                  <a:gd name="connsiteX5" fmla="*/ 951 w 81506"/>
                  <a:gd name="connsiteY5" fmla="*/ 30641 h 153390"/>
                  <a:gd name="connsiteX6" fmla="*/ 0 w 81506"/>
                  <a:gd name="connsiteY6" fmla="*/ 3353 h 153390"/>
                  <a:gd name="connsiteX7" fmla="*/ 15027 w 81506"/>
                  <a:gd name="connsiteY7" fmla="*/ 3353 h 153390"/>
                  <a:gd name="connsiteX8" fmla="*/ 16834 w 81506"/>
                  <a:gd name="connsiteY8" fmla="*/ 28219 h 153390"/>
                  <a:gd name="connsiteX9" fmla="*/ 63721 w 81506"/>
                  <a:gd name="connsiteY9" fmla="*/ 0 h 153390"/>
                  <a:gd name="connsiteX10" fmla="*/ 81506 w 81506"/>
                  <a:gd name="connsiteY10" fmla="*/ 2701 h 153390"/>
                  <a:gd name="connsiteX11" fmla="*/ 76275 w 81506"/>
                  <a:gd name="connsiteY11" fmla="*/ 21607 h 153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1506" h="153390">
                    <a:moveTo>
                      <a:pt x="76370" y="21700"/>
                    </a:moveTo>
                    <a:cubicBezTo>
                      <a:pt x="71425" y="18999"/>
                      <a:pt x="66289" y="17509"/>
                      <a:pt x="59822" y="17509"/>
                    </a:cubicBezTo>
                    <a:cubicBezTo>
                      <a:pt x="41086" y="17509"/>
                      <a:pt x="29768" y="28871"/>
                      <a:pt x="19687" y="46287"/>
                    </a:cubicBezTo>
                    <a:lnTo>
                      <a:pt x="19687" y="153391"/>
                    </a:lnTo>
                    <a:lnTo>
                      <a:pt x="951" y="153391"/>
                    </a:lnTo>
                    <a:lnTo>
                      <a:pt x="951" y="30641"/>
                    </a:lnTo>
                    <a:cubicBezTo>
                      <a:pt x="951" y="25519"/>
                      <a:pt x="380" y="8475"/>
                      <a:pt x="0" y="3353"/>
                    </a:cubicBezTo>
                    <a:lnTo>
                      <a:pt x="15027" y="3353"/>
                    </a:lnTo>
                    <a:lnTo>
                      <a:pt x="16834" y="28219"/>
                    </a:lnTo>
                    <a:cubicBezTo>
                      <a:pt x="26059" y="11083"/>
                      <a:pt x="41371" y="0"/>
                      <a:pt x="63721" y="0"/>
                    </a:cubicBezTo>
                    <a:cubicBezTo>
                      <a:pt x="70189" y="0"/>
                      <a:pt x="76275" y="931"/>
                      <a:pt x="81506" y="2701"/>
                    </a:cubicBezTo>
                    <a:lnTo>
                      <a:pt x="76275" y="21607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EC858D48-6B23-7CB6-EC60-3434A32F9002}"/>
                  </a:ext>
                </a:extLst>
              </p:cNvPr>
              <p:cNvSpPr/>
              <p:nvPr/>
            </p:nvSpPr>
            <p:spPr>
              <a:xfrm>
                <a:off x="5510715" y="3289300"/>
                <a:ext cx="123923" cy="219422"/>
              </a:xfrm>
              <a:custGeom>
                <a:avLst/>
                <a:gdLst>
                  <a:gd name="connsiteX0" fmla="*/ 63436 w 123923"/>
                  <a:gd name="connsiteY0" fmla="*/ 219422 h 219422"/>
                  <a:gd name="connsiteX1" fmla="*/ 17119 w 123923"/>
                  <a:gd name="connsiteY1" fmla="*/ 199026 h 219422"/>
                  <a:gd name="connsiteX2" fmla="*/ 15597 w 123923"/>
                  <a:gd name="connsiteY2" fmla="*/ 216162 h 219422"/>
                  <a:gd name="connsiteX3" fmla="*/ 0 w 123923"/>
                  <a:gd name="connsiteY3" fmla="*/ 216162 h 219422"/>
                  <a:gd name="connsiteX4" fmla="*/ 951 w 123923"/>
                  <a:gd name="connsiteY4" fmla="*/ 187943 h 219422"/>
                  <a:gd name="connsiteX5" fmla="*/ 951 w 123923"/>
                  <a:gd name="connsiteY5" fmla="*/ 0 h 219422"/>
                  <a:gd name="connsiteX6" fmla="*/ 19687 w 123923"/>
                  <a:gd name="connsiteY6" fmla="*/ 0 h 219422"/>
                  <a:gd name="connsiteX7" fmla="*/ 19687 w 123923"/>
                  <a:gd name="connsiteY7" fmla="*/ 86707 h 219422"/>
                  <a:gd name="connsiteX8" fmla="*/ 65053 w 123923"/>
                  <a:gd name="connsiteY8" fmla="*/ 62679 h 219422"/>
                  <a:gd name="connsiteX9" fmla="*/ 123924 w 123923"/>
                  <a:gd name="connsiteY9" fmla="*/ 140445 h 219422"/>
                  <a:gd name="connsiteX10" fmla="*/ 63531 w 123923"/>
                  <a:gd name="connsiteY10" fmla="*/ 219422 h 219422"/>
                  <a:gd name="connsiteX11" fmla="*/ 60963 w 123923"/>
                  <a:gd name="connsiteY11" fmla="*/ 78046 h 219422"/>
                  <a:gd name="connsiteX12" fmla="*/ 19592 w 123923"/>
                  <a:gd name="connsiteY12" fmla="*/ 105334 h 219422"/>
                  <a:gd name="connsiteX13" fmla="*/ 19592 w 123923"/>
                  <a:gd name="connsiteY13" fmla="*/ 186080 h 219422"/>
                  <a:gd name="connsiteX14" fmla="*/ 58776 w 123923"/>
                  <a:gd name="connsiteY14" fmla="*/ 204055 h 219422"/>
                  <a:gd name="connsiteX15" fmla="*/ 104141 w 123923"/>
                  <a:gd name="connsiteY15" fmla="*/ 141004 h 219422"/>
                  <a:gd name="connsiteX16" fmla="*/ 60963 w 123923"/>
                  <a:gd name="connsiteY16" fmla="*/ 77953 h 219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3923" h="219422">
                    <a:moveTo>
                      <a:pt x="63436" y="219422"/>
                    </a:moveTo>
                    <a:cubicBezTo>
                      <a:pt x="41086" y="219422"/>
                      <a:pt x="27010" y="211040"/>
                      <a:pt x="17119" y="199026"/>
                    </a:cubicBezTo>
                    <a:lnTo>
                      <a:pt x="15597" y="216162"/>
                    </a:lnTo>
                    <a:lnTo>
                      <a:pt x="0" y="216162"/>
                    </a:lnTo>
                    <a:cubicBezTo>
                      <a:pt x="285" y="209550"/>
                      <a:pt x="951" y="195114"/>
                      <a:pt x="951" y="187943"/>
                    </a:cubicBezTo>
                    <a:lnTo>
                      <a:pt x="951" y="0"/>
                    </a:lnTo>
                    <a:lnTo>
                      <a:pt x="19687" y="0"/>
                    </a:lnTo>
                    <a:lnTo>
                      <a:pt x="19687" y="86707"/>
                    </a:lnTo>
                    <a:cubicBezTo>
                      <a:pt x="27961" y="75904"/>
                      <a:pt x="40801" y="62679"/>
                      <a:pt x="65053" y="62679"/>
                    </a:cubicBezTo>
                    <a:cubicBezTo>
                      <a:pt x="100908" y="62679"/>
                      <a:pt x="123924" y="92668"/>
                      <a:pt x="123924" y="140445"/>
                    </a:cubicBezTo>
                    <a:cubicBezTo>
                      <a:pt x="123924" y="184311"/>
                      <a:pt x="103381" y="219422"/>
                      <a:pt x="63531" y="219422"/>
                    </a:cubicBezTo>
                    <a:close/>
                    <a:moveTo>
                      <a:pt x="60963" y="78046"/>
                    </a:moveTo>
                    <a:cubicBezTo>
                      <a:pt x="39849" y="78046"/>
                      <a:pt x="26059" y="95462"/>
                      <a:pt x="19592" y="105334"/>
                    </a:cubicBezTo>
                    <a:lnTo>
                      <a:pt x="19592" y="186080"/>
                    </a:lnTo>
                    <a:cubicBezTo>
                      <a:pt x="29673" y="196325"/>
                      <a:pt x="39849" y="204055"/>
                      <a:pt x="58776" y="204055"/>
                    </a:cubicBezTo>
                    <a:cubicBezTo>
                      <a:pt x="85405" y="204055"/>
                      <a:pt x="104141" y="180679"/>
                      <a:pt x="104141" y="141004"/>
                    </a:cubicBezTo>
                    <a:cubicBezTo>
                      <a:pt x="104141" y="93878"/>
                      <a:pt x="82647" y="77953"/>
                      <a:pt x="60963" y="77953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31A0CA4A-36F4-0446-9967-E088D6761CCE}"/>
                  </a:ext>
                </a:extLst>
              </p:cNvPr>
              <p:cNvSpPr/>
              <p:nvPr/>
            </p:nvSpPr>
            <p:spPr>
              <a:xfrm>
                <a:off x="5668021" y="3352071"/>
                <a:ext cx="128108" cy="156650"/>
              </a:xfrm>
              <a:custGeom>
                <a:avLst/>
                <a:gdLst>
                  <a:gd name="connsiteX0" fmla="*/ 19877 w 128108"/>
                  <a:gd name="connsiteY0" fmla="*/ 84006 h 156650"/>
                  <a:gd name="connsiteX1" fmla="*/ 70759 w 128108"/>
                  <a:gd name="connsiteY1" fmla="*/ 141004 h 156650"/>
                  <a:gd name="connsiteX2" fmla="*/ 113937 w 128108"/>
                  <a:gd name="connsiteY2" fmla="*/ 125730 h 156650"/>
                  <a:gd name="connsiteX3" fmla="*/ 123163 w 128108"/>
                  <a:gd name="connsiteY3" fmla="*/ 138303 h 156650"/>
                  <a:gd name="connsiteX4" fmla="*/ 70759 w 128108"/>
                  <a:gd name="connsiteY4" fmla="*/ 156650 h 156650"/>
                  <a:gd name="connsiteX5" fmla="*/ 0 w 128108"/>
                  <a:gd name="connsiteY5" fmla="*/ 79815 h 156650"/>
                  <a:gd name="connsiteX6" fmla="*/ 65623 w 128108"/>
                  <a:gd name="connsiteY6" fmla="*/ 0 h 156650"/>
                  <a:gd name="connsiteX7" fmla="*/ 128108 w 128108"/>
                  <a:gd name="connsiteY7" fmla="*/ 84006 h 156650"/>
                  <a:gd name="connsiteX8" fmla="*/ 19877 w 128108"/>
                  <a:gd name="connsiteY8" fmla="*/ 84006 h 156650"/>
                  <a:gd name="connsiteX9" fmla="*/ 65528 w 128108"/>
                  <a:gd name="connsiteY9" fmla="*/ 14994 h 156650"/>
                  <a:gd name="connsiteX10" fmla="*/ 19877 w 128108"/>
                  <a:gd name="connsiteY10" fmla="*/ 69012 h 156650"/>
                  <a:gd name="connsiteX11" fmla="*/ 108802 w 128108"/>
                  <a:gd name="connsiteY11" fmla="*/ 69012 h 156650"/>
                  <a:gd name="connsiteX12" fmla="*/ 65623 w 128108"/>
                  <a:gd name="connsiteY12" fmla="*/ 14994 h 156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8108" h="156650">
                    <a:moveTo>
                      <a:pt x="19877" y="84006"/>
                    </a:moveTo>
                    <a:cubicBezTo>
                      <a:pt x="21399" y="122377"/>
                      <a:pt x="44700" y="141004"/>
                      <a:pt x="70759" y="141004"/>
                    </a:cubicBezTo>
                    <a:cubicBezTo>
                      <a:pt x="88829" y="141004"/>
                      <a:pt x="103285" y="133833"/>
                      <a:pt x="113937" y="125730"/>
                    </a:cubicBezTo>
                    <a:lnTo>
                      <a:pt x="123163" y="138303"/>
                    </a:lnTo>
                    <a:cubicBezTo>
                      <a:pt x="109087" y="149106"/>
                      <a:pt x="92824" y="156650"/>
                      <a:pt x="70759" y="156650"/>
                    </a:cubicBezTo>
                    <a:cubicBezTo>
                      <a:pt x="30910" y="156650"/>
                      <a:pt x="0" y="129642"/>
                      <a:pt x="0" y="79815"/>
                    </a:cubicBezTo>
                    <a:cubicBezTo>
                      <a:pt x="0" y="26077"/>
                      <a:pt x="31575" y="0"/>
                      <a:pt x="65623" y="0"/>
                    </a:cubicBezTo>
                    <a:cubicBezTo>
                      <a:pt x="113747" y="0"/>
                      <a:pt x="128108" y="36881"/>
                      <a:pt x="128108" y="84006"/>
                    </a:cubicBezTo>
                    <a:lnTo>
                      <a:pt x="19877" y="84006"/>
                    </a:lnTo>
                    <a:close/>
                    <a:moveTo>
                      <a:pt x="65528" y="14994"/>
                    </a:moveTo>
                    <a:cubicBezTo>
                      <a:pt x="40991" y="14994"/>
                      <a:pt x="22350" y="32969"/>
                      <a:pt x="19877" y="69012"/>
                    </a:cubicBezTo>
                    <a:lnTo>
                      <a:pt x="108802" y="69012"/>
                    </a:lnTo>
                    <a:cubicBezTo>
                      <a:pt x="108231" y="32690"/>
                      <a:pt x="92824" y="14994"/>
                      <a:pt x="65623" y="14994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B99F9CA7-93C4-67E1-DC09-710B1B5D2D79}"/>
                  </a:ext>
                </a:extLst>
              </p:cNvPr>
              <p:cNvSpPr/>
              <p:nvPr/>
            </p:nvSpPr>
            <p:spPr>
              <a:xfrm>
                <a:off x="5836835" y="3289300"/>
                <a:ext cx="113461" cy="216162"/>
              </a:xfrm>
              <a:custGeom>
                <a:avLst/>
                <a:gdLst>
                  <a:gd name="connsiteX0" fmla="*/ 94726 w 113461"/>
                  <a:gd name="connsiteY0" fmla="*/ 216069 h 216162"/>
                  <a:gd name="connsiteX1" fmla="*/ 94726 w 113461"/>
                  <a:gd name="connsiteY1" fmla="*/ 120701 h 216162"/>
                  <a:gd name="connsiteX2" fmla="*/ 58586 w 113461"/>
                  <a:gd name="connsiteY2" fmla="*/ 78418 h 216162"/>
                  <a:gd name="connsiteX3" fmla="*/ 18736 w 113461"/>
                  <a:gd name="connsiteY3" fmla="*/ 102726 h 216162"/>
                  <a:gd name="connsiteX4" fmla="*/ 18736 w 113461"/>
                  <a:gd name="connsiteY4" fmla="*/ 216162 h 216162"/>
                  <a:gd name="connsiteX5" fmla="*/ 0 w 113461"/>
                  <a:gd name="connsiteY5" fmla="*/ 216162 h 216162"/>
                  <a:gd name="connsiteX6" fmla="*/ 0 w 113461"/>
                  <a:gd name="connsiteY6" fmla="*/ 0 h 216162"/>
                  <a:gd name="connsiteX7" fmla="*/ 18736 w 113461"/>
                  <a:gd name="connsiteY7" fmla="*/ 0 h 216162"/>
                  <a:gd name="connsiteX8" fmla="*/ 18736 w 113461"/>
                  <a:gd name="connsiteY8" fmla="*/ 84658 h 216162"/>
                  <a:gd name="connsiteX9" fmla="*/ 62580 w 113461"/>
                  <a:gd name="connsiteY9" fmla="*/ 62772 h 216162"/>
                  <a:gd name="connsiteX10" fmla="*/ 113462 w 113461"/>
                  <a:gd name="connsiteY10" fmla="*/ 122191 h 216162"/>
                  <a:gd name="connsiteX11" fmla="*/ 113462 w 113461"/>
                  <a:gd name="connsiteY11" fmla="*/ 216162 h 216162"/>
                  <a:gd name="connsiteX12" fmla="*/ 94726 w 113461"/>
                  <a:gd name="connsiteY12" fmla="*/ 216162 h 216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3461" h="216162">
                    <a:moveTo>
                      <a:pt x="94726" y="216069"/>
                    </a:moveTo>
                    <a:lnTo>
                      <a:pt x="94726" y="120701"/>
                    </a:lnTo>
                    <a:cubicBezTo>
                      <a:pt x="94726" y="93133"/>
                      <a:pt x="83694" y="78418"/>
                      <a:pt x="58586" y="78418"/>
                    </a:cubicBezTo>
                    <a:cubicBezTo>
                      <a:pt x="39850" y="78418"/>
                      <a:pt x="26725" y="90991"/>
                      <a:pt x="18736" y="102726"/>
                    </a:cubicBezTo>
                    <a:lnTo>
                      <a:pt x="18736" y="216162"/>
                    </a:lnTo>
                    <a:lnTo>
                      <a:pt x="0" y="216162"/>
                    </a:lnTo>
                    <a:lnTo>
                      <a:pt x="0" y="0"/>
                    </a:lnTo>
                    <a:lnTo>
                      <a:pt x="18736" y="0"/>
                    </a:lnTo>
                    <a:lnTo>
                      <a:pt x="18736" y="84658"/>
                    </a:lnTo>
                    <a:cubicBezTo>
                      <a:pt x="28532" y="71713"/>
                      <a:pt x="43844" y="62772"/>
                      <a:pt x="62580" y="62772"/>
                    </a:cubicBezTo>
                    <a:cubicBezTo>
                      <a:pt x="101193" y="62772"/>
                      <a:pt x="113462" y="86800"/>
                      <a:pt x="113462" y="122191"/>
                    </a:cubicBezTo>
                    <a:lnTo>
                      <a:pt x="113462" y="216162"/>
                    </a:lnTo>
                    <a:lnTo>
                      <a:pt x="94726" y="21616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B8CE2325-FB68-AA20-D15B-02F893BB6516}"/>
                  </a:ext>
                </a:extLst>
              </p:cNvPr>
              <p:cNvSpPr/>
              <p:nvPr/>
            </p:nvSpPr>
            <p:spPr>
              <a:xfrm>
                <a:off x="5999371" y="3289300"/>
                <a:ext cx="21779" cy="216069"/>
              </a:xfrm>
              <a:custGeom>
                <a:avLst/>
                <a:gdLst>
                  <a:gd name="connsiteX0" fmla="*/ 0 w 21779"/>
                  <a:gd name="connsiteY0" fmla="*/ 23097 h 216069"/>
                  <a:gd name="connsiteX1" fmla="*/ 0 w 21779"/>
                  <a:gd name="connsiteY1" fmla="*/ 0 h 216069"/>
                  <a:gd name="connsiteX2" fmla="*/ 21779 w 21779"/>
                  <a:gd name="connsiteY2" fmla="*/ 0 h 216069"/>
                  <a:gd name="connsiteX3" fmla="*/ 21779 w 21779"/>
                  <a:gd name="connsiteY3" fmla="*/ 23097 h 216069"/>
                  <a:gd name="connsiteX4" fmla="*/ 0 w 21779"/>
                  <a:gd name="connsiteY4" fmla="*/ 23097 h 216069"/>
                  <a:gd name="connsiteX5" fmla="*/ 1522 w 21779"/>
                  <a:gd name="connsiteY5" fmla="*/ 216069 h 216069"/>
                  <a:gd name="connsiteX6" fmla="*/ 1522 w 21779"/>
                  <a:gd name="connsiteY6" fmla="*/ 66032 h 216069"/>
                  <a:gd name="connsiteX7" fmla="*/ 20258 w 21779"/>
                  <a:gd name="connsiteY7" fmla="*/ 66032 h 216069"/>
                  <a:gd name="connsiteX8" fmla="*/ 20258 w 21779"/>
                  <a:gd name="connsiteY8" fmla="*/ 216069 h 216069"/>
                  <a:gd name="connsiteX9" fmla="*/ 1522 w 21779"/>
                  <a:gd name="connsiteY9" fmla="*/ 216069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779" h="216069">
                    <a:moveTo>
                      <a:pt x="0" y="23097"/>
                    </a:moveTo>
                    <a:lnTo>
                      <a:pt x="0" y="0"/>
                    </a:lnTo>
                    <a:lnTo>
                      <a:pt x="21779" y="0"/>
                    </a:lnTo>
                    <a:lnTo>
                      <a:pt x="21779" y="23097"/>
                    </a:lnTo>
                    <a:lnTo>
                      <a:pt x="0" y="23097"/>
                    </a:lnTo>
                    <a:close/>
                    <a:moveTo>
                      <a:pt x="1522" y="216069"/>
                    </a:moveTo>
                    <a:lnTo>
                      <a:pt x="1522" y="66032"/>
                    </a:lnTo>
                    <a:lnTo>
                      <a:pt x="20258" y="66032"/>
                    </a:lnTo>
                    <a:lnTo>
                      <a:pt x="20258" y="216069"/>
                    </a:lnTo>
                    <a:lnTo>
                      <a:pt x="1522" y="21606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6DBA024F-DD99-7699-AEA2-0395CEF93936}"/>
                  </a:ext>
                </a:extLst>
              </p:cNvPr>
              <p:cNvSpPr/>
              <p:nvPr/>
            </p:nvSpPr>
            <p:spPr>
              <a:xfrm>
                <a:off x="6069179" y="3351978"/>
                <a:ext cx="114222" cy="153390"/>
              </a:xfrm>
              <a:custGeom>
                <a:avLst/>
                <a:gdLst>
                  <a:gd name="connsiteX0" fmla="*/ 95677 w 114222"/>
                  <a:gd name="connsiteY0" fmla="*/ 153391 h 153390"/>
                  <a:gd name="connsiteX1" fmla="*/ 95677 w 114222"/>
                  <a:gd name="connsiteY1" fmla="*/ 58301 h 153390"/>
                  <a:gd name="connsiteX2" fmla="*/ 59537 w 114222"/>
                  <a:gd name="connsiteY2" fmla="*/ 15646 h 153390"/>
                  <a:gd name="connsiteX3" fmla="*/ 19687 w 114222"/>
                  <a:gd name="connsiteY3" fmla="*/ 39954 h 153390"/>
                  <a:gd name="connsiteX4" fmla="*/ 19687 w 114222"/>
                  <a:gd name="connsiteY4" fmla="*/ 153391 h 153390"/>
                  <a:gd name="connsiteX5" fmla="*/ 951 w 114222"/>
                  <a:gd name="connsiteY5" fmla="*/ 153391 h 153390"/>
                  <a:gd name="connsiteX6" fmla="*/ 951 w 114222"/>
                  <a:gd name="connsiteY6" fmla="*/ 30920 h 153390"/>
                  <a:gd name="connsiteX7" fmla="*/ 0 w 114222"/>
                  <a:gd name="connsiteY7" fmla="*/ 3353 h 153390"/>
                  <a:gd name="connsiteX8" fmla="*/ 15598 w 114222"/>
                  <a:gd name="connsiteY8" fmla="*/ 3353 h 153390"/>
                  <a:gd name="connsiteX9" fmla="*/ 17119 w 114222"/>
                  <a:gd name="connsiteY9" fmla="*/ 24028 h 153390"/>
                  <a:gd name="connsiteX10" fmla="*/ 63056 w 114222"/>
                  <a:gd name="connsiteY10" fmla="*/ 0 h 153390"/>
                  <a:gd name="connsiteX11" fmla="*/ 114223 w 114222"/>
                  <a:gd name="connsiteY11" fmla="*/ 59419 h 153390"/>
                  <a:gd name="connsiteX12" fmla="*/ 114223 w 114222"/>
                  <a:gd name="connsiteY12" fmla="*/ 153391 h 153390"/>
                  <a:gd name="connsiteX13" fmla="*/ 95487 w 114222"/>
                  <a:gd name="connsiteY13" fmla="*/ 153391 h 153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14222" h="153390">
                    <a:moveTo>
                      <a:pt x="95677" y="153391"/>
                    </a:moveTo>
                    <a:lnTo>
                      <a:pt x="95677" y="58301"/>
                    </a:lnTo>
                    <a:cubicBezTo>
                      <a:pt x="95677" y="31013"/>
                      <a:pt x="84359" y="15646"/>
                      <a:pt x="59537" y="15646"/>
                    </a:cubicBezTo>
                    <a:cubicBezTo>
                      <a:pt x="39279" y="15646"/>
                      <a:pt x="27010" y="29151"/>
                      <a:pt x="19687" y="39954"/>
                    </a:cubicBezTo>
                    <a:lnTo>
                      <a:pt x="19687" y="153391"/>
                    </a:lnTo>
                    <a:lnTo>
                      <a:pt x="951" y="153391"/>
                    </a:lnTo>
                    <a:lnTo>
                      <a:pt x="951" y="30920"/>
                    </a:lnTo>
                    <a:cubicBezTo>
                      <a:pt x="951" y="25798"/>
                      <a:pt x="381" y="8382"/>
                      <a:pt x="0" y="3353"/>
                    </a:cubicBezTo>
                    <a:lnTo>
                      <a:pt x="15598" y="3353"/>
                    </a:lnTo>
                    <a:lnTo>
                      <a:pt x="17119" y="24028"/>
                    </a:lnTo>
                    <a:cubicBezTo>
                      <a:pt x="26344" y="10803"/>
                      <a:pt x="42513" y="0"/>
                      <a:pt x="63056" y="0"/>
                    </a:cubicBezTo>
                    <a:cubicBezTo>
                      <a:pt x="100432" y="0"/>
                      <a:pt x="114223" y="23097"/>
                      <a:pt x="114223" y="59419"/>
                    </a:cubicBezTo>
                    <a:lnTo>
                      <a:pt x="114223" y="153391"/>
                    </a:lnTo>
                    <a:lnTo>
                      <a:pt x="95487" y="153391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AEB430D4-FFDC-D251-C924-6FB9F5DE2F70}"/>
                  </a:ext>
                </a:extLst>
              </p:cNvPr>
              <p:cNvSpPr/>
              <p:nvPr/>
            </p:nvSpPr>
            <p:spPr>
              <a:xfrm>
                <a:off x="6224013" y="3289300"/>
                <a:ext cx="125730" cy="219328"/>
              </a:xfrm>
              <a:custGeom>
                <a:avLst/>
                <a:gdLst>
                  <a:gd name="connsiteX0" fmla="*/ 109753 w 125730"/>
                  <a:gd name="connsiteY0" fmla="*/ 216069 h 219328"/>
                  <a:gd name="connsiteX1" fmla="*/ 108231 w 125730"/>
                  <a:gd name="connsiteY1" fmla="*/ 192320 h 219328"/>
                  <a:gd name="connsiteX2" fmla="*/ 60392 w 125730"/>
                  <a:gd name="connsiteY2" fmla="*/ 219329 h 219328"/>
                  <a:gd name="connsiteX3" fmla="*/ 0 w 125730"/>
                  <a:gd name="connsiteY3" fmla="*/ 140352 h 219328"/>
                  <a:gd name="connsiteX4" fmla="*/ 63151 w 125730"/>
                  <a:gd name="connsiteY4" fmla="*/ 62586 h 219328"/>
                  <a:gd name="connsiteX5" fmla="*/ 106044 w 125730"/>
                  <a:gd name="connsiteY5" fmla="*/ 79350 h 219328"/>
                  <a:gd name="connsiteX6" fmla="*/ 106044 w 125730"/>
                  <a:gd name="connsiteY6" fmla="*/ 0 h 219328"/>
                  <a:gd name="connsiteX7" fmla="*/ 124779 w 125730"/>
                  <a:gd name="connsiteY7" fmla="*/ 0 h 219328"/>
                  <a:gd name="connsiteX8" fmla="*/ 124779 w 125730"/>
                  <a:gd name="connsiteY8" fmla="*/ 187850 h 219328"/>
                  <a:gd name="connsiteX9" fmla="*/ 125730 w 125730"/>
                  <a:gd name="connsiteY9" fmla="*/ 216069 h 219328"/>
                  <a:gd name="connsiteX10" fmla="*/ 109753 w 125730"/>
                  <a:gd name="connsiteY10" fmla="*/ 216069 h 219328"/>
                  <a:gd name="connsiteX11" fmla="*/ 106044 w 125730"/>
                  <a:gd name="connsiteY11" fmla="*/ 95369 h 219328"/>
                  <a:gd name="connsiteX12" fmla="*/ 67145 w 125730"/>
                  <a:gd name="connsiteY12" fmla="*/ 77953 h 219328"/>
                  <a:gd name="connsiteX13" fmla="*/ 19592 w 125730"/>
                  <a:gd name="connsiteY13" fmla="*/ 141004 h 219328"/>
                  <a:gd name="connsiteX14" fmla="*/ 64958 w 125730"/>
                  <a:gd name="connsiteY14" fmla="*/ 204055 h 219328"/>
                  <a:gd name="connsiteX15" fmla="*/ 106044 w 125730"/>
                  <a:gd name="connsiteY15" fmla="*/ 177046 h 219328"/>
                  <a:gd name="connsiteX16" fmla="*/ 106044 w 125730"/>
                  <a:gd name="connsiteY16" fmla="*/ 95462 h 2193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5730" h="219328">
                    <a:moveTo>
                      <a:pt x="109753" y="216069"/>
                    </a:moveTo>
                    <a:lnTo>
                      <a:pt x="108231" y="192320"/>
                    </a:lnTo>
                    <a:cubicBezTo>
                      <a:pt x="99386" y="204893"/>
                      <a:pt x="84645" y="219329"/>
                      <a:pt x="60392" y="219329"/>
                    </a:cubicBezTo>
                    <a:cubicBezTo>
                      <a:pt x="19592" y="219329"/>
                      <a:pt x="0" y="183938"/>
                      <a:pt x="0" y="140352"/>
                    </a:cubicBezTo>
                    <a:cubicBezTo>
                      <a:pt x="0" y="91736"/>
                      <a:pt x="28151" y="62586"/>
                      <a:pt x="63151" y="62586"/>
                    </a:cubicBezTo>
                    <a:cubicBezTo>
                      <a:pt x="82172" y="62586"/>
                      <a:pt x="97199" y="70409"/>
                      <a:pt x="106044" y="79350"/>
                    </a:cubicBezTo>
                    <a:lnTo>
                      <a:pt x="106044" y="0"/>
                    </a:lnTo>
                    <a:lnTo>
                      <a:pt x="124779" y="0"/>
                    </a:lnTo>
                    <a:lnTo>
                      <a:pt x="124779" y="187850"/>
                    </a:lnTo>
                    <a:cubicBezTo>
                      <a:pt x="124779" y="195021"/>
                      <a:pt x="125350" y="209457"/>
                      <a:pt x="125730" y="216069"/>
                    </a:cubicBezTo>
                    <a:lnTo>
                      <a:pt x="109753" y="216069"/>
                    </a:lnTo>
                    <a:close/>
                    <a:moveTo>
                      <a:pt x="106044" y="95369"/>
                    </a:moveTo>
                    <a:cubicBezTo>
                      <a:pt x="96533" y="86335"/>
                      <a:pt x="86737" y="77953"/>
                      <a:pt x="67145" y="77953"/>
                    </a:cubicBezTo>
                    <a:cubicBezTo>
                      <a:pt x="47553" y="77953"/>
                      <a:pt x="19592" y="93878"/>
                      <a:pt x="19592" y="141004"/>
                    </a:cubicBezTo>
                    <a:cubicBezTo>
                      <a:pt x="19592" y="178257"/>
                      <a:pt x="36140" y="204055"/>
                      <a:pt x="64958" y="204055"/>
                    </a:cubicBezTo>
                    <a:cubicBezTo>
                      <a:pt x="84264" y="204055"/>
                      <a:pt x="97484" y="190271"/>
                      <a:pt x="106044" y="177046"/>
                    </a:cubicBezTo>
                    <a:lnTo>
                      <a:pt x="106044" y="9546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</p:grpSp>
        <p:grpSp>
          <p:nvGrpSpPr>
            <p:cNvPr id="8" name="Graphic 17">
              <a:extLst>
                <a:ext uri="{FF2B5EF4-FFF2-40B4-BE49-F238E27FC236}">
                  <a16:creationId xmlns:a16="http://schemas.microsoft.com/office/drawing/2014/main" id="{9A2F3FA1-CF0D-B814-FA6C-5526CF795EE2}"/>
                </a:ext>
              </a:extLst>
            </p:cNvPr>
            <p:cNvGrpSpPr/>
            <p:nvPr/>
          </p:nvGrpSpPr>
          <p:grpSpPr>
            <a:xfrm>
              <a:off x="6465963" y="3289300"/>
              <a:ext cx="1730364" cy="282193"/>
              <a:chOff x="6465963" y="3289300"/>
              <a:chExt cx="1730364" cy="282193"/>
            </a:xfrm>
            <a:grpFill/>
          </p:grpSpPr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FCD76992-D70B-70E3-4504-B8CF4C3983E3}"/>
                  </a:ext>
                </a:extLst>
              </p:cNvPr>
              <p:cNvSpPr/>
              <p:nvPr/>
            </p:nvSpPr>
            <p:spPr>
              <a:xfrm>
                <a:off x="6465963" y="3355424"/>
                <a:ext cx="145512" cy="216069"/>
              </a:xfrm>
              <a:custGeom>
                <a:avLst/>
                <a:gdLst>
                  <a:gd name="connsiteX0" fmla="*/ 93204 w 145512"/>
                  <a:gd name="connsiteY0" fmla="*/ 161121 h 216069"/>
                  <a:gd name="connsiteX1" fmla="*/ 18451 w 145512"/>
                  <a:gd name="connsiteY1" fmla="*/ 216069 h 216069"/>
                  <a:gd name="connsiteX2" fmla="*/ 13220 w 145512"/>
                  <a:gd name="connsiteY2" fmla="*/ 189061 h 216069"/>
                  <a:gd name="connsiteX3" fmla="*/ 58871 w 145512"/>
                  <a:gd name="connsiteY3" fmla="*/ 159072 h 216069"/>
                  <a:gd name="connsiteX4" fmla="*/ 61914 w 145512"/>
                  <a:gd name="connsiteY4" fmla="*/ 149479 h 216069"/>
                  <a:gd name="connsiteX5" fmla="*/ 0 w 145512"/>
                  <a:gd name="connsiteY5" fmla="*/ 0 h 216069"/>
                  <a:gd name="connsiteX6" fmla="*/ 36426 w 145512"/>
                  <a:gd name="connsiteY6" fmla="*/ 0 h 216069"/>
                  <a:gd name="connsiteX7" fmla="*/ 63056 w 145512"/>
                  <a:gd name="connsiteY7" fmla="*/ 68453 h 216069"/>
                  <a:gd name="connsiteX8" fmla="*/ 78368 w 145512"/>
                  <a:gd name="connsiteY8" fmla="*/ 114368 h 216069"/>
                  <a:gd name="connsiteX9" fmla="*/ 111179 w 145512"/>
                  <a:gd name="connsiteY9" fmla="*/ 0 h 216069"/>
                  <a:gd name="connsiteX10" fmla="*/ 145513 w 145512"/>
                  <a:gd name="connsiteY10" fmla="*/ 0 h 216069"/>
                  <a:gd name="connsiteX11" fmla="*/ 93109 w 145512"/>
                  <a:gd name="connsiteY11" fmla="*/ 161214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5512" h="216069">
                    <a:moveTo>
                      <a:pt x="93204" y="161121"/>
                    </a:moveTo>
                    <a:cubicBezTo>
                      <a:pt x="80650" y="199492"/>
                      <a:pt x="52118" y="211878"/>
                      <a:pt x="18451" y="216069"/>
                    </a:cubicBezTo>
                    <a:lnTo>
                      <a:pt x="13220" y="189061"/>
                    </a:lnTo>
                    <a:cubicBezTo>
                      <a:pt x="37472" y="185428"/>
                      <a:pt x="53640" y="175277"/>
                      <a:pt x="58871" y="159072"/>
                    </a:cubicBezTo>
                    <a:lnTo>
                      <a:pt x="61914" y="149479"/>
                    </a:lnTo>
                    <a:lnTo>
                      <a:pt x="0" y="0"/>
                    </a:lnTo>
                    <a:lnTo>
                      <a:pt x="36426" y="0"/>
                    </a:lnTo>
                    <a:lnTo>
                      <a:pt x="63056" y="68453"/>
                    </a:lnTo>
                    <a:cubicBezTo>
                      <a:pt x="70379" y="87638"/>
                      <a:pt x="78368" y="114368"/>
                      <a:pt x="78368" y="114368"/>
                    </a:cubicBezTo>
                    <a:lnTo>
                      <a:pt x="111179" y="0"/>
                    </a:lnTo>
                    <a:lnTo>
                      <a:pt x="145513" y="0"/>
                    </a:lnTo>
                    <a:lnTo>
                      <a:pt x="93109" y="161214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EF164454-9BB1-72BD-0216-E4BE1859A79E}"/>
                  </a:ext>
                </a:extLst>
              </p:cNvPr>
              <p:cNvSpPr/>
              <p:nvPr/>
            </p:nvSpPr>
            <p:spPr>
              <a:xfrm>
                <a:off x="6629927" y="3351140"/>
                <a:ext cx="147795" cy="158419"/>
              </a:xfrm>
              <a:custGeom>
                <a:avLst/>
                <a:gdLst>
                  <a:gd name="connsiteX0" fmla="*/ 73898 w 147795"/>
                  <a:gd name="connsiteY0" fmla="*/ 158420 h 158419"/>
                  <a:gd name="connsiteX1" fmla="*/ 0 w 147795"/>
                  <a:gd name="connsiteY1" fmla="*/ 78605 h 158419"/>
                  <a:gd name="connsiteX2" fmla="*/ 73898 w 147795"/>
                  <a:gd name="connsiteY2" fmla="*/ 0 h 158419"/>
                  <a:gd name="connsiteX3" fmla="*/ 147795 w 147795"/>
                  <a:gd name="connsiteY3" fmla="*/ 78605 h 158419"/>
                  <a:gd name="connsiteX4" fmla="*/ 73898 w 147795"/>
                  <a:gd name="connsiteY4" fmla="*/ 158420 h 158419"/>
                  <a:gd name="connsiteX5" fmla="*/ 73898 w 147795"/>
                  <a:gd name="connsiteY5" fmla="*/ 26357 h 158419"/>
                  <a:gd name="connsiteX6" fmla="*/ 34714 w 147795"/>
                  <a:gd name="connsiteY6" fmla="*/ 78605 h 158419"/>
                  <a:gd name="connsiteX7" fmla="*/ 73898 w 147795"/>
                  <a:gd name="connsiteY7" fmla="*/ 132063 h 158419"/>
                  <a:gd name="connsiteX8" fmla="*/ 113081 w 147795"/>
                  <a:gd name="connsiteY8" fmla="*/ 78605 h 158419"/>
                  <a:gd name="connsiteX9" fmla="*/ 73898 w 147795"/>
                  <a:gd name="connsiteY9" fmla="*/ 26357 h 158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7795" h="158419">
                    <a:moveTo>
                      <a:pt x="73898" y="158420"/>
                    </a:moveTo>
                    <a:cubicBezTo>
                      <a:pt x="26725" y="158420"/>
                      <a:pt x="0" y="124799"/>
                      <a:pt x="0" y="78605"/>
                    </a:cubicBezTo>
                    <a:cubicBezTo>
                      <a:pt x="0" y="32410"/>
                      <a:pt x="27581" y="0"/>
                      <a:pt x="73898" y="0"/>
                    </a:cubicBezTo>
                    <a:cubicBezTo>
                      <a:pt x="120214" y="0"/>
                      <a:pt x="147795" y="32410"/>
                      <a:pt x="147795" y="78605"/>
                    </a:cubicBezTo>
                    <a:cubicBezTo>
                      <a:pt x="147795" y="124799"/>
                      <a:pt x="120214" y="158420"/>
                      <a:pt x="73898" y="158420"/>
                    </a:cubicBezTo>
                    <a:close/>
                    <a:moveTo>
                      <a:pt x="73898" y="26357"/>
                    </a:moveTo>
                    <a:cubicBezTo>
                      <a:pt x="47838" y="26357"/>
                      <a:pt x="34714" y="47405"/>
                      <a:pt x="34714" y="78605"/>
                    </a:cubicBezTo>
                    <a:cubicBezTo>
                      <a:pt x="34714" y="109804"/>
                      <a:pt x="48504" y="132063"/>
                      <a:pt x="73898" y="132063"/>
                    </a:cubicBezTo>
                    <a:cubicBezTo>
                      <a:pt x="99291" y="132063"/>
                      <a:pt x="113081" y="109897"/>
                      <a:pt x="113081" y="78605"/>
                    </a:cubicBezTo>
                    <a:cubicBezTo>
                      <a:pt x="113081" y="47312"/>
                      <a:pt x="99005" y="26357"/>
                      <a:pt x="73898" y="26357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ECC455C3-C795-7C04-965C-0E4ADE3BA990}"/>
                  </a:ext>
                </a:extLst>
              </p:cNvPr>
              <p:cNvSpPr/>
              <p:nvPr/>
            </p:nvSpPr>
            <p:spPr>
              <a:xfrm>
                <a:off x="6812911" y="3355331"/>
                <a:ext cx="127252" cy="153949"/>
              </a:xfrm>
              <a:custGeom>
                <a:avLst/>
                <a:gdLst>
                  <a:gd name="connsiteX0" fmla="*/ 99957 w 127252"/>
                  <a:gd name="connsiteY0" fmla="*/ 150038 h 153949"/>
                  <a:gd name="connsiteX1" fmla="*/ 97199 w 127252"/>
                  <a:gd name="connsiteY1" fmla="*/ 132622 h 153949"/>
                  <a:gd name="connsiteX2" fmla="*/ 53069 w 127252"/>
                  <a:gd name="connsiteY2" fmla="*/ 153949 h 153949"/>
                  <a:gd name="connsiteX3" fmla="*/ 0 w 127252"/>
                  <a:gd name="connsiteY3" fmla="*/ 95462 h 153949"/>
                  <a:gd name="connsiteX4" fmla="*/ 0 w 127252"/>
                  <a:gd name="connsiteY4" fmla="*/ 0 h 153949"/>
                  <a:gd name="connsiteX5" fmla="*/ 34048 w 127252"/>
                  <a:gd name="connsiteY5" fmla="*/ 0 h 153949"/>
                  <a:gd name="connsiteX6" fmla="*/ 34048 w 127252"/>
                  <a:gd name="connsiteY6" fmla="*/ 90619 h 153949"/>
                  <a:gd name="connsiteX7" fmla="*/ 60107 w 127252"/>
                  <a:gd name="connsiteY7" fmla="*/ 127220 h 153949"/>
                  <a:gd name="connsiteX8" fmla="*/ 91682 w 127252"/>
                  <a:gd name="connsiteY8" fmla="*/ 108035 h 153949"/>
                  <a:gd name="connsiteX9" fmla="*/ 91682 w 127252"/>
                  <a:gd name="connsiteY9" fmla="*/ 0 h 153949"/>
                  <a:gd name="connsiteX10" fmla="*/ 125731 w 127252"/>
                  <a:gd name="connsiteY10" fmla="*/ 0 h 153949"/>
                  <a:gd name="connsiteX11" fmla="*/ 125731 w 127252"/>
                  <a:gd name="connsiteY11" fmla="*/ 123029 h 153949"/>
                  <a:gd name="connsiteX12" fmla="*/ 127252 w 127252"/>
                  <a:gd name="connsiteY12" fmla="*/ 150038 h 153949"/>
                  <a:gd name="connsiteX13" fmla="*/ 99957 w 127252"/>
                  <a:gd name="connsiteY13" fmla="*/ 150038 h 153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7252" h="153949">
                    <a:moveTo>
                      <a:pt x="99957" y="150038"/>
                    </a:moveTo>
                    <a:lnTo>
                      <a:pt x="97199" y="132622"/>
                    </a:lnTo>
                    <a:cubicBezTo>
                      <a:pt x="86452" y="146126"/>
                      <a:pt x="71425" y="153949"/>
                      <a:pt x="53069" y="153949"/>
                    </a:cubicBezTo>
                    <a:cubicBezTo>
                      <a:pt x="15027" y="153949"/>
                      <a:pt x="0" y="131784"/>
                      <a:pt x="0" y="95462"/>
                    </a:cubicBezTo>
                    <a:lnTo>
                      <a:pt x="0" y="0"/>
                    </a:lnTo>
                    <a:lnTo>
                      <a:pt x="34048" y="0"/>
                    </a:lnTo>
                    <a:lnTo>
                      <a:pt x="34048" y="90619"/>
                    </a:lnTo>
                    <a:cubicBezTo>
                      <a:pt x="34048" y="117069"/>
                      <a:pt x="39850" y="127220"/>
                      <a:pt x="60107" y="127220"/>
                    </a:cubicBezTo>
                    <a:cubicBezTo>
                      <a:pt x="76085" y="127220"/>
                      <a:pt x="86452" y="115485"/>
                      <a:pt x="91682" y="108035"/>
                    </a:cubicBezTo>
                    <a:lnTo>
                      <a:pt x="91682" y="0"/>
                    </a:lnTo>
                    <a:lnTo>
                      <a:pt x="125731" y="0"/>
                    </a:lnTo>
                    <a:lnTo>
                      <a:pt x="125731" y="123029"/>
                    </a:lnTo>
                    <a:cubicBezTo>
                      <a:pt x="125731" y="128151"/>
                      <a:pt x="126967" y="144915"/>
                      <a:pt x="127252" y="150038"/>
                    </a:cubicBezTo>
                    <a:lnTo>
                      <a:pt x="99957" y="150038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E175AB6D-C5EA-7CB4-8680-B8E9B99DB6F1}"/>
                  </a:ext>
                </a:extLst>
              </p:cNvPr>
              <p:cNvSpPr/>
              <p:nvPr/>
            </p:nvSpPr>
            <p:spPr>
              <a:xfrm>
                <a:off x="6980013" y="3351140"/>
                <a:ext cx="93204" cy="154228"/>
              </a:xfrm>
              <a:custGeom>
                <a:avLst/>
                <a:gdLst>
                  <a:gd name="connsiteX0" fmla="*/ 83123 w 93204"/>
                  <a:gd name="connsiteY0" fmla="*/ 37160 h 154228"/>
                  <a:gd name="connsiteX1" fmla="*/ 68381 w 93204"/>
                  <a:gd name="connsiteY1" fmla="*/ 32690 h 154228"/>
                  <a:gd name="connsiteX2" fmla="*/ 35570 w 93204"/>
                  <a:gd name="connsiteY2" fmla="*/ 56066 h 154228"/>
                  <a:gd name="connsiteX3" fmla="*/ 35570 w 93204"/>
                  <a:gd name="connsiteY3" fmla="*/ 154229 h 154228"/>
                  <a:gd name="connsiteX4" fmla="*/ 1521 w 93204"/>
                  <a:gd name="connsiteY4" fmla="*/ 154229 h 154228"/>
                  <a:gd name="connsiteX5" fmla="*/ 1521 w 93204"/>
                  <a:gd name="connsiteY5" fmla="*/ 32410 h 154228"/>
                  <a:gd name="connsiteX6" fmla="*/ 0 w 93204"/>
                  <a:gd name="connsiteY6" fmla="*/ 4191 h 154228"/>
                  <a:gd name="connsiteX7" fmla="*/ 26059 w 93204"/>
                  <a:gd name="connsiteY7" fmla="*/ 4191 h 154228"/>
                  <a:gd name="connsiteX8" fmla="*/ 28817 w 93204"/>
                  <a:gd name="connsiteY8" fmla="*/ 29710 h 154228"/>
                  <a:gd name="connsiteX9" fmla="*/ 77892 w 93204"/>
                  <a:gd name="connsiteY9" fmla="*/ 0 h 154228"/>
                  <a:gd name="connsiteX10" fmla="*/ 93204 w 93204"/>
                  <a:gd name="connsiteY10" fmla="*/ 2421 h 154228"/>
                  <a:gd name="connsiteX11" fmla="*/ 83123 w 93204"/>
                  <a:gd name="connsiteY11" fmla="*/ 37253 h 1542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93204" h="154228">
                    <a:moveTo>
                      <a:pt x="83123" y="37160"/>
                    </a:moveTo>
                    <a:cubicBezTo>
                      <a:pt x="78177" y="34180"/>
                      <a:pt x="73898" y="32690"/>
                      <a:pt x="68381" y="32690"/>
                    </a:cubicBezTo>
                    <a:cubicBezTo>
                      <a:pt x="53640" y="32690"/>
                      <a:pt x="44129" y="42934"/>
                      <a:pt x="35570" y="56066"/>
                    </a:cubicBezTo>
                    <a:lnTo>
                      <a:pt x="35570" y="154229"/>
                    </a:lnTo>
                    <a:lnTo>
                      <a:pt x="1521" y="154229"/>
                    </a:lnTo>
                    <a:lnTo>
                      <a:pt x="1521" y="32410"/>
                    </a:lnTo>
                    <a:cubicBezTo>
                      <a:pt x="1521" y="27288"/>
                      <a:pt x="285" y="9313"/>
                      <a:pt x="0" y="4191"/>
                    </a:cubicBezTo>
                    <a:lnTo>
                      <a:pt x="26059" y="4191"/>
                    </a:lnTo>
                    <a:lnTo>
                      <a:pt x="28817" y="29710"/>
                    </a:lnTo>
                    <a:cubicBezTo>
                      <a:pt x="37091" y="14063"/>
                      <a:pt x="51452" y="0"/>
                      <a:pt x="77892" y="0"/>
                    </a:cubicBezTo>
                    <a:cubicBezTo>
                      <a:pt x="83123" y="0"/>
                      <a:pt x="88924" y="931"/>
                      <a:pt x="93204" y="2421"/>
                    </a:cubicBezTo>
                    <a:lnTo>
                      <a:pt x="83123" y="37253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E8882A07-CEDE-F2C4-EB16-1C82A2C44E06}"/>
                  </a:ext>
                </a:extLst>
              </p:cNvPr>
              <p:cNvSpPr/>
              <p:nvPr/>
            </p:nvSpPr>
            <p:spPr>
              <a:xfrm>
                <a:off x="7192956" y="3351140"/>
                <a:ext cx="218744" cy="154321"/>
              </a:xfrm>
              <a:custGeom>
                <a:avLst/>
                <a:gdLst>
                  <a:gd name="connsiteX0" fmla="*/ 184982 w 218744"/>
                  <a:gd name="connsiteY0" fmla="*/ 154229 h 154321"/>
                  <a:gd name="connsiteX1" fmla="*/ 184982 w 218744"/>
                  <a:gd name="connsiteY1" fmla="*/ 67242 h 154321"/>
                  <a:gd name="connsiteX2" fmla="*/ 157972 w 218744"/>
                  <a:gd name="connsiteY2" fmla="*/ 27288 h 154321"/>
                  <a:gd name="connsiteX3" fmla="*/ 126682 w 218744"/>
                  <a:gd name="connsiteY3" fmla="*/ 47405 h 154321"/>
                  <a:gd name="connsiteX4" fmla="*/ 127252 w 218744"/>
                  <a:gd name="connsiteY4" fmla="*/ 57277 h 154321"/>
                  <a:gd name="connsiteX5" fmla="*/ 127252 w 218744"/>
                  <a:gd name="connsiteY5" fmla="*/ 154229 h 154321"/>
                  <a:gd name="connsiteX6" fmla="*/ 93204 w 218744"/>
                  <a:gd name="connsiteY6" fmla="*/ 154229 h 154321"/>
                  <a:gd name="connsiteX7" fmla="*/ 93204 w 218744"/>
                  <a:gd name="connsiteY7" fmla="*/ 67522 h 154321"/>
                  <a:gd name="connsiteX8" fmla="*/ 66194 w 218744"/>
                  <a:gd name="connsiteY8" fmla="*/ 27288 h 154321"/>
                  <a:gd name="connsiteX9" fmla="*/ 35570 w 218744"/>
                  <a:gd name="connsiteY9" fmla="*/ 47405 h 154321"/>
                  <a:gd name="connsiteX10" fmla="*/ 35570 w 218744"/>
                  <a:gd name="connsiteY10" fmla="*/ 154229 h 154321"/>
                  <a:gd name="connsiteX11" fmla="*/ 1522 w 218744"/>
                  <a:gd name="connsiteY11" fmla="*/ 154229 h 154321"/>
                  <a:gd name="connsiteX12" fmla="*/ 1522 w 218744"/>
                  <a:gd name="connsiteY12" fmla="*/ 31200 h 154321"/>
                  <a:gd name="connsiteX13" fmla="*/ 0 w 218744"/>
                  <a:gd name="connsiteY13" fmla="*/ 4191 h 154321"/>
                  <a:gd name="connsiteX14" fmla="*/ 26630 w 218744"/>
                  <a:gd name="connsiteY14" fmla="*/ 4191 h 154321"/>
                  <a:gd name="connsiteX15" fmla="*/ 29958 w 218744"/>
                  <a:gd name="connsiteY15" fmla="*/ 22818 h 154321"/>
                  <a:gd name="connsiteX16" fmla="*/ 72281 w 218744"/>
                  <a:gd name="connsiteY16" fmla="*/ 0 h 154321"/>
                  <a:gd name="connsiteX17" fmla="*/ 118217 w 218744"/>
                  <a:gd name="connsiteY17" fmla="*/ 24028 h 154321"/>
                  <a:gd name="connsiteX18" fmla="*/ 164154 w 218744"/>
                  <a:gd name="connsiteY18" fmla="*/ 0 h 154321"/>
                  <a:gd name="connsiteX19" fmla="*/ 218745 w 218744"/>
                  <a:gd name="connsiteY19" fmla="*/ 68453 h 154321"/>
                  <a:gd name="connsiteX20" fmla="*/ 218745 w 218744"/>
                  <a:gd name="connsiteY20" fmla="*/ 154322 h 154321"/>
                  <a:gd name="connsiteX21" fmla="*/ 184697 w 218744"/>
                  <a:gd name="connsiteY21" fmla="*/ 154322 h 1543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18744" h="154321">
                    <a:moveTo>
                      <a:pt x="184982" y="154229"/>
                    </a:moveTo>
                    <a:lnTo>
                      <a:pt x="184982" y="67242"/>
                    </a:lnTo>
                    <a:cubicBezTo>
                      <a:pt x="184982" y="42655"/>
                      <a:pt x="179180" y="27288"/>
                      <a:pt x="157972" y="27288"/>
                    </a:cubicBezTo>
                    <a:cubicBezTo>
                      <a:pt x="144181" y="27288"/>
                      <a:pt x="133719" y="37160"/>
                      <a:pt x="126682" y="47405"/>
                    </a:cubicBezTo>
                    <a:cubicBezTo>
                      <a:pt x="126967" y="50106"/>
                      <a:pt x="127252" y="54297"/>
                      <a:pt x="127252" y="57277"/>
                    </a:cubicBezTo>
                    <a:lnTo>
                      <a:pt x="127252" y="154229"/>
                    </a:lnTo>
                    <a:lnTo>
                      <a:pt x="93204" y="154229"/>
                    </a:lnTo>
                    <a:lnTo>
                      <a:pt x="93204" y="67522"/>
                    </a:lnTo>
                    <a:cubicBezTo>
                      <a:pt x="93204" y="41724"/>
                      <a:pt x="88639" y="27288"/>
                      <a:pt x="66194" y="27288"/>
                    </a:cubicBezTo>
                    <a:cubicBezTo>
                      <a:pt x="53355" y="27288"/>
                      <a:pt x="42322" y="38092"/>
                      <a:pt x="35570" y="47405"/>
                    </a:cubicBezTo>
                    <a:lnTo>
                      <a:pt x="35570" y="154229"/>
                    </a:lnTo>
                    <a:lnTo>
                      <a:pt x="1522" y="154229"/>
                    </a:lnTo>
                    <a:lnTo>
                      <a:pt x="1522" y="31200"/>
                    </a:lnTo>
                    <a:cubicBezTo>
                      <a:pt x="1522" y="26077"/>
                      <a:pt x="285" y="9313"/>
                      <a:pt x="0" y="4191"/>
                    </a:cubicBezTo>
                    <a:lnTo>
                      <a:pt x="26630" y="4191"/>
                    </a:lnTo>
                    <a:lnTo>
                      <a:pt x="29958" y="22818"/>
                    </a:lnTo>
                    <a:cubicBezTo>
                      <a:pt x="40991" y="9872"/>
                      <a:pt x="55067" y="0"/>
                      <a:pt x="72281" y="0"/>
                    </a:cubicBezTo>
                    <a:cubicBezTo>
                      <a:pt x="96153" y="0"/>
                      <a:pt x="109087" y="9034"/>
                      <a:pt x="118217" y="24028"/>
                    </a:cubicBezTo>
                    <a:cubicBezTo>
                      <a:pt x="128013" y="11083"/>
                      <a:pt x="142755" y="0"/>
                      <a:pt x="164154" y="0"/>
                    </a:cubicBezTo>
                    <a:cubicBezTo>
                      <a:pt x="202481" y="0"/>
                      <a:pt x="218745" y="20676"/>
                      <a:pt x="218745" y="68453"/>
                    </a:cubicBezTo>
                    <a:lnTo>
                      <a:pt x="218745" y="154322"/>
                    </a:lnTo>
                    <a:lnTo>
                      <a:pt x="184697" y="15432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53036D35-1CC5-15E9-F5B6-E44D29C10D02}"/>
                  </a:ext>
                </a:extLst>
              </p:cNvPr>
              <p:cNvSpPr/>
              <p:nvPr/>
            </p:nvSpPr>
            <p:spPr>
              <a:xfrm>
                <a:off x="7454879" y="3289300"/>
                <a:ext cx="36425" cy="216069"/>
              </a:xfrm>
              <a:custGeom>
                <a:avLst/>
                <a:gdLst>
                  <a:gd name="connsiteX0" fmla="*/ 0 w 36425"/>
                  <a:gd name="connsiteY0" fmla="*/ 32969 h 216069"/>
                  <a:gd name="connsiteX1" fmla="*/ 0 w 36425"/>
                  <a:gd name="connsiteY1" fmla="*/ 0 h 216069"/>
                  <a:gd name="connsiteX2" fmla="*/ 36426 w 36425"/>
                  <a:gd name="connsiteY2" fmla="*/ 0 h 216069"/>
                  <a:gd name="connsiteX3" fmla="*/ 36426 w 36425"/>
                  <a:gd name="connsiteY3" fmla="*/ 32969 h 216069"/>
                  <a:gd name="connsiteX4" fmla="*/ 0 w 36425"/>
                  <a:gd name="connsiteY4" fmla="*/ 32969 h 216069"/>
                  <a:gd name="connsiteX5" fmla="*/ 1236 w 36425"/>
                  <a:gd name="connsiteY5" fmla="*/ 216069 h 216069"/>
                  <a:gd name="connsiteX6" fmla="*/ 1236 w 36425"/>
                  <a:gd name="connsiteY6" fmla="*/ 66032 h 216069"/>
                  <a:gd name="connsiteX7" fmla="*/ 35284 w 36425"/>
                  <a:gd name="connsiteY7" fmla="*/ 66032 h 216069"/>
                  <a:gd name="connsiteX8" fmla="*/ 35284 w 36425"/>
                  <a:gd name="connsiteY8" fmla="*/ 216069 h 216069"/>
                  <a:gd name="connsiteX9" fmla="*/ 1236 w 36425"/>
                  <a:gd name="connsiteY9" fmla="*/ 216069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6425" h="216069">
                    <a:moveTo>
                      <a:pt x="0" y="32969"/>
                    </a:moveTo>
                    <a:lnTo>
                      <a:pt x="0" y="0"/>
                    </a:lnTo>
                    <a:lnTo>
                      <a:pt x="36426" y="0"/>
                    </a:lnTo>
                    <a:lnTo>
                      <a:pt x="36426" y="32969"/>
                    </a:lnTo>
                    <a:lnTo>
                      <a:pt x="0" y="32969"/>
                    </a:lnTo>
                    <a:close/>
                    <a:moveTo>
                      <a:pt x="1236" y="216069"/>
                    </a:moveTo>
                    <a:lnTo>
                      <a:pt x="1236" y="66032"/>
                    </a:lnTo>
                    <a:lnTo>
                      <a:pt x="35284" y="66032"/>
                    </a:lnTo>
                    <a:lnTo>
                      <a:pt x="35284" y="216069"/>
                    </a:lnTo>
                    <a:lnTo>
                      <a:pt x="1236" y="21606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841BED6-ABF8-2329-F5D0-8EF2FFB404EE}"/>
                  </a:ext>
                </a:extLst>
              </p:cNvPr>
              <p:cNvSpPr/>
              <p:nvPr/>
            </p:nvSpPr>
            <p:spPr>
              <a:xfrm>
                <a:off x="7520502" y="3351326"/>
                <a:ext cx="120689" cy="157954"/>
              </a:xfrm>
              <a:custGeom>
                <a:avLst/>
                <a:gdLst>
                  <a:gd name="connsiteX0" fmla="*/ 61914 w 120689"/>
                  <a:gd name="connsiteY0" fmla="*/ 157954 h 157954"/>
                  <a:gd name="connsiteX1" fmla="*/ 0 w 120689"/>
                  <a:gd name="connsiteY1" fmla="*/ 139048 h 157954"/>
                  <a:gd name="connsiteX2" fmla="*/ 15598 w 120689"/>
                  <a:gd name="connsiteY2" fmla="*/ 115299 h 157954"/>
                  <a:gd name="connsiteX3" fmla="*/ 60678 w 120689"/>
                  <a:gd name="connsiteY3" fmla="*/ 131784 h 157954"/>
                  <a:gd name="connsiteX4" fmla="*/ 85786 w 120689"/>
                  <a:gd name="connsiteY4" fmla="*/ 115020 h 157954"/>
                  <a:gd name="connsiteX5" fmla="*/ 55732 w 120689"/>
                  <a:gd name="connsiteY5" fmla="*/ 91271 h 157954"/>
                  <a:gd name="connsiteX6" fmla="*/ 6372 w 120689"/>
                  <a:gd name="connsiteY6" fmla="*/ 44145 h 157954"/>
                  <a:gd name="connsiteX7" fmla="*/ 64577 w 120689"/>
                  <a:gd name="connsiteY7" fmla="*/ 0 h 157954"/>
                  <a:gd name="connsiteX8" fmla="*/ 118788 w 120689"/>
                  <a:gd name="connsiteY8" fmla="*/ 16205 h 157954"/>
                  <a:gd name="connsiteX9" fmla="*/ 104427 w 120689"/>
                  <a:gd name="connsiteY9" fmla="*/ 39302 h 157954"/>
                  <a:gd name="connsiteX10" fmla="*/ 65528 w 120689"/>
                  <a:gd name="connsiteY10" fmla="*/ 26077 h 157954"/>
                  <a:gd name="connsiteX11" fmla="*/ 41276 w 120689"/>
                  <a:gd name="connsiteY11" fmla="*/ 41724 h 157954"/>
                  <a:gd name="connsiteX12" fmla="*/ 75895 w 120689"/>
                  <a:gd name="connsiteY12" fmla="*/ 64821 h 157954"/>
                  <a:gd name="connsiteX13" fmla="*/ 120690 w 120689"/>
                  <a:gd name="connsiteY13" fmla="*/ 113716 h 157954"/>
                  <a:gd name="connsiteX14" fmla="*/ 61819 w 120689"/>
                  <a:gd name="connsiteY14" fmla="*/ 157861 h 157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0689" h="157954">
                    <a:moveTo>
                      <a:pt x="61914" y="157954"/>
                    </a:moveTo>
                    <a:cubicBezTo>
                      <a:pt x="33097" y="157954"/>
                      <a:pt x="16263" y="149572"/>
                      <a:pt x="0" y="139048"/>
                    </a:cubicBezTo>
                    <a:lnTo>
                      <a:pt x="15598" y="115299"/>
                    </a:lnTo>
                    <a:cubicBezTo>
                      <a:pt x="28817" y="124612"/>
                      <a:pt x="44129" y="131784"/>
                      <a:pt x="60678" y="131784"/>
                    </a:cubicBezTo>
                    <a:cubicBezTo>
                      <a:pt x="77226" y="131784"/>
                      <a:pt x="85786" y="124612"/>
                      <a:pt x="85786" y="115020"/>
                    </a:cubicBezTo>
                    <a:cubicBezTo>
                      <a:pt x="85786" y="101795"/>
                      <a:pt x="76941" y="96672"/>
                      <a:pt x="55732" y="91271"/>
                    </a:cubicBezTo>
                    <a:cubicBezTo>
                      <a:pt x="32146" y="85310"/>
                      <a:pt x="6372" y="73855"/>
                      <a:pt x="6372" y="44145"/>
                    </a:cubicBezTo>
                    <a:cubicBezTo>
                      <a:pt x="6372" y="16578"/>
                      <a:pt x="30244" y="0"/>
                      <a:pt x="64577" y="0"/>
                    </a:cubicBezTo>
                    <a:cubicBezTo>
                      <a:pt x="86356" y="0"/>
                      <a:pt x="101669" y="4191"/>
                      <a:pt x="118788" y="16205"/>
                    </a:cubicBezTo>
                    <a:lnTo>
                      <a:pt x="104427" y="39302"/>
                    </a:lnTo>
                    <a:cubicBezTo>
                      <a:pt x="91207" y="29430"/>
                      <a:pt x="74659" y="26077"/>
                      <a:pt x="65528" y="26077"/>
                    </a:cubicBezTo>
                    <a:cubicBezTo>
                      <a:pt x="48029" y="26077"/>
                      <a:pt x="41276" y="32410"/>
                      <a:pt x="41276" y="41724"/>
                    </a:cubicBezTo>
                    <a:cubicBezTo>
                      <a:pt x="41276" y="54669"/>
                      <a:pt x="52594" y="58488"/>
                      <a:pt x="75895" y="64821"/>
                    </a:cubicBezTo>
                    <a:cubicBezTo>
                      <a:pt x="95487" y="69943"/>
                      <a:pt x="120690" y="80095"/>
                      <a:pt x="120690" y="113716"/>
                    </a:cubicBezTo>
                    <a:cubicBezTo>
                      <a:pt x="120690" y="144915"/>
                      <a:pt x="90922" y="157861"/>
                      <a:pt x="61819" y="157861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718BB1BB-9167-CB52-82D1-833FD4572766}"/>
                  </a:ext>
                </a:extLst>
              </p:cNvPr>
              <p:cNvSpPr/>
              <p:nvPr/>
            </p:nvSpPr>
            <p:spPr>
              <a:xfrm>
                <a:off x="7658502" y="3351326"/>
                <a:ext cx="120689" cy="157954"/>
              </a:xfrm>
              <a:custGeom>
                <a:avLst/>
                <a:gdLst>
                  <a:gd name="connsiteX0" fmla="*/ 61914 w 120689"/>
                  <a:gd name="connsiteY0" fmla="*/ 157954 h 157954"/>
                  <a:gd name="connsiteX1" fmla="*/ 0 w 120689"/>
                  <a:gd name="connsiteY1" fmla="*/ 139048 h 157954"/>
                  <a:gd name="connsiteX2" fmla="*/ 15597 w 120689"/>
                  <a:gd name="connsiteY2" fmla="*/ 115299 h 157954"/>
                  <a:gd name="connsiteX3" fmla="*/ 60678 w 120689"/>
                  <a:gd name="connsiteY3" fmla="*/ 131784 h 157954"/>
                  <a:gd name="connsiteX4" fmla="*/ 85786 w 120689"/>
                  <a:gd name="connsiteY4" fmla="*/ 115020 h 157954"/>
                  <a:gd name="connsiteX5" fmla="*/ 55732 w 120689"/>
                  <a:gd name="connsiteY5" fmla="*/ 91271 h 157954"/>
                  <a:gd name="connsiteX6" fmla="*/ 6372 w 120689"/>
                  <a:gd name="connsiteY6" fmla="*/ 44145 h 157954"/>
                  <a:gd name="connsiteX7" fmla="*/ 64577 w 120689"/>
                  <a:gd name="connsiteY7" fmla="*/ 0 h 157954"/>
                  <a:gd name="connsiteX8" fmla="*/ 118788 w 120689"/>
                  <a:gd name="connsiteY8" fmla="*/ 16205 h 157954"/>
                  <a:gd name="connsiteX9" fmla="*/ 104427 w 120689"/>
                  <a:gd name="connsiteY9" fmla="*/ 39302 h 157954"/>
                  <a:gd name="connsiteX10" fmla="*/ 65528 w 120689"/>
                  <a:gd name="connsiteY10" fmla="*/ 26077 h 157954"/>
                  <a:gd name="connsiteX11" fmla="*/ 41276 w 120689"/>
                  <a:gd name="connsiteY11" fmla="*/ 41724 h 157954"/>
                  <a:gd name="connsiteX12" fmla="*/ 75895 w 120689"/>
                  <a:gd name="connsiteY12" fmla="*/ 64821 h 157954"/>
                  <a:gd name="connsiteX13" fmla="*/ 120690 w 120689"/>
                  <a:gd name="connsiteY13" fmla="*/ 113716 h 157954"/>
                  <a:gd name="connsiteX14" fmla="*/ 61819 w 120689"/>
                  <a:gd name="connsiteY14" fmla="*/ 157861 h 157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0689" h="157954">
                    <a:moveTo>
                      <a:pt x="61914" y="157954"/>
                    </a:moveTo>
                    <a:cubicBezTo>
                      <a:pt x="33097" y="157954"/>
                      <a:pt x="16263" y="149572"/>
                      <a:pt x="0" y="139048"/>
                    </a:cubicBezTo>
                    <a:lnTo>
                      <a:pt x="15597" y="115299"/>
                    </a:lnTo>
                    <a:cubicBezTo>
                      <a:pt x="28817" y="124612"/>
                      <a:pt x="44129" y="131784"/>
                      <a:pt x="60678" y="131784"/>
                    </a:cubicBezTo>
                    <a:cubicBezTo>
                      <a:pt x="77226" y="131784"/>
                      <a:pt x="85786" y="124612"/>
                      <a:pt x="85786" y="115020"/>
                    </a:cubicBezTo>
                    <a:cubicBezTo>
                      <a:pt x="85786" y="101795"/>
                      <a:pt x="76941" y="96672"/>
                      <a:pt x="55732" y="91271"/>
                    </a:cubicBezTo>
                    <a:cubicBezTo>
                      <a:pt x="32146" y="85310"/>
                      <a:pt x="6372" y="73855"/>
                      <a:pt x="6372" y="44145"/>
                    </a:cubicBezTo>
                    <a:cubicBezTo>
                      <a:pt x="6372" y="16578"/>
                      <a:pt x="30244" y="0"/>
                      <a:pt x="64577" y="0"/>
                    </a:cubicBezTo>
                    <a:cubicBezTo>
                      <a:pt x="86356" y="0"/>
                      <a:pt x="101669" y="4191"/>
                      <a:pt x="118788" y="16205"/>
                    </a:cubicBezTo>
                    <a:lnTo>
                      <a:pt x="104427" y="39302"/>
                    </a:lnTo>
                    <a:cubicBezTo>
                      <a:pt x="91207" y="29430"/>
                      <a:pt x="74659" y="26077"/>
                      <a:pt x="65528" y="26077"/>
                    </a:cubicBezTo>
                    <a:cubicBezTo>
                      <a:pt x="48029" y="26077"/>
                      <a:pt x="41276" y="32410"/>
                      <a:pt x="41276" y="41724"/>
                    </a:cubicBezTo>
                    <a:cubicBezTo>
                      <a:pt x="41276" y="54669"/>
                      <a:pt x="52594" y="58488"/>
                      <a:pt x="75895" y="64821"/>
                    </a:cubicBezTo>
                    <a:cubicBezTo>
                      <a:pt x="95487" y="69943"/>
                      <a:pt x="120690" y="80095"/>
                      <a:pt x="120690" y="113716"/>
                    </a:cubicBezTo>
                    <a:cubicBezTo>
                      <a:pt x="120690" y="144915"/>
                      <a:pt x="90922" y="157861"/>
                      <a:pt x="61819" y="157861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D271D346-9F5D-8CE2-049B-DDBFBF518178}"/>
                  </a:ext>
                </a:extLst>
              </p:cNvPr>
              <p:cNvSpPr/>
              <p:nvPr/>
            </p:nvSpPr>
            <p:spPr>
              <a:xfrm>
                <a:off x="7812954" y="3289300"/>
                <a:ext cx="36425" cy="216069"/>
              </a:xfrm>
              <a:custGeom>
                <a:avLst/>
                <a:gdLst>
                  <a:gd name="connsiteX0" fmla="*/ 0 w 36425"/>
                  <a:gd name="connsiteY0" fmla="*/ 32969 h 216069"/>
                  <a:gd name="connsiteX1" fmla="*/ 0 w 36425"/>
                  <a:gd name="connsiteY1" fmla="*/ 0 h 216069"/>
                  <a:gd name="connsiteX2" fmla="*/ 36426 w 36425"/>
                  <a:gd name="connsiteY2" fmla="*/ 0 h 216069"/>
                  <a:gd name="connsiteX3" fmla="*/ 36426 w 36425"/>
                  <a:gd name="connsiteY3" fmla="*/ 32969 h 216069"/>
                  <a:gd name="connsiteX4" fmla="*/ 0 w 36425"/>
                  <a:gd name="connsiteY4" fmla="*/ 32969 h 216069"/>
                  <a:gd name="connsiteX5" fmla="*/ 1236 w 36425"/>
                  <a:gd name="connsiteY5" fmla="*/ 216069 h 216069"/>
                  <a:gd name="connsiteX6" fmla="*/ 1236 w 36425"/>
                  <a:gd name="connsiteY6" fmla="*/ 66032 h 216069"/>
                  <a:gd name="connsiteX7" fmla="*/ 35284 w 36425"/>
                  <a:gd name="connsiteY7" fmla="*/ 66032 h 216069"/>
                  <a:gd name="connsiteX8" fmla="*/ 35284 w 36425"/>
                  <a:gd name="connsiteY8" fmla="*/ 216069 h 216069"/>
                  <a:gd name="connsiteX9" fmla="*/ 1236 w 36425"/>
                  <a:gd name="connsiteY9" fmla="*/ 216069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6425" h="216069">
                    <a:moveTo>
                      <a:pt x="0" y="32969"/>
                    </a:moveTo>
                    <a:lnTo>
                      <a:pt x="0" y="0"/>
                    </a:lnTo>
                    <a:lnTo>
                      <a:pt x="36426" y="0"/>
                    </a:lnTo>
                    <a:lnTo>
                      <a:pt x="36426" y="32969"/>
                    </a:lnTo>
                    <a:lnTo>
                      <a:pt x="0" y="32969"/>
                    </a:lnTo>
                    <a:close/>
                    <a:moveTo>
                      <a:pt x="1236" y="216069"/>
                    </a:moveTo>
                    <a:lnTo>
                      <a:pt x="1236" y="66032"/>
                    </a:lnTo>
                    <a:lnTo>
                      <a:pt x="35284" y="66032"/>
                    </a:lnTo>
                    <a:lnTo>
                      <a:pt x="35284" y="216069"/>
                    </a:lnTo>
                    <a:lnTo>
                      <a:pt x="1236" y="21606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FEE0B6C9-D84D-98BE-30E2-B02334C78B58}"/>
                  </a:ext>
                </a:extLst>
              </p:cNvPr>
              <p:cNvSpPr/>
              <p:nvPr/>
            </p:nvSpPr>
            <p:spPr>
              <a:xfrm>
                <a:off x="7884664" y="3351140"/>
                <a:ext cx="147795" cy="158419"/>
              </a:xfrm>
              <a:custGeom>
                <a:avLst/>
                <a:gdLst>
                  <a:gd name="connsiteX0" fmla="*/ 73898 w 147795"/>
                  <a:gd name="connsiteY0" fmla="*/ 158420 h 158419"/>
                  <a:gd name="connsiteX1" fmla="*/ 0 w 147795"/>
                  <a:gd name="connsiteY1" fmla="*/ 78605 h 158419"/>
                  <a:gd name="connsiteX2" fmla="*/ 73898 w 147795"/>
                  <a:gd name="connsiteY2" fmla="*/ 0 h 158419"/>
                  <a:gd name="connsiteX3" fmla="*/ 147795 w 147795"/>
                  <a:gd name="connsiteY3" fmla="*/ 78605 h 158419"/>
                  <a:gd name="connsiteX4" fmla="*/ 73898 w 147795"/>
                  <a:gd name="connsiteY4" fmla="*/ 158420 h 158419"/>
                  <a:gd name="connsiteX5" fmla="*/ 73898 w 147795"/>
                  <a:gd name="connsiteY5" fmla="*/ 26357 h 158419"/>
                  <a:gd name="connsiteX6" fmla="*/ 34714 w 147795"/>
                  <a:gd name="connsiteY6" fmla="*/ 78605 h 158419"/>
                  <a:gd name="connsiteX7" fmla="*/ 73898 w 147795"/>
                  <a:gd name="connsiteY7" fmla="*/ 132063 h 158419"/>
                  <a:gd name="connsiteX8" fmla="*/ 113081 w 147795"/>
                  <a:gd name="connsiteY8" fmla="*/ 78605 h 158419"/>
                  <a:gd name="connsiteX9" fmla="*/ 73898 w 147795"/>
                  <a:gd name="connsiteY9" fmla="*/ 26357 h 158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7795" h="158419">
                    <a:moveTo>
                      <a:pt x="73898" y="158420"/>
                    </a:moveTo>
                    <a:cubicBezTo>
                      <a:pt x="26725" y="158420"/>
                      <a:pt x="0" y="124799"/>
                      <a:pt x="0" y="78605"/>
                    </a:cubicBezTo>
                    <a:cubicBezTo>
                      <a:pt x="0" y="32410"/>
                      <a:pt x="27581" y="0"/>
                      <a:pt x="73898" y="0"/>
                    </a:cubicBezTo>
                    <a:cubicBezTo>
                      <a:pt x="120214" y="0"/>
                      <a:pt x="147795" y="32410"/>
                      <a:pt x="147795" y="78605"/>
                    </a:cubicBezTo>
                    <a:cubicBezTo>
                      <a:pt x="147795" y="124799"/>
                      <a:pt x="120214" y="158420"/>
                      <a:pt x="73898" y="158420"/>
                    </a:cubicBezTo>
                    <a:close/>
                    <a:moveTo>
                      <a:pt x="73898" y="26357"/>
                    </a:moveTo>
                    <a:cubicBezTo>
                      <a:pt x="47838" y="26357"/>
                      <a:pt x="34714" y="47405"/>
                      <a:pt x="34714" y="78605"/>
                    </a:cubicBezTo>
                    <a:cubicBezTo>
                      <a:pt x="34714" y="109804"/>
                      <a:pt x="48504" y="132063"/>
                      <a:pt x="73898" y="132063"/>
                    </a:cubicBezTo>
                    <a:cubicBezTo>
                      <a:pt x="99291" y="132063"/>
                      <a:pt x="113081" y="109897"/>
                      <a:pt x="113081" y="78605"/>
                    </a:cubicBezTo>
                    <a:cubicBezTo>
                      <a:pt x="113081" y="47312"/>
                      <a:pt x="99006" y="26357"/>
                      <a:pt x="73898" y="26357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F8949388-4EC7-221A-73F4-78E292D4D461}"/>
                  </a:ext>
                </a:extLst>
              </p:cNvPr>
              <p:cNvSpPr/>
              <p:nvPr/>
            </p:nvSpPr>
            <p:spPr>
              <a:xfrm>
                <a:off x="8066222" y="3351140"/>
                <a:ext cx="130105" cy="154228"/>
              </a:xfrm>
              <a:custGeom>
                <a:avLst/>
                <a:gdLst>
                  <a:gd name="connsiteX0" fmla="*/ 96248 w 130105"/>
                  <a:gd name="connsiteY0" fmla="*/ 154229 h 154228"/>
                  <a:gd name="connsiteX1" fmla="*/ 96248 w 130105"/>
                  <a:gd name="connsiteY1" fmla="*/ 67242 h 154228"/>
                  <a:gd name="connsiteX2" fmla="*/ 67716 w 130105"/>
                  <a:gd name="connsiteY2" fmla="*/ 27288 h 154228"/>
                  <a:gd name="connsiteX3" fmla="*/ 35570 w 130105"/>
                  <a:gd name="connsiteY3" fmla="*/ 47684 h 154228"/>
                  <a:gd name="connsiteX4" fmla="*/ 35570 w 130105"/>
                  <a:gd name="connsiteY4" fmla="*/ 154229 h 154228"/>
                  <a:gd name="connsiteX5" fmla="*/ 1522 w 130105"/>
                  <a:gd name="connsiteY5" fmla="*/ 154229 h 154228"/>
                  <a:gd name="connsiteX6" fmla="*/ 1522 w 130105"/>
                  <a:gd name="connsiteY6" fmla="*/ 31200 h 154228"/>
                  <a:gd name="connsiteX7" fmla="*/ 0 w 130105"/>
                  <a:gd name="connsiteY7" fmla="*/ 4191 h 154228"/>
                  <a:gd name="connsiteX8" fmla="*/ 26630 w 130105"/>
                  <a:gd name="connsiteY8" fmla="*/ 4191 h 154228"/>
                  <a:gd name="connsiteX9" fmla="*/ 29958 w 130105"/>
                  <a:gd name="connsiteY9" fmla="*/ 23376 h 154228"/>
                  <a:gd name="connsiteX10" fmla="*/ 75895 w 130105"/>
                  <a:gd name="connsiteY10" fmla="*/ 0 h 154228"/>
                  <a:gd name="connsiteX11" fmla="*/ 130105 w 130105"/>
                  <a:gd name="connsiteY11" fmla="*/ 69291 h 154228"/>
                  <a:gd name="connsiteX12" fmla="*/ 130105 w 130105"/>
                  <a:gd name="connsiteY12" fmla="*/ 154229 h 154228"/>
                  <a:gd name="connsiteX13" fmla="*/ 96057 w 130105"/>
                  <a:gd name="connsiteY13" fmla="*/ 154229 h 1542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30105" h="154228">
                    <a:moveTo>
                      <a:pt x="96248" y="154229"/>
                    </a:moveTo>
                    <a:lnTo>
                      <a:pt x="96248" y="67242"/>
                    </a:lnTo>
                    <a:cubicBezTo>
                      <a:pt x="96248" y="42934"/>
                      <a:pt x="91017" y="27288"/>
                      <a:pt x="67716" y="27288"/>
                    </a:cubicBezTo>
                    <a:cubicBezTo>
                      <a:pt x="53925" y="27288"/>
                      <a:pt x="43178" y="37533"/>
                      <a:pt x="35570" y="47684"/>
                    </a:cubicBezTo>
                    <a:lnTo>
                      <a:pt x="35570" y="154229"/>
                    </a:lnTo>
                    <a:lnTo>
                      <a:pt x="1522" y="154229"/>
                    </a:lnTo>
                    <a:lnTo>
                      <a:pt x="1522" y="31200"/>
                    </a:lnTo>
                    <a:cubicBezTo>
                      <a:pt x="1522" y="26077"/>
                      <a:pt x="285" y="9313"/>
                      <a:pt x="0" y="4191"/>
                    </a:cubicBezTo>
                    <a:lnTo>
                      <a:pt x="26630" y="4191"/>
                    </a:lnTo>
                    <a:lnTo>
                      <a:pt x="29958" y="23376"/>
                    </a:lnTo>
                    <a:cubicBezTo>
                      <a:pt x="39184" y="10803"/>
                      <a:pt x="54781" y="0"/>
                      <a:pt x="75895" y="0"/>
                    </a:cubicBezTo>
                    <a:cubicBezTo>
                      <a:pt x="115459" y="0"/>
                      <a:pt x="130105" y="21048"/>
                      <a:pt x="130105" y="69291"/>
                    </a:cubicBezTo>
                    <a:lnTo>
                      <a:pt x="130105" y="154229"/>
                    </a:lnTo>
                    <a:lnTo>
                      <a:pt x="96057" y="15422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049265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Image Righ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erson riding a bicycle&#10;&#10;Description automatically generated with medium confidence">
            <a:extLst>
              <a:ext uri="{FF2B5EF4-FFF2-40B4-BE49-F238E27FC236}">
                <a16:creationId xmlns:a16="http://schemas.microsoft.com/office/drawing/2014/main" id="{37CA9778-840B-FCF9-C29F-A517C756007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6000" y="1406539"/>
            <a:ext cx="6096000" cy="545146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531A82A-AF92-79CB-9321-C5864AA363A6}"/>
              </a:ext>
            </a:extLst>
          </p:cNvPr>
          <p:cNvSpPr/>
          <p:nvPr/>
        </p:nvSpPr>
        <p:spPr>
          <a:xfrm>
            <a:off x="1" y="1209040"/>
            <a:ext cx="6095999" cy="5648960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tx2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641DD1-7679-677C-E5F7-106CA2181E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2913" y="2276475"/>
            <a:ext cx="5284787" cy="2305050"/>
          </a:xfrm>
        </p:spPr>
        <p:txBody>
          <a:bodyPr anchor="b" anchorCtr="0">
            <a:normAutofit/>
          </a:bodyPr>
          <a:lstStyle>
            <a:lvl1pPr algn="l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D6AF788A-E08C-BD2E-6C5D-C8C5954A02D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67162" y="53134"/>
            <a:ext cx="1897200" cy="1044114"/>
          </a:xfrm>
          <a:prstGeom prst="rect">
            <a:avLst/>
          </a:prstGeom>
        </p:spPr>
      </p:pic>
      <p:sp>
        <p:nvSpPr>
          <p:cNvPr id="66" name="Subtitle 2">
            <a:extLst>
              <a:ext uri="{FF2B5EF4-FFF2-40B4-BE49-F238E27FC236}">
                <a16:creationId xmlns:a16="http://schemas.microsoft.com/office/drawing/2014/main" id="{6158DD4A-0AEF-ADF8-8A5B-02CBF2DC58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2914" y="4972430"/>
            <a:ext cx="5284786" cy="307777"/>
          </a:xfrm>
        </p:spPr>
        <p:txBody>
          <a:bodyPr wrap="square" anchor="t" anchorCtr="0">
            <a:sp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K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9998CC-6814-FFEF-B424-AF2E934738D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98761"/>
            <a:ext cx="12192000" cy="307777"/>
          </a:xfrm>
          <a:prstGeom prst="rect">
            <a:avLst/>
          </a:prstGeom>
        </p:spPr>
      </p:pic>
      <p:grpSp>
        <p:nvGrpSpPr>
          <p:cNvPr id="8" name="Graphic 17">
            <a:extLst>
              <a:ext uri="{FF2B5EF4-FFF2-40B4-BE49-F238E27FC236}">
                <a16:creationId xmlns:a16="http://schemas.microsoft.com/office/drawing/2014/main" id="{B14FF746-78E4-8618-63A9-7A020F6FAC24}"/>
              </a:ext>
            </a:extLst>
          </p:cNvPr>
          <p:cNvGrpSpPr>
            <a:grpSpLocks noChangeAspect="1"/>
          </p:cNvGrpSpPr>
          <p:nvPr/>
        </p:nvGrpSpPr>
        <p:grpSpPr>
          <a:xfrm>
            <a:off x="9103088" y="6458998"/>
            <a:ext cx="2646000" cy="177687"/>
            <a:chOff x="3994150" y="3289300"/>
            <a:chExt cx="4202178" cy="282193"/>
          </a:xfrm>
          <a:solidFill>
            <a:schemeClr val="bg1"/>
          </a:solidFill>
        </p:grpSpPr>
        <p:grpSp>
          <p:nvGrpSpPr>
            <p:cNvPr id="9" name="Graphic 17">
              <a:extLst>
                <a:ext uri="{FF2B5EF4-FFF2-40B4-BE49-F238E27FC236}">
                  <a16:creationId xmlns:a16="http://schemas.microsoft.com/office/drawing/2014/main" id="{1F19BF73-E82E-E79C-3684-B353EECE8E98}"/>
                </a:ext>
              </a:extLst>
            </p:cNvPr>
            <p:cNvGrpSpPr/>
            <p:nvPr/>
          </p:nvGrpSpPr>
          <p:grpSpPr>
            <a:xfrm>
              <a:off x="3994150" y="3289300"/>
              <a:ext cx="2355593" cy="276140"/>
              <a:chOff x="3994150" y="3289300"/>
              <a:chExt cx="2355593" cy="276140"/>
            </a:xfrm>
            <a:grpFill/>
          </p:grpSpPr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E4F0DD8B-ADEC-32AE-8E02-83141998B01F}"/>
                  </a:ext>
                </a:extLst>
              </p:cNvPr>
              <p:cNvSpPr/>
              <p:nvPr/>
            </p:nvSpPr>
            <p:spPr>
              <a:xfrm>
                <a:off x="3994150" y="3293770"/>
                <a:ext cx="153596" cy="211598"/>
              </a:xfrm>
              <a:custGeom>
                <a:avLst/>
                <a:gdLst>
                  <a:gd name="connsiteX0" fmla="*/ 86452 w 153596"/>
                  <a:gd name="connsiteY0" fmla="*/ 16857 h 211598"/>
                  <a:gd name="connsiteX1" fmla="*/ 86452 w 153596"/>
                  <a:gd name="connsiteY1" fmla="*/ 211599 h 211598"/>
                  <a:gd name="connsiteX2" fmla="*/ 67145 w 153596"/>
                  <a:gd name="connsiteY2" fmla="*/ 211599 h 211598"/>
                  <a:gd name="connsiteX3" fmla="*/ 67145 w 153596"/>
                  <a:gd name="connsiteY3" fmla="*/ 16857 h 211598"/>
                  <a:gd name="connsiteX4" fmla="*/ 0 w 153596"/>
                  <a:gd name="connsiteY4" fmla="*/ 16857 h 211598"/>
                  <a:gd name="connsiteX5" fmla="*/ 0 w 153596"/>
                  <a:gd name="connsiteY5" fmla="*/ 0 h 211598"/>
                  <a:gd name="connsiteX6" fmla="*/ 153597 w 153596"/>
                  <a:gd name="connsiteY6" fmla="*/ 0 h 211598"/>
                  <a:gd name="connsiteX7" fmla="*/ 153597 w 153596"/>
                  <a:gd name="connsiteY7" fmla="*/ 16764 h 211598"/>
                  <a:gd name="connsiteX8" fmla="*/ 86452 w 153596"/>
                  <a:gd name="connsiteY8" fmla="*/ 16764 h 2115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3596" h="211598">
                    <a:moveTo>
                      <a:pt x="86452" y="16857"/>
                    </a:moveTo>
                    <a:lnTo>
                      <a:pt x="86452" y="211599"/>
                    </a:lnTo>
                    <a:lnTo>
                      <a:pt x="67145" y="211599"/>
                    </a:lnTo>
                    <a:lnTo>
                      <a:pt x="67145" y="16857"/>
                    </a:lnTo>
                    <a:lnTo>
                      <a:pt x="0" y="16857"/>
                    </a:lnTo>
                    <a:lnTo>
                      <a:pt x="0" y="0"/>
                    </a:lnTo>
                    <a:lnTo>
                      <a:pt x="153597" y="0"/>
                    </a:lnTo>
                    <a:lnTo>
                      <a:pt x="153597" y="16764"/>
                    </a:lnTo>
                    <a:lnTo>
                      <a:pt x="86452" y="16764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CD8E65AB-3424-EB06-8714-53D4439F2A32}"/>
                  </a:ext>
                </a:extLst>
              </p:cNvPr>
              <p:cNvSpPr/>
              <p:nvPr/>
            </p:nvSpPr>
            <p:spPr>
              <a:xfrm>
                <a:off x="4182936" y="3289300"/>
                <a:ext cx="113461" cy="216162"/>
              </a:xfrm>
              <a:custGeom>
                <a:avLst/>
                <a:gdLst>
                  <a:gd name="connsiteX0" fmla="*/ 94726 w 113461"/>
                  <a:gd name="connsiteY0" fmla="*/ 216069 h 216162"/>
                  <a:gd name="connsiteX1" fmla="*/ 94726 w 113461"/>
                  <a:gd name="connsiteY1" fmla="*/ 120701 h 216162"/>
                  <a:gd name="connsiteX2" fmla="*/ 58586 w 113461"/>
                  <a:gd name="connsiteY2" fmla="*/ 78418 h 216162"/>
                  <a:gd name="connsiteX3" fmla="*/ 18736 w 113461"/>
                  <a:gd name="connsiteY3" fmla="*/ 102726 h 216162"/>
                  <a:gd name="connsiteX4" fmla="*/ 18736 w 113461"/>
                  <a:gd name="connsiteY4" fmla="*/ 216162 h 216162"/>
                  <a:gd name="connsiteX5" fmla="*/ 0 w 113461"/>
                  <a:gd name="connsiteY5" fmla="*/ 216162 h 216162"/>
                  <a:gd name="connsiteX6" fmla="*/ 0 w 113461"/>
                  <a:gd name="connsiteY6" fmla="*/ 0 h 216162"/>
                  <a:gd name="connsiteX7" fmla="*/ 18736 w 113461"/>
                  <a:gd name="connsiteY7" fmla="*/ 0 h 216162"/>
                  <a:gd name="connsiteX8" fmla="*/ 18736 w 113461"/>
                  <a:gd name="connsiteY8" fmla="*/ 84658 h 216162"/>
                  <a:gd name="connsiteX9" fmla="*/ 62580 w 113461"/>
                  <a:gd name="connsiteY9" fmla="*/ 62772 h 216162"/>
                  <a:gd name="connsiteX10" fmla="*/ 113462 w 113461"/>
                  <a:gd name="connsiteY10" fmla="*/ 122191 h 216162"/>
                  <a:gd name="connsiteX11" fmla="*/ 113462 w 113461"/>
                  <a:gd name="connsiteY11" fmla="*/ 216162 h 216162"/>
                  <a:gd name="connsiteX12" fmla="*/ 94726 w 113461"/>
                  <a:gd name="connsiteY12" fmla="*/ 216162 h 216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3461" h="216162">
                    <a:moveTo>
                      <a:pt x="94726" y="216069"/>
                    </a:moveTo>
                    <a:lnTo>
                      <a:pt x="94726" y="120701"/>
                    </a:lnTo>
                    <a:cubicBezTo>
                      <a:pt x="94726" y="93133"/>
                      <a:pt x="83694" y="78418"/>
                      <a:pt x="58586" y="78418"/>
                    </a:cubicBezTo>
                    <a:cubicBezTo>
                      <a:pt x="39850" y="78418"/>
                      <a:pt x="26725" y="90991"/>
                      <a:pt x="18736" y="102726"/>
                    </a:cubicBezTo>
                    <a:lnTo>
                      <a:pt x="18736" y="216162"/>
                    </a:lnTo>
                    <a:lnTo>
                      <a:pt x="0" y="216162"/>
                    </a:lnTo>
                    <a:lnTo>
                      <a:pt x="0" y="0"/>
                    </a:lnTo>
                    <a:lnTo>
                      <a:pt x="18736" y="0"/>
                    </a:lnTo>
                    <a:lnTo>
                      <a:pt x="18736" y="84658"/>
                    </a:lnTo>
                    <a:cubicBezTo>
                      <a:pt x="28532" y="71713"/>
                      <a:pt x="43844" y="62772"/>
                      <a:pt x="62580" y="62772"/>
                    </a:cubicBezTo>
                    <a:cubicBezTo>
                      <a:pt x="101193" y="62772"/>
                      <a:pt x="113462" y="86800"/>
                      <a:pt x="113462" y="122191"/>
                    </a:cubicBezTo>
                    <a:lnTo>
                      <a:pt x="113462" y="216162"/>
                    </a:lnTo>
                    <a:lnTo>
                      <a:pt x="94726" y="21616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3A8E3CA4-32DE-7DCA-4909-A4ADD57FF3DE}"/>
                  </a:ext>
                </a:extLst>
              </p:cNvPr>
              <p:cNvSpPr/>
              <p:nvPr/>
            </p:nvSpPr>
            <p:spPr>
              <a:xfrm>
                <a:off x="4338434" y="3352071"/>
                <a:ext cx="128108" cy="156650"/>
              </a:xfrm>
              <a:custGeom>
                <a:avLst/>
                <a:gdLst>
                  <a:gd name="connsiteX0" fmla="*/ 19877 w 128108"/>
                  <a:gd name="connsiteY0" fmla="*/ 84006 h 156650"/>
                  <a:gd name="connsiteX1" fmla="*/ 70759 w 128108"/>
                  <a:gd name="connsiteY1" fmla="*/ 141004 h 156650"/>
                  <a:gd name="connsiteX2" fmla="*/ 113937 w 128108"/>
                  <a:gd name="connsiteY2" fmla="*/ 125730 h 156650"/>
                  <a:gd name="connsiteX3" fmla="*/ 123163 w 128108"/>
                  <a:gd name="connsiteY3" fmla="*/ 138303 h 156650"/>
                  <a:gd name="connsiteX4" fmla="*/ 70759 w 128108"/>
                  <a:gd name="connsiteY4" fmla="*/ 156650 h 156650"/>
                  <a:gd name="connsiteX5" fmla="*/ 0 w 128108"/>
                  <a:gd name="connsiteY5" fmla="*/ 79815 h 156650"/>
                  <a:gd name="connsiteX6" fmla="*/ 65623 w 128108"/>
                  <a:gd name="connsiteY6" fmla="*/ 0 h 156650"/>
                  <a:gd name="connsiteX7" fmla="*/ 128108 w 128108"/>
                  <a:gd name="connsiteY7" fmla="*/ 84006 h 156650"/>
                  <a:gd name="connsiteX8" fmla="*/ 19877 w 128108"/>
                  <a:gd name="connsiteY8" fmla="*/ 84006 h 156650"/>
                  <a:gd name="connsiteX9" fmla="*/ 65528 w 128108"/>
                  <a:gd name="connsiteY9" fmla="*/ 14994 h 156650"/>
                  <a:gd name="connsiteX10" fmla="*/ 19877 w 128108"/>
                  <a:gd name="connsiteY10" fmla="*/ 69012 h 156650"/>
                  <a:gd name="connsiteX11" fmla="*/ 108802 w 128108"/>
                  <a:gd name="connsiteY11" fmla="*/ 69012 h 156650"/>
                  <a:gd name="connsiteX12" fmla="*/ 65623 w 128108"/>
                  <a:gd name="connsiteY12" fmla="*/ 14994 h 156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8108" h="156650">
                    <a:moveTo>
                      <a:pt x="19877" y="84006"/>
                    </a:moveTo>
                    <a:cubicBezTo>
                      <a:pt x="21399" y="122377"/>
                      <a:pt x="44700" y="141004"/>
                      <a:pt x="70759" y="141004"/>
                    </a:cubicBezTo>
                    <a:cubicBezTo>
                      <a:pt x="88829" y="141004"/>
                      <a:pt x="103285" y="133833"/>
                      <a:pt x="113937" y="125730"/>
                    </a:cubicBezTo>
                    <a:lnTo>
                      <a:pt x="123163" y="138303"/>
                    </a:lnTo>
                    <a:cubicBezTo>
                      <a:pt x="109087" y="149106"/>
                      <a:pt x="92824" y="156650"/>
                      <a:pt x="70759" y="156650"/>
                    </a:cubicBezTo>
                    <a:cubicBezTo>
                      <a:pt x="30910" y="156650"/>
                      <a:pt x="0" y="129642"/>
                      <a:pt x="0" y="79815"/>
                    </a:cubicBezTo>
                    <a:cubicBezTo>
                      <a:pt x="0" y="26077"/>
                      <a:pt x="31575" y="0"/>
                      <a:pt x="65623" y="0"/>
                    </a:cubicBezTo>
                    <a:cubicBezTo>
                      <a:pt x="113747" y="0"/>
                      <a:pt x="128108" y="36881"/>
                      <a:pt x="128108" y="84006"/>
                    </a:cubicBezTo>
                    <a:lnTo>
                      <a:pt x="19877" y="84006"/>
                    </a:lnTo>
                    <a:close/>
                    <a:moveTo>
                      <a:pt x="65528" y="14994"/>
                    </a:moveTo>
                    <a:cubicBezTo>
                      <a:pt x="40991" y="14994"/>
                      <a:pt x="22350" y="32969"/>
                      <a:pt x="19877" y="69012"/>
                    </a:cubicBezTo>
                    <a:lnTo>
                      <a:pt x="108802" y="69012"/>
                    </a:lnTo>
                    <a:cubicBezTo>
                      <a:pt x="108231" y="32690"/>
                      <a:pt x="92824" y="14994"/>
                      <a:pt x="65623" y="14994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B925DCDB-0990-C578-9AE7-1634BC3601D5}"/>
                  </a:ext>
                </a:extLst>
              </p:cNvPr>
              <p:cNvSpPr/>
              <p:nvPr/>
            </p:nvSpPr>
            <p:spPr>
              <a:xfrm>
                <a:off x="4595317" y="3352071"/>
                <a:ext cx="123828" cy="213368"/>
              </a:xfrm>
              <a:custGeom>
                <a:avLst/>
                <a:gdLst>
                  <a:gd name="connsiteX0" fmla="*/ 62865 w 123828"/>
                  <a:gd name="connsiteY0" fmla="*/ 156650 h 213368"/>
                  <a:gd name="connsiteX1" fmla="*/ 19687 w 123828"/>
                  <a:gd name="connsiteY1" fmla="*/ 138676 h 213368"/>
                  <a:gd name="connsiteX2" fmla="*/ 19687 w 123828"/>
                  <a:gd name="connsiteY2" fmla="*/ 213368 h 213368"/>
                  <a:gd name="connsiteX3" fmla="*/ 951 w 123828"/>
                  <a:gd name="connsiteY3" fmla="*/ 213368 h 213368"/>
                  <a:gd name="connsiteX4" fmla="*/ 951 w 123828"/>
                  <a:gd name="connsiteY4" fmla="*/ 31479 h 213368"/>
                  <a:gd name="connsiteX5" fmla="*/ 0 w 123828"/>
                  <a:gd name="connsiteY5" fmla="*/ 3260 h 213368"/>
                  <a:gd name="connsiteX6" fmla="*/ 15597 w 123828"/>
                  <a:gd name="connsiteY6" fmla="*/ 3260 h 213368"/>
                  <a:gd name="connsiteX7" fmla="*/ 17119 w 123828"/>
                  <a:gd name="connsiteY7" fmla="*/ 26077 h 213368"/>
                  <a:gd name="connsiteX8" fmla="*/ 65243 w 123828"/>
                  <a:gd name="connsiteY8" fmla="*/ 0 h 213368"/>
                  <a:gd name="connsiteX9" fmla="*/ 123828 w 123828"/>
                  <a:gd name="connsiteY9" fmla="*/ 76835 h 213368"/>
                  <a:gd name="connsiteX10" fmla="*/ 62865 w 123828"/>
                  <a:gd name="connsiteY10" fmla="*/ 156650 h 213368"/>
                  <a:gd name="connsiteX11" fmla="*/ 61058 w 123828"/>
                  <a:gd name="connsiteY11" fmla="*/ 15274 h 213368"/>
                  <a:gd name="connsiteX12" fmla="*/ 19687 w 123828"/>
                  <a:gd name="connsiteY12" fmla="*/ 42003 h 213368"/>
                  <a:gd name="connsiteX13" fmla="*/ 19687 w 123828"/>
                  <a:gd name="connsiteY13" fmla="*/ 123309 h 213368"/>
                  <a:gd name="connsiteX14" fmla="*/ 58300 w 123828"/>
                  <a:gd name="connsiteY14" fmla="*/ 141283 h 213368"/>
                  <a:gd name="connsiteX15" fmla="*/ 104237 w 123828"/>
                  <a:gd name="connsiteY15" fmla="*/ 78232 h 213368"/>
                  <a:gd name="connsiteX16" fmla="*/ 61058 w 123828"/>
                  <a:gd name="connsiteY16" fmla="*/ 15181 h 213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3828" h="213368">
                    <a:moveTo>
                      <a:pt x="62865" y="156650"/>
                    </a:moveTo>
                    <a:cubicBezTo>
                      <a:pt x="44129" y="156650"/>
                      <a:pt x="28817" y="149758"/>
                      <a:pt x="19687" y="138676"/>
                    </a:cubicBezTo>
                    <a:lnTo>
                      <a:pt x="19687" y="213368"/>
                    </a:lnTo>
                    <a:lnTo>
                      <a:pt x="951" y="213368"/>
                    </a:lnTo>
                    <a:lnTo>
                      <a:pt x="951" y="31479"/>
                    </a:lnTo>
                    <a:cubicBezTo>
                      <a:pt x="951" y="24308"/>
                      <a:pt x="380" y="9872"/>
                      <a:pt x="0" y="3260"/>
                    </a:cubicBezTo>
                    <a:lnTo>
                      <a:pt x="15597" y="3260"/>
                    </a:lnTo>
                    <a:lnTo>
                      <a:pt x="17119" y="26077"/>
                    </a:lnTo>
                    <a:cubicBezTo>
                      <a:pt x="27200" y="13132"/>
                      <a:pt x="40420" y="0"/>
                      <a:pt x="65243" y="0"/>
                    </a:cubicBezTo>
                    <a:cubicBezTo>
                      <a:pt x="102334" y="0"/>
                      <a:pt x="123828" y="32131"/>
                      <a:pt x="123828" y="76835"/>
                    </a:cubicBezTo>
                    <a:cubicBezTo>
                      <a:pt x="123828" y="121539"/>
                      <a:pt x="102049" y="156650"/>
                      <a:pt x="62865" y="156650"/>
                    </a:cubicBezTo>
                    <a:close/>
                    <a:moveTo>
                      <a:pt x="61058" y="15274"/>
                    </a:moveTo>
                    <a:cubicBezTo>
                      <a:pt x="40515" y="15274"/>
                      <a:pt x="26440" y="32410"/>
                      <a:pt x="19687" y="42003"/>
                    </a:cubicBezTo>
                    <a:lnTo>
                      <a:pt x="19687" y="123309"/>
                    </a:lnTo>
                    <a:cubicBezTo>
                      <a:pt x="28247" y="132622"/>
                      <a:pt x="39564" y="141283"/>
                      <a:pt x="58300" y="141283"/>
                    </a:cubicBezTo>
                    <a:cubicBezTo>
                      <a:pt x="83123" y="141283"/>
                      <a:pt x="104237" y="121446"/>
                      <a:pt x="104237" y="78232"/>
                    </a:cubicBezTo>
                    <a:cubicBezTo>
                      <a:pt x="104237" y="35018"/>
                      <a:pt x="86166" y="15181"/>
                      <a:pt x="61058" y="15181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FC84E5AD-3787-5947-5889-968000A76294}"/>
                  </a:ext>
                </a:extLst>
              </p:cNvPr>
              <p:cNvSpPr/>
              <p:nvPr/>
            </p:nvSpPr>
            <p:spPr>
              <a:xfrm>
                <a:off x="4752813" y="3351978"/>
                <a:ext cx="136762" cy="156743"/>
              </a:xfrm>
              <a:custGeom>
                <a:avLst/>
                <a:gdLst>
                  <a:gd name="connsiteX0" fmla="*/ 68381 w 136762"/>
                  <a:gd name="connsiteY0" fmla="*/ 156743 h 156743"/>
                  <a:gd name="connsiteX1" fmla="*/ 0 w 136762"/>
                  <a:gd name="connsiteY1" fmla="*/ 77766 h 156743"/>
                  <a:gd name="connsiteX2" fmla="*/ 68381 w 136762"/>
                  <a:gd name="connsiteY2" fmla="*/ 0 h 156743"/>
                  <a:gd name="connsiteX3" fmla="*/ 136763 w 136762"/>
                  <a:gd name="connsiteY3" fmla="*/ 77766 h 156743"/>
                  <a:gd name="connsiteX4" fmla="*/ 68381 w 136762"/>
                  <a:gd name="connsiteY4" fmla="*/ 156743 h 156743"/>
                  <a:gd name="connsiteX5" fmla="*/ 68381 w 136762"/>
                  <a:gd name="connsiteY5" fmla="*/ 15367 h 156743"/>
                  <a:gd name="connsiteX6" fmla="*/ 19687 w 136762"/>
                  <a:gd name="connsiteY6" fmla="*/ 77766 h 156743"/>
                  <a:gd name="connsiteX7" fmla="*/ 68381 w 136762"/>
                  <a:gd name="connsiteY7" fmla="*/ 141376 h 156743"/>
                  <a:gd name="connsiteX8" fmla="*/ 117076 w 136762"/>
                  <a:gd name="connsiteY8" fmla="*/ 77766 h 156743"/>
                  <a:gd name="connsiteX9" fmla="*/ 68381 w 136762"/>
                  <a:gd name="connsiteY9" fmla="*/ 15367 h 156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6762" h="156743">
                    <a:moveTo>
                      <a:pt x="68381" y="156743"/>
                    </a:moveTo>
                    <a:cubicBezTo>
                      <a:pt x="21494" y="156743"/>
                      <a:pt x="0" y="120701"/>
                      <a:pt x="0" y="77766"/>
                    </a:cubicBezTo>
                    <a:cubicBezTo>
                      <a:pt x="0" y="34832"/>
                      <a:pt x="22635" y="0"/>
                      <a:pt x="68381" y="0"/>
                    </a:cubicBezTo>
                    <a:cubicBezTo>
                      <a:pt x="114128" y="0"/>
                      <a:pt x="136763" y="36043"/>
                      <a:pt x="136763" y="77766"/>
                    </a:cubicBezTo>
                    <a:cubicBezTo>
                      <a:pt x="136763" y="119490"/>
                      <a:pt x="116220" y="156743"/>
                      <a:pt x="68381" y="156743"/>
                    </a:cubicBezTo>
                    <a:close/>
                    <a:moveTo>
                      <a:pt x="68381" y="15367"/>
                    </a:moveTo>
                    <a:cubicBezTo>
                      <a:pt x="36806" y="15367"/>
                      <a:pt x="19687" y="41817"/>
                      <a:pt x="19687" y="77766"/>
                    </a:cubicBezTo>
                    <a:cubicBezTo>
                      <a:pt x="19687" y="113716"/>
                      <a:pt x="35665" y="141376"/>
                      <a:pt x="68381" y="141376"/>
                    </a:cubicBezTo>
                    <a:cubicBezTo>
                      <a:pt x="101098" y="141376"/>
                      <a:pt x="117076" y="114088"/>
                      <a:pt x="117076" y="77766"/>
                    </a:cubicBezTo>
                    <a:cubicBezTo>
                      <a:pt x="117076" y="41444"/>
                      <a:pt x="100813" y="15367"/>
                      <a:pt x="68381" y="15367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ED7D7EF6-F8E7-06BC-CBC4-20BDBC6FFEFF}"/>
                  </a:ext>
                </a:extLst>
              </p:cNvPr>
              <p:cNvSpPr/>
              <p:nvPr/>
            </p:nvSpPr>
            <p:spPr>
              <a:xfrm>
                <a:off x="4912686" y="3355331"/>
                <a:ext cx="210089" cy="150037"/>
              </a:xfrm>
              <a:custGeom>
                <a:avLst/>
                <a:gdLst>
                  <a:gd name="connsiteX0" fmla="*/ 165390 w 210089"/>
                  <a:gd name="connsiteY0" fmla="*/ 150038 h 150037"/>
                  <a:gd name="connsiteX1" fmla="*/ 141518 w 210089"/>
                  <a:gd name="connsiteY1" fmla="*/ 150038 h 150037"/>
                  <a:gd name="connsiteX2" fmla="*/ 115174 w 210089"/>
                  <a:gd name="connsiteY2" fmla="*/ 60909 h 150037"/>
                  <a:gd name="connsiteX3" fmla="*/ 105092 w 210089"/>
                  <a:gd name="connsiteY3" fmla="*/ 23376 h 150037"/>
                  <a:gd name="connsiteX4" fmla="*/ 95011 w 210089"/>
                  <a:gd name="connsiteY4" fmla="*/ 60909 h 150037"/>
                  <a:gd name="connsiteX5" fmla="*/ 67716 w 210089"/>
                  <a:gd name="connsiteY5" fmla="*/ 150038 h 150037"/>
                  <a:gd name="connsiteX6" fmla="*/ 44129 w 210089"/>
                  <a:gd name="connsiteY6" fmla="*/ 150038 h 150037"/>
                  <a:gd name="connsiteX7" fmla="*/ 0 w 210089"/>
                  <a:gd name="connsiteY7" fmla="*/ 0 h 150037"/>
                  <a:gd name="connsiteX8" fmla="*/ 19877 w 210089"/>
                  <a:gd name="connsiteY8" fmla="*/ 0 h 150037"/>
                  <a:gd name="connsiteX9" fmla="*/ 48029 w 210089"/>
                  <a:gd name="connsiteY9" fmla="*/ 95741 h 150037"/>
                  <a:gd name="connsiteX10" fmla="*/ 56588 w 210089"/>
                  <a:gd name="connsiteY10" fmla="*/ 129921 h 150037"/>
                  <a:gd name="connsiteX11" fmla="*/ 65814 w 210089"/>
                  <a:gd name="connsiteY11" fmla="*/ 95741 h 150037"/>
                  <a:gd name="connsiteX12" fmla="*/ 94631 w 210089"/>
                  <a:gd name="connsiteY12" fmla="*/ 0 h 150037"/>
                  <a:gd name="connsiteX13" fmla="*/ 116410 w 210089"/>
                  <a:gd name="connsiteY13" fmla="*/ 0 h 150037"/>
                  <a:gd name="connsiteX14" fmla="*/ 145227 w 210089"/>
                  <a:gd name="connsiteY14" fmla="*/ 95741 h 150037"/>
                  <a:gd name="connsiteX15" fmla="*/ 154072 w 210089"/>
                  <a:gd name="connsiteY15" fmla="*/ 129921 h 150037"/>
                  <a:gd name="connsiteX16" fmla="*/ 162917 w 210089"/>
                  <a:gd name="connsiteY16" fmla="*/ 95741 h 150037"/>
                  <a:gd name="connsiteX17" fmla="*/ 191734 w 210089"/>
                  <a:gd name="connsiteY17" fmla="*/ 0 h 150037"/>
                  <a:gd name="connsiteX18" fmla="*/ 210090 w 210089"/>
                  <a:gd name="connsiteY18" fmla="*/ 0 h 150037"/>
                  <a:gd name="connsiteX19" fmla="*/ 165295 w 210089"/>
                  <a:gd name="connsiteY19" fmla="*/ 150038 h 150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10089" h="150037">
                    <a:moveTo>
                      <a:pt x="165390" y="150038"/>
                    </a:moveTo>
                    <a:lnTo>
                      <a:pt x="141518" y="150038"/>
                    </a:lnTo>
                    <a:lnTo>
                      <a:pt x="115174" y="60909"/>
                    </a:lnTo>
                    <a:cubicBezTo>
                      <a:pt x="111179" y="47125"/>
                      <a:pt x="105092" y="23376"/>
                      <a:pt x="105092" y="23376"/>
                    </a:cubicBezTo>
                    <a:cubicBezTo>
                      <a:pt x="105092" y="23376"/>
                      <a:pt x="99291" y="46474"/>
                      <a:pt x="95011" y="60909"/>
                    </a:cubicBezTo>
                    <a:lnTo>
                      <a:pt x="67716" y="150038"/>
                    </a:lnTo>
                    <a:lnTo>
                      <a:pt x="44129" y="150038"/>
                    </a:lnTo>
                    <a:lnTo>
                      <a:pt x="0" y="0"/>
                    </a:lnTo>
                    <a:lnTo>
                      <a:pt x="19877" y="0"/>
                    </a:lnTo>
                    <a:lnTo>
                      <a:pt x="48029" y="95741"/>
                    </a:lnTo>
                    <a:cubicBezTo>
                      <a:pt x="51738" y="108314"/>
                      <a:pt x="56588" y="129921"/>
                      <a:pt x="56588" y="129921"/>
                    </a:cubicBezTo>
                    <a:cubicBezTo>
                      <a:pt x="56588" y="129921"/>
                      <a:pt x="62104" y="108314"/>
                      <a:pt x="65814" y="95741"/>
                    </a:cubicBezTo>
                    <a:lnTo>
                      <a:pt x="94631" y="0"/>
                    </a:lnTo>
                    <a:lnTo>
                      <a:pt x="116410" y="0"/>
                    </a:lnTo>
                    <a:lnTo>
                      <a:pt x="145227" y="95741"/>
                    </a:lnTo>
                    <a:cubicBezTo>
                      <a:pt x="149222" y="109245"/>
                      <a:pt x="154072" y="129921"/>
                      <a:pt x="154072" y="129921"/>
                    </a:cubicBezTo>
                    <a:cubicBezTo>
                      <a:pt x="154072" y="129921"/>
                      <a:pt x="159018" y="108873"/>
                      <a:pt x="162917" y="95741"/>
                    </a:cubicBezTo>
                    <a:lnTo>
                      <a:pt x="191734" y="0"/>
                    </a:lnTo>
                    <a:lnTo>
                      <a:pt x="210090" y="0"/>
                    </a:lnTo>
                    <a:lnTo>
                      <a:pt x="165295" y="150038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07D586E4-E465-AB2D-0357-CCE3C8416917}"/>
                  </a:ext>
                </a:extLst>
              </p:cNvPr>
              <p:cNvSpPr/>
              <p:nvPr/>
            </p:nvSpPr>
            <p:spPr>
              <a:xfrm>
                <a:off x="5146838" y="3352071"/>
                <a:ext cx="128108" cy="156650"/>
              </a:xfrm>
              <a:custGeom>
                <a:avLst/>
                <a:gdLst>
                  <a:gd name="connsiteX0" fmla="*/ 19877 w 128108"/>
                  <a:gd name="connsiteY0" fmla="*/ 84006 h 156650"/>
                  <a:gd name="connsiteX1" fmla="*/ 70759 w 128108"/>
                  <a:gd name="connsiteY1" fmla="*/ 141004 h 156650"/>
                  <a:gd name="connsiteX2" fmla="*/ 113937 w 128108"/>
                  <a:gd name="connsiteY2" fmla="*/ 125730 h 156650"/>
                  <a:gd name="connsiteX3" fmla="*/ 123163 w 128108"/>
                  <a:gd name="connsiteY3" fmla="*/ 138303 h 156650"/>
                  <a:gd name="connsiteX4" fmla="*/ 70759 w 128108"/>
                  <a:gd name="connsiteY4" fmla="*/ 156650 h 156650"/>
                  <a:gd name="connsiteX5" fmla="*/ 0 w 128108"/>
                  <a:gd name="connsiteY5" fmla="*/ 79815 h 156650"/>
                  <a:gd name="connsiteX6" fmla="*/ 65623 w 128108"/>
                  <a:gd name="connsiteY6" fmla="*/ 0 h 156650"/>
                  <a:gd name="connsiteX7" fmla="*/ 128108 w 128108"/>
                  <a:gd name="connsiteY7" fmla="*/ 84006 h 156650"/>
                  <a:gd name="connsiteX8" fmla="*/ 19877 w 128108"/>
                  <a:gd name="connsiteY8" fmla="*/ 84006 h 156650"/>
                  <a:gd name="connsiteX9" fmla="*/ 65528 w 128108"/>
                  <a:gd name="connsiteY9" fmla="*/ 14994 h 156650"/>
                  <a:gd name="connsiteX10" fmla="*/ 19877 w 128108"/>
                  <a:gd name="connsiteY10" fmla="*/ 69012 h 156650"/>
                  <a:gd name="connsiteX11" fmla="*/ 108802 w 128108"/>
                  <a:gd name="connsiteY11" fmla="*/ 69012 h 156650"/>
                  <a:gd name="connsiteX12" fmla="*/ 65623 w 128108"/>
                  <a:gd name="connsiteY12" fmla="*/ 14994 h 156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8108" h="156650">
                    <a:moveTo>
                      <a:pt x="19877" y="84006"/>
                    </a:moveTo>
                    <a:cubicBezTo>
                      <a:pt x="21399" y="122377"/>
                      <a:pt x="44700" y="141004"/>
                      <a:pt x="70759" y="141004"/>
                    </a:cubicBezTo>
                    <a:cubicBezTo>
                      <a:pt x="88829" y="141004"/>
                      <a:pt x="103285" y="133833"/>
                      <a:pt x="113937" y="125730"/>
                    </a:cubicBezTo>
                    <a:lnTo>
                      <a:pt x="123163" y="138303"/>
                    </a:lnTo>
                    <a:cubicBezTo>
                      <a:pt x="109087" y="149106"/>
                      <a:pt x="92824" y="156650"/>
                      <a:pt x="70759" y="156650"/>
                    </a:cubicBezTo>
                    <a:cubicBezTo>
                      <a:pt x="30910" y="156650"/>
                      <a:pt x="0" y="129642"/>
                      <a:pt x="0" y="79815"/>
                    </a:cubicBezTo>
                    <a:cubicBezTo>
                      <a:pt x="0" y="26077"/>
                      <a:pt x="31575" y="0"/>
                      <a:pt x="65623" y="0"/>
                    </a:cubicBezTo>
                    <a:cubicBezTo>
                      <a:pt x="113747" y="0"/>
                      <a:pt x="128108" y="36881"/>
                      <a:pt x="128108" y="84006"/>
                    </a:cubicBezTo>
                    <a:lnTo>
                      <a:pt x="19877" y="84006"/>
                    </a:lnTo>
                    <a:close/>
                    <a:moveTo>
                      <a:pt x="65528" y="14994"/>
                    </a:moveTo>
                    <a:cubicBezTo>
                      <a:pt x="40991" y="14994"/>
                      <a:pt x="22350" y="32969"/>
                      <a:pt x="19877" y="69012"/>
                    </a:cubicBezTo>
                    <a:lnTo>
                      <a:pt x="108802" y="69012"/>
                    </a:lnTo>
                    <a:cubicBezTo>
                      <a:pt x="108231" y="32690"/>
                      <a:pt x="92824" y="14994"/>
                      <a:pt x="65623" y="14994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81E13D92-22E1-9C7D-6592-FE86086B22D4}"/>
                  </a:ext>
                </a:extLst>
              </p:cNvPr>
              <p:cNvSpPr/>
              <p:nvPr/>
            </p:nvSpPr>
            <p:spPr>
              <a:xfrm>
                <a:off x="5314796" y="3351978"/>
                <a:ext cx="81506" cy="153390"/>
              </a:xfrm>
              <a:custGeom>
                <a:avLst/>
                <a:gdLst>
                  <a:gd name="connsiteX0" fmla="*/ 76370 w 81506"/>
                  <a:gd name="connsiteY0" fmla="*/ 21700 h 153390"/>
                  <a:gd name="connsiteX1" fmla="*/ 59822 w 81506"/>
                  <a:gd name="connsiteY1" fmla="*/ 17509 h 153390"/>
                  <a:gd name="connsiteX2" fmla="*/ 19687 w 81506"/>
                  <a:gd name="connsiteY2" fmla="*/ 46287 h 153390"/>
                  <a:gd name="connsiteX3" fmla="*/ 19687 w 81506"/>
                  <a:gd name="connsiteY3" fmla="*/ 153391 h 153390"/>
                  <a:gd name="connsiteX4" fmla="*/ 951 w 81506"/>
                  <a:gd name="connsiteY4" fmla="*/ 153391 h 153390"/>
                  <a:gd name="connsiteX5" fmla="*/ 951 w 81506"/>
                  <a:gd name="connsiteY5" fmla="*/ 30641 h 153390"/>
                  <a:gd name="connsiteX6" fmla="*/ 0 w 81506"/>
                  <a:gd name="connsiteY6" fmla="*/ 3353 h 153390"/>
                  <a:gd name="connsiteX7" fmla="*/ 15027 w 81506"/>
                  <a:gd name="connsiteY7" fmla="*/ 3353 h 153390"/>
                  <a:gd name="connsiteX8" fmla="*/ 16834 w 81506"/>
                  <a:gd name="connsiteY8" fmla="*/ 28219 h 153390"/>
                  <a:gd name="connsiteX9" fmla="*/ 63721 w 81506"/>
                  <a:gd name="connsiteY9" fmla="*/ 0 h 153390"/>
                  <a:gd name="connsiteX10" fmla="*/ 81506 w 81506"/>
                  <a:gd name="connsiteY10" fmla="*/ 2701 h 153390"/>
                  <a:gd name="connsiteX11" fmla="*/ 76275 w 81506"/>
                  <a:gd name="connsiteY11" fmla="*/ 21607 h 153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1506" h="153390">
                    <a:moveTo>
                      <a:pt x="76370" y="21700"/>
                    </a:moveTo>
                    <a:cubicBezTo>
                      <a:pt x="71425" y="18999"/>
                      <a:pt x="66289" y="17509"/>
                      <a:pt x="59822" y="17509"/>
                    </a:cubicBezTo>
                    <a:cubicBezTo>
                      <a:pt x="41086" y="17509"/>
                      <a:pt x="29768" y="28871"/>
                      <a:pt x="19687" y="46287"/>
                    </a:cubicBezTo>
                    <a:lnTo>
                      <a:pt x="19687" y="153391"/>
                    </a:lnTo>
                    <a:lnTo>
                      <a:pt x="951" y="153391"/>
                    </a:lnTo>
                    <a:lnTo>
                      <a:pt x="951" y="30641"/>
                    </a:lnTo>
                    <a:cubicBezTo>
                      <a:pt x="951" y="25519"/>
                      <a:pt x="380" y="8475"/>
                      <a:pt x="0" y="3353"/>
                    </a:cubicBezTo>
                    <a:lnTo>
                      <a:pt x="15027" y="3353"/>
                    </a:lnTo>
                    <a:lnTo>
                      <a:pt x="16834" y="28219"/>
                    </a:lnTo>
                    <a:cubicBezTo>
                      <a:pt x="26059" y="11083"/>
                      <a:pt x="41371" y="0"/>
                      <a:pt x="63721" y="0"/>
                    </a:cubicBezTo>
                    <a:cubicBezTo>
                      <a:pt x="70189" y="0"/>
                      <a:pt x="76275" y="931"/>
                      <a:pt x="81506" y="2701"/>
                    </a:cubicBezTo>
                    <a:lnTo>
                      <a:pt x="76275" y="21607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864D81E4-298C-1C8B-5420-D3F444B7F095}"/>
                  </a:ext>
                </a:extLst>
              </p:cNvPr>
              <p:cNvSpPr/>
              <p:nvPr/>
            </p:nvSpPr>
            <p:spPr>
              <a:xfrm>
                <a:off x="5510715" y="3289300"/>
                <a:ext cx="123923" cy="219422"/>
              </a:xfrm>
              <a:custGeom>
                <a:avLst/>
                <a:gdLst>
                  <a:gd name="connsiteX0" fmla="*/ 63436 w 123923"/>
                  <a:gd name="connsiteY0" fmla="*/ 219422 h 219422"/>
                  <a:gd name="connsiteX1" fmla="*/ 17119 w 123923"/>
                  <a:gd name="connsiteY1" fmla="*/ 199026 h 219422"/>
                  <a:gd name="connsiteX2" fmla="*/ 15597 w 123923"/>
                  <a:gd name="connsiteY2" fmla="*/ 216162 h 219422"/>
                  <a:gd name="connsiteX3" fmla="*/ 0 w 123923"/>
                  <a:gd name="connsiteY3" fmla="*/ 216162 h 219422"/>
                  <a:gd name="connsiteX4" fmla="*/ 951 w 123923"/>
                  <a:gd name="connsiteY4" fmla="*/ 187943 h 219422"/>
                  <a:gd name="connsiteX5" fmla="*/ 951 w 123923"/>
                  <a:gd name="connsiteY5" fmla="*/ 0 h 219422"/>
                  <a:gd name="connsiteX6" fmla="*/ 19687 w 123923"/>
                  <a:gd name="connsiteY6" fmla="*/ 0 h 219422"/>
                  <a:gd name="connsiteX7" fmla="*/ 19687 w 123923"/>
                  <a:gd name="connsiteY7" fmla="*/ 86707 h 219422"/>
                  <a:gd name="connsiteX8" fmla="*/ 65053 w 123923"/>
                  <a:gd name="connsiteY8" fmla="*/ 62679 h 219422"/>
                  <a:gd name="connsiteX9" fmla="*/ 123924 w 123923"/>
                  <a:gd name="connsiteY9" fmla="*/ 140445 h 219422"/>
                  <a:gd name="connsiteX10" fmla="*/ 63531 w 123923"/>
                  <a:gd name="connsiteY10" fmla="*/ 219422 h 219422"/>
                  <a:gd name="connsiteX11" fmla="*/ 60963 w 123923"/>
                  <a:gd name="connsiteY11" fmla="*/ 78046 h 219422"/>
                  <a:gd name="connsiteX12" fmla="*/ 19592 w 123923"/>
                  <a:gd name="connsiteY12" fmla="*/ 105334 h 219422"/>
                  <a:gd name="connsiteX13" fmla="*/ 19592 w 123923"/>
                  <a:gd name="connsiteY13" fmla="*/ 186080 h 219422"/>
                  <a:gd name="connsiteX14" fmla="*/ 58776 w 123923"/>
                  <a:gd name="connsiteY14" fmla="*/ 204055 h 219422"/>
                  <a:gd name="connsiteX15" fmla="*/ 104141 w 123923"/>
                  <a:gd name="connsiteY15" fmla="*/ 141004 h 219422"/>
                  <a:gd name="connsiteX16" fmla="*/ 60963 w 123923"/>
                  <a:gd name="connsiteY16" fmla="*/ 77953 h 219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3923" h="219422">
                    <a:moveTo>
                      <a:pt x="63436" y="219422"/>
                    </a:moveTo>
                    <a:cubicBezTo>
                      <a:pt x="41086" y="219422"/>
                      <a:pt x="27010" y="211040"/>
                      <a:pt x="17119" y="199026"/>
                    </a:cubicBezTo>
                    <a:lnTo>
                      <a:pt x="15597" y="216162"/>
                    </a:lnTo>
                    <a:lnTo>
                      <a:pt x="0" y="216162"/>
                    </a:lnTo>
                    <a:cubicBezTo>
                      <a:pt x="285" y="209550"/>
                      <a:pt x="951" y="195114"/>
                      <a:pt x="951" y="187943"/>
                    </a:cubicBezTo>
                    <a:lnTo>
                      <a:pt x="951" y="0"/>
                    </a:lnTo>
                    <a:lnTo>
                      <a:pt x="19687" y="0"/>
                    </a:lnTo>
                    <a:lnTo>
                      <a:pt x="19687" y="86707"/>
                    </a:lnTo>
                    <a:cubicBezTo>
                      <a:pt x="27961" y="75904"/>
                      <a:pt x="40801" y="62679"/>
                      <a:pt x="65053" y="62679"/>
                    </a:cubicBezTo>
                    <a:cubicBezTo>
                      <a:pt x="100908" y="62679"/>
                      <a:pt x="123924" y="92668"/>
                      <a:pt x="123924" y="140445"/>
                    </a:cubicBezTo>
                    <a:cubicBezTo>
                      <a:pt x="123924" y="184311"/>
                      <a:pt x="103381" y="219422"/>
                      <a:pt x="63531" y="219422"/>
                    </a:cubicBezTo>
                    <a:close/>
                    <a:moveTo>
                      <a:pt x="60963" y="78046"/>
                    </a:moveTo>
                    <a:cubicBezTo>
                      <a:pt x="39849" y="78046"/>
                      <a:pt x="26059" y="95462"/>
                      <a:pt x="19592" y="105334"/>
                    </a:cubicBezTo>
                    <a:lnTo>
                      <a:pt x="19592" y="186080"/>
                    </a:lnTo>
                    <a:cubicBezTo>
                      <a:pt x="29673" y="196325"/>
                      <a:pt x="39849" y="204055"/>
                      <a:pt x="58776" y="204055"/>
                    </a:cubicBezTo>
                    <a:cubicBezTo>
                      <a:pt x="85405" y="204055"/>
                      <a:pt x="104141" y="180679"/>
                      <a:pt x="104141" y="141004"/>
                    </a:cubicBezTo>
                    <a:cubicBezTo>
                      <a:pt x="104141" y="93878"/>
                      <a:pt x="82647" y="77953"/>
                      <a:pt x="60963" y="77953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3C533859-0C24-38EC-7F81-3ED1D0598C43}"/>
                  </a:ext>
                </a:extLst>
              </p:cNvPr>
              <p:cNvSpPr/>
              <p:nvPr/>
            </p:nvSpPr>
            <p:spPr>
              <a:xfrm>
                <a:off x="5668021" y="3352071"/>
                <a:ext cx="128108" cy="156650"/>
              </a:xfrm>
              <a:custGeom>
                <a:avLst/>
                <a:gdLst>
                  <a:gd name="connsiteX0" fmla="*/ 19877 w 128108"/>
                  <a:gd name="connsiteY0" fmla="*/ 84006 h 156650"/>
                  <a:gd name="connsiteX1" fmla="*/ 70759 w 128108"/>
                  <a:gd name="connsiteY1" fmla="*/ 141004 h 156650"/>
                  <a:gd name="connsiteX2" fmla="*/ 113937 w 128108"/>
                  <a:gd name="connsiteY2" fmla="*/ 125730 h 156650"/>
                  <a:gd name="connsiteX3" fmla="*/ 123163 w 128108"/>
                  <a:gd name="connsiteY3" fmla="*/ 138303 h 156650"/>
                  <a:gd name="connsiteX4" fmla="*/ 70759 w 128108"/>
                  <a:gd name="connsiteY4" fmla="*/ 156650 h 156650"/>
                  <a:gd name="connsiteX5" fmla="*/ 0 w 128108"/>
                  <a:gd name="connsiteY5" fmla="*/ 79815 h 156650"/>
                  <a:gd name="connsiteX6" fmla="*/ 65623 w 128108"/>
                  <a:gd name="connsiteY6" fmla="*/ 0 h 156650"/>
                  <a:gd name="connsiteX7" fmla="*/ 128108 w 128108"/>
                  <a:gd name="connsiteY7" fmla="*/ 84006 h 156650"/>
                  <a:gd name="connsiteX8" fmla="*/ 19877 w 128108"/>
                  <a:gd name="connsiteY8" fmla="*/ 84006 h 156650"/>
                  <a:gd name="connsiteX9" fmla="*/ 65528 w 128108"/>
                  <a:gd name="connsiteY9" fmla="*/ 14994 h 156650"/>
                  <a:gd name="connsiteX10" fmla="*/ 19877 w 128108"/>
                  <a:gd name="connsiteY10" fmla="*/ 69012 h 156650"/>
                  <a:gd name="connsiteX11" fmla="*/ 108802 w 128108"/>
                  <a:gd name="connsiteY11" fmla="*/ 69012 h 156650"/>
                  <a:gd name="connsiteX12" fmla="*/ 65623 w 128108"/>
                  <a:gd name="connsiteY12" fmla="*/ 14994 h 156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8108" h="156650">
                    <a:moveTo>
                      <a:pt x="19877" y="84006"/>
                    </a:moveTo>
                    <a:cubicBezTo>
                      <a:pt x="21399" y="122377"/>
                      <a:pt x="44700" y="141004"/>
                      <a:pt x="70759" y="141004"/>
                    </a:cubicBezTo>
                    <a:cubicBezTo>
                      <a:pt x="88829" y="141004"/>
                      <a:pt x="103285" y="133833"/>
                      <a:pt x="113937" y="125730"/>
                    </a:cubicBezTo>
                    <a:lnTo>
                      <a:pt x="123163" y="138303"/>
                    </a:lnTo>
                    <a:cubicBezTo>
                      <a:pt x="109087" y="149106"/>
                      <a:pt x="92824" y="156650"/>
                      <a:pt x="70759" y="156650"/>
                    </a:cubicBezTo>
                    <a:cubicBezTo>
                      <a:pt x="30910" y="156650"/>
                      <a:pt x="0" y="129642"/>
                      <a:pt x="0" y="79815"/>
                    </a:cubicBezTo>
                    <a:cubicBezTo>
                      <a:pt x="0" y="26077"/>
                      <a:pt x="31575" y="0"/>
                      <a:pt x="65623" y="0"/>
                    </a:cubicBezTo>
                    <a:cubicBezTo>
                      <a:pt x="113747" y="0"/>
                      <a:pt x="128108" y="36881"/>
                      <a:pt x="128108" y="84006"/>
                    </a:cubicBezTo>
                    <a:lnTo>
                      <a:pt x="19877" y="84006"/>
                    </a:lnTo>
                    <a:close/>
                    <a:moveTo>
                      <a:pt x="65528" y="14994"/>
                    </a:moveTo>
                    <a:cubicBezTo>
                      <a:pt x="40991" y="14994"/>
                      <a:pt x="22350" y="32969"/>
                      <a:pt x="19877" y="69012"/>
                    </a:cubicBezTo>
                    <a:lnTo>
                      <a:pt x="108802" y="69012"/>
                    </a:lnTo>
                    <a:cubicBezTo>
                      <a:pt x="108231" y="32690"/>
                      <a:pt x="92824" y="14994"/>
                      <a:pt x="65623" y="14994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6247E42C-15E9-3757-7D6D-BDA37A177DE6}"/>
                  </a:ext>
                </a:extLst>
              </p:cNvPr>
              <p:cNvSpPr/>
              <p:nvPr/>
            </p:nvSpPr>
            <p:spPr>
              <a:xfrm>
                <a:off x="5836835" y="3289300"/>
                <a:ext cx="113461" cy="216162"/>
              </a:xfrm>
              <a:custGeom>
                <a:avLst/>
                <a:gdLst>
                  <a:gd name="connsiteX0" fmla="*/ 94726 w 113461"/>
                  <a:gd name="connsiteY0" fmla="*/ 216069 h 216162"/>
                  <a:gd name="connsiteX1" fmla="*/ 94726 w 113461"/>
                  <a:gd name="connsiteY1" fmla="*/ 120701 h 216162"/>
                  <a:gd name="connsiteX2" fmla="*/ 58586 w 113461"/>
                  <a:gd name="connsiteY2" fmla="*/ 78418 h 216162"/>
                  <a:gd name="connsiteX3" fmla="*/ 18736 w 113461"/>
                  <a:gd name="connsiteY3" fmla="*/ 102726 h 216162"/>
                  <a:gd name="connsiteX4" fmla="*/ 18736 w 113461"/>
                  <a:gd name="connsiteY4" fmla="*/ 216162 h 216162"/>
                  <a:gd name="connsiteX5" fmla="*/ 0 w 113461"/>
                  <a:gd name="connsiteY5" fmla="*/ 216162 h 216162"/>
                  <a:gd name="connsiteX6" fmla="*/ 0 w 113461"/>
                  <a:gd name="connsiteY6" fmla="*/ 0 h 216162"/>
                  <a:gd name="connsiteX7" fmla="*/ 18736 w 113461"/>
                  <a:gd name="connsiteY7" fmla="*/ 0 h 216162"/>
                  <a:gd name="connsiteX8" fmla="*/ 18736 w 113461"/>
                  <a:gd name="connsiteY8" fmla="*/ 84658 h 216162"/>
                  <a:gd name="connsiteX9" fmla="*/ 62580 w 113461"/>
                  <a:gd name="connsiteY9" fmla="*/ 62772 h 216162"/>
                  <a:gd name="connsiteX10" fmla="*/ 113462 w 113461"/>
                  <a:gd name="connsiteY10" fmla="*/ 122191 h 216162"/>
                  <a:gd name="connsiteX11" fmla="*/ 113462 w 113461"/>
                  <a:gd name="connsiteY11" fmla="*/ 216162 h 216162"/>
                  <a:gd name="connsiteX12" fmla="*/ 94726 w 113461"/>
                  <a:gd name="connsiteY12" fmla="*/ 216162 h 216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3461" h="216162">
                    <a:moveTo>
                      <a:pt x="94726" y="216069"/>
                    </a:moveTo>
                    <a:lnTo>
                      <a:pt x="94726" y="120701"/>
                    </a:lnTo>
                    <a:cubicBezTo>
                      <a:pt x="94726" y="93133"/>
                      <a:pt x="83694" y="78418"/>
                      <a:pt x="58586" y="78418"/>
                    </a:cubicBezTo>
                    <a:cubicBezTo>
                      <a:pt x="39850" y="78418"/>
                      <a:pt x="26725" y="90991"/>
                      <a:pt x="18736" y="102726"/>
                    </a:cubicBezTo>
                    <a:lnTo>
                      <a:pt x="18736" y="216162"/>
                    </a:lnTo>
                    <a:lnTo>
                      <a:pt x="0" y="216162"/>
                    </a:lnTo>
                    <a:lnTo>
                      <a:pt x="0" y="0"/>
                    </a:lnTo>
                    <a:lnTo>
                      <a:pt x="18736" y="0"/>
                    </a:lnTo>
                    <a:lnTo>
                      <a:pt x="18736" y="84658"/>
                    </a:lnTo>
                    <a:cubicBezTo>
                      <a:pt x="28532" y="71713"/>
                      <a:pt x="43844" y="62772"/>
                      <a:pt x="62580" y="62772"/>
                    </a:cubicBezTo>
                    <a:cubicBezTo>
                      <a:pt x="101193" y="62772"/>
                      <a:pt x="113462" y="86800"/>
                      <a:pt x="113462" y="122191"/>
                    </a:cubicBezTo>
                    <a:lnTo>
                      <a:pt x="113462" y="216162"/>
                    </a:lnTo>
                    <a:lnTo>
                      <a:pt x="94726" y="21616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920B41CE-278D-AD27-34C6-2E585D28CC89}"/>
                  </a:ext>
                </a:extLst>
              </p:cNvPr>
              <p:cNvSpPr/>
              <p:nvPr/>
            </p:nvSpPr>
            <p:spPr>
              <a:xfrm>
                <a:off x="5999371" y="3289300"/>
                <a:ext cx="21779" cy="216069"/>
              </a:xfrm>
              <a:custGeom>
                <a:avLst/>
                <a:gdLst>
                  <a:gd name="connsiteX0" fmla="*/ 0 w 21779"/>
                  <a:gd name="connsiteY0" fmla="*/ 23097 h 216069"/>
                  <a:gd name="connsiteX1" fmla="*/ 0 w 21779"/>
                  <a:gd name="connsiteY1" fmla="*/ 0 h 216069"/>
                  <a:gd name="connsiteX2" fmla="*/ 21779 w 21779"/>
                  <a:gd name="connsiteY2" fmla="*/ 0 h 216069"/>
                  <a:gd name="connsiteX3" fmla="*/ 21779 w 21779"/>
                  <a:gd name="connsiteY3" fmla="*/ 23097 h 216069"/>
                  <a:gd name="connsiteX4" fmla="*/ 0 w 21779"/>
                  <a:gd name="connsiteY4" fmla="*/ 23097 h 216069"/>
                  <a:gd name="connsiteX5" fmla="*/ 1522 w 21779"/>
                  <a:gd name="connsiteY5" fmla="*/ 216069 h 216069"/>
                  <a:gd name="connsiteX6" fmla="*/ 1522 w 21779"/>
                  <a:gd name="connsiteY6" fmla="*/ 66032 h 216069"/>
                  <a:gd name="connsiteX7" fmla="*/ 20258 w 21779"/>
                  <a:gd name="connsiteY7" fmla="*/ 66032 h 216069"/>
                  <a:gd name="connsiteX8" fmla="*/ 20258 w 21779"/>
                  <a:gd name="connsiteY8" fmla="*/ 216069 h 216069"/>
                  <a:gd name="connsiteX9" fmla="*/ 1522 w 21779"/>
                  <a:gd name="connsiteY9" fmla="*/ 216069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779" h="216069">
                    <a:moveTo>
                      <a:pt x="0" y="23097"/>
                    </a:moveTo>
                    <a:lnTo>
                      <a:pt x="0" y="0"/>
                    </a:lnTo>
                    <a:lnTo>
                      <a:pt x="21779" y="0"/>
                    </a:lnTo>
                    <a:lnTo>
                      <a:pt x="21779" y="23097"/>
                    </a:lnTo>
                    <a:lnTo>
                      <a:pt x="0" y="23097"/>
                    </a:lnTo>
                    <a:close/>
                    <a:moveTo>
                      <a:pt x="1522" y="216069"/>
                    </a:moveTo>
                    <a:lnTo>
                      <a:pt x="1522" y="66032"/>
                    </a:lnTo>
                    <a:lnTo>
                      <a:pt x="20258" y="66032"/>
                    </a:lnTo>
                    <a:lnTo>
                      <a:pt x="20258" y="216069"/>
                    </a:lnTo>
                    <a:lnTo>
                      <a:pt x="1522" y="21606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666CF8BF-54E3-4CBE-AFAE-2D01E2CAD406}"/>
                  </a:ext>
                </a:extLst>
              </p:cNvPr>
              <p:cNvSpPr/>
              <p:nvPr/>
            </p:nvSpPr>
            <p:spPr>
              <a:xfrm>
                <a:off x="6069179" y="3351978"/>
                <a:ext cx="114222" cy="153390"/>
              </a:xfrm>
              <a:custGeom>
                <a:avLst/>
                <a:gdLst>
                  <a:gd name="connsiteX0" fmla="*/ 95677 w 114222"/>
                  <a:gd name="connsiteY0" fmla="*/ 153391 h 153390"/>
                  <a:gd name="connsiteX1" fmla="*/ 95677 w 114222"/>
                  <a:gd name="connsiteY1" fmla="*/ 58301 h 153390"/>
                  <a:gd name="connsiteX2" fmla="*/ 59537 w 114222"/>
                  <a:gd name="connsiteY2" fmla="*/ 15646 h 153390"/>
                  <a:gd name="connsiteX3" fmla="*/ 19687 w 114222"/>
                  <a:gd name="connsiteY3" fmla="*/ 39954 h 153390"/>
                  <a:gd name="connsiteX4" fmla="*/ 19687 w 114222"/>
                  <a:gd name="connsiteY4" fmla="*/ 153391 h 153390"/>
                  <a:gd name="connsiteX5" fmla="*/ 951 w 114222"/>
                  <a:gd name="connsiteY5" fmla="*/ 153391 h 153390"/>
                  <a:gd name="connsiteX6" fmla="*/ 951 w 114222"/>
                  <a:gd name="connsiteY6" fmla="*/ 30920 h 153390"/>
                  <a:gd name="connsiteX7" fmla="*/ 0 w 114222"/>
                  <a:gd name="connsiteY7" fmla="*/ 3353 h 153390"/>
                  <a:gd name="connsiteX8" fmla="*/ 15598 w 114222"/>
                  <a:gd name="connsiteY8" fmla="*/ 3353 h 153390"/>
                  <a:gd name="connsiteX9" fmla="*/ 17119 w 114222"/>
                  <a:gd name="connsiteY9" fmla="*/ 24028 h 153390"/>
                  <a:gd name="connsiteX10" fmla="*/ 63056 w 114222"/>
                  <a:gd name="connsiteY10" fmla="*/ 0 h 153390"/>
                  <a:gd name="connsiteX11" fmla="*/ 114223 w 114222"/>
                  <a:gd name="connsiteY11" fmla="*/ 59419 h 153390"/>
                  <a:gd name="connsiteX12" fmla="*/ 114223 w 114222"/>
                  <a:gd name="connsiteY12" fmla="*/ 153391 h 153390"/>
                  <a:gd name="connsiteX13" fmla="*/ 95487 w 114222"/>
                  <a:gd name="connsiteY13" fmla="*/ 153391 h 153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14222" h="153390">
                    <a:moveTo>
                      <a:pt x="95677" y="153391"/>
                    </a:moveTo>
                    <a:lnTo>
                      <a:pt x="95677" y="58301"/>
                    </a:lnTo>
                    <a:cubicBezTo>
                      <a:pt x="95677" y="31013"/>
                      <a:pt x="84359" y="15646"/>
                      <a:pt x="59537" y="15646"/>
                    </a:cubicBezTo>
                    <a:cubicBezTo>
                      <a:pt x="39279" y="15646"/>
                      <a:pt x="27010" y="29151"/>
                      <a:pt x="19687" y="39954"/>
                    </a:cubicBezTo>
                    <a:lnTo>
                      <a:pt x="19687" y="153391"/>
                    </a:lnTo>
                    <a:lnTo>
                      <a:pt x="951" y="153391"/>
                    </a:lnTo>
                    <a:lnTo>
                      <a:pt x="951" y="30920"/>
                    </a:lnTo>
                    <a:cubicBezTo>
                      <a:pt x="951" y="25798"/>
                      <a:pt x="381" y="8382"/>
                      <a:pt x="0" y="3353"/>
                    </a:cubicBezTo>
                    <a:lnTo>
                      <a:pt x="15598" y="3353"/>
                    </a:lnTo>
                    <a:lnTo>
                      <a:pt x="17119" y="24028"/>
                    </a:lnTo>
                    <a:cubicBezTo>
                      <a:pt x="26344" y="10803"/>
                      <a:pt x="42513" y="0"/>
                      <a:pt x="63056" y="0"/>
                    </a:cubicBezTo>
                    <a:cubicBezTo>
                      <a:pt x="100432" y="0"/>
                      <a:pt x="114223" y="23097"/>
                      <a:pt x="114223" y="59419"/>
                    </a:cubicBezTo>
                    <a:lnTo>
                      <a:pt x="114223" y="153391"/>
                    </a:lnTo>
                    <a:lnTo>
                      <a:pt x="95487" y="153391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8CD8BEE9-B818-23E3-7EF7-12762E35B705}"/>
                  </a:ext>
                </a:extLst>
              </p:cNvPr>
              <p:cNvSpPr/>
              <p:nvPr/>
            </p:nvSpPr>
            <p:spPr>
              <a:xfrm>
                <a:off x="6224013" y="3289300"/>
                <a:ext cx="125730" cy="219328"/>
              </a:xfrm>
              <a:custGeom>
                <a:avLst/>
                <a:gdLst>
                  <a:gd name="connsiteX0" fmla="*/ 109753 w 125730"/>
                  <a:gd name="connsiteY0" fmla="*/ 216069 h 219328"/>
                  <a:gd name="connsiteX1" fmla="*/ 108231 w 125730"/>
                  <a:gd name="connsiteY1" fmla="*/ 192320 h 219328"/>
                  <a:gd name="connsiteX2" fmla="*/ 60392 w 125730"/>
                  <a:gd name="connsiteY2" fmla="*/ 219329 h 219328"/>
                  <a:gd name="connsiteX3" fmla="*/ 0 w 125730"/>
                  <a:gd name="connsiteY3" fmla="*/ 140352 h 219328"/>
                  <a:gd name="connsiteX4" fmla="*/ 63151 w 125730"/>
                  <a:gd name="connsiteY4" fmla="*/ 62586 h 219328"/>
                  <a:gd name="connsiteX5" fmla="*/ 106044 w 125730"/>
                  <a:gd name="connsiteY5" fmla="*/ 79350 h 219328"/>
                  <a:gd name="connsiteX6" fmla="*/ 106044 w 125730"/>
                  <a:gd name="connsiteY6" fmla="*/ 0 h 219328"/>
                  <a:gd name="connsiteX7" fmla="*/ 124779 w 125730"/>
                  <a:gd name="connsiteY7" fmla="*/ 0 h 219328"/>
                  <a:gd name="connsiteX8" fmla="*/ 124779 w 125730"/>
                  <a:gd name="connsiteY8" fmla="*/ 187850 h 219328"/>
                  <a:gd name="connsiteX9" fmla="*/ 125730 w 125730"/>
                  <a:gd name="connsiteY9" fmla="*/ 216069 h 219328"/>
                  <a:gd name="connsiteX10" fmla="*/ 109753 w 125730"/>
                  <a:gd name="connsiteY10" fmla="*/ 216069 h 219328"/>
                  <a:gd name="connsiteX11" fmla="*/ 106044 w 125730"/>
                  <a:gd name="connsiteY11" fmla="*/ 95369 h 219328"/>
                  <a:gd name="connsiteX12" fmla="*/ 67145 w 125730"/>
                  <a:gd name="connsiteY12" fmla="*/ 77953 h 219328"/>
                  <a:gd name="connsiteX13" fmla="*/ 19592 w 125730"/>
                  <a:gd name="connsiteY13" fmla="*/ 141004 h 219328"/>
                  <a:gd name="connsiteX14" fmla="*/ 64958 w 125730"/>
                  <a:gd name="connsiteY14" fmla="*/ 204055 h 219328"/>
                  <a:gd name="connsiteX15" fmla="*/ 106044 w 125730"/>
                  <a:gd name="connsiteY15" fmla="*/ 177046 h 219328"/>
                  <a:gd name="connsiteX16" fmla="*/ 106044 w 125730"/>
                  <a:gd name="connsiteY16" fmla="*/ 95462 h 2193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5730" h="219328">
                    <a:moveTo>
                      <a:pt x="109753" y="216069"/>
                    </a:moveTo>
                    <a:lnTo>
                      <a:pt x="108231" y="192320"/>
                    </a:lnTo>
                    <a:cubicBezTo>
                      <a:pt x="99386" y="204893"/>
                      <a:pt x="84645" y="219329"/>
                      <a:pt x="60392" y="219329"/>
                    </a:cubicBezTo>
                    <a:cubicBezTo>
                      <a:pt x="19592" y="219329"/>
                      <a:pt x="0" y="183938"/>
                      <a:pt x="0" y="140352"/>
                    </a:cubicBezTo>
                    <a:cubicBezTo>
                      <a:pt x="0" y="91736"/>
                      <a:pt x="28151" y="62586"/>
                      <a:pt x="63151" y="62586"/>
                    </a:cubicBezTo>
                    <a:cubicBezTo>
                      <a:pt x="82172" y="62586"/>
                      <a:pt x="97199" y="70409"/>
                      <a:pt x="106044" y="79350"/>
                    </a:cubicBezTo>
                    <a:lnTo>
                      <a:pt x="106044" y="0"/>
                    </a:lnTo>
                    <a:lnTo>
                      <a:pt x="124779" y="0"/>
                    </a:lnTo>
                    <a:lnTo>
                      <a:pt x="124779" y="187850"/>
                    </a:lnTo>
                    <a:cubicBezTo>
                      <a:pt x="124779" y="195021"/>
                      <a:pt x="125350" y="209457"/>
                      <a:pt x="125730" y="216069"/>
                    </a:cubicBezTo>
                    <a:lnTo>
                      <a:pt x="109753" y="216069"/>
                    </a:lnTo>
                    <a:close/>
                    <a:moveTo>
                      <a:pt x="106044" y="95369"/>
                    </a:moveTo>
                    <a:cubicBezTo>
                      <a:pt x="96533" y="86335"/>
                      <a:pt x="86737" y="77953"/>
                      <a:pt x="67145" y="77953"/>
                    </a:cubicBezTo>
                    <a:cubicBezTo>
                      <a:pt x="47553" y="77953"/>
                      <a:pt x="19592" y="93878"/>
                      <a:pt x="19592" y="141004"/>
                    </a:cubicBezTo>
                    <a:cubicBezTo>
                      <a:pt x="19592" y="178257"/>
                      <a:pt x="36140" y="204055"/>
                      <a:pt x="64958" y="204055"/>
                    </a:cubicBezTo>
                    <a:cubicBezTo>
                      <a:pt x="84264" y="204055"/>
                      <a:pt x="97484" y="190271"/>
                      <a:pt x="106044" y="177046"/>
                    </a:cubicBezTo>
                    <a:lnTo>
                      <a:pt x="106044" y="9546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</p:grpSp>
        <p:grpSp>
          <p:nvGrpSpPr>
            <p:cNvPr id="10" name="Graphic 17">
              <a:extLst>
                <a:ext uri="{FF2B5EF4-FFF2-40B4-BE49-F238E27FC236}">
                  <a16:creationId xmlns:a16="http://schemas.microsoft.com/office/drawing/2014/main" id="{19362761-7E1C-BA63-3606-DBC6FAF7169D}"/>
                </a:ext>
              </a:extLst>
            </p:cNvPr>
            <p:cNvGrpSpPr/>
            <p:nvPr/>
          </p:nvGrpSpPr>
          <p:grpSpPr>
            <a:xfrm>
              <a:off x="6465963" y="3289300"/>
              <a:ext cx="1730364" cy="282193"/>
              <a:chOff x="6465963" y="3289300"/>
              <a:chExt cx="1730364" cy="282193"/>
            </a:xfrm>
            <a:grpFill/>
          </p:grpSpPr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6597C7C9-41DF-977C-450D-97AD01610837}"/>
                  </a:ext>
                </a:extLst>
              </p:cNvPr>
              <p:cNvSpPr/>
              <p:nvPr/>
            </p:nvSpPr>
            <p:spPr>
              <a:xfrm>
                <a:off x="6465963" y="3355424"/>
                <a:ext cx="145512" cy="216069"/>
              </a:xfrm>
              <a:custGeom>
                <a:avLst/>
                <a:gdLst>
                  <a:gd name="connsiteX0" fmla="*/ 93204 w 145512"/>
                  <a:gd name="connsiteY0" fmla="*/ 161121 h 216069"/>
                  <a:gd name="connsiteX1" fmla="*/ 18451 w 145512"/>
                  <a:gd name="connsiteY1" fmla="*/ 216069 h 216069"/>
                  <a:gd name="connsiteX2" fmla="*/ 13220 w 145512"/>
                  <a:gd name="connsiteY2" fmla="*/ 189061 h 216069"/>
                  <a:gd name="connsiteX3" fmla="*/ 58871 w 145512"/>
                  <a:gd name="connsiteY3" fmla="*/ 159072 h 216069"/>
                  <a:gd name="connsiteX4" fmla="*/ 61914 w 145512"/>
                  <a:gd name="connsiteY4" fmla="*/ 149479 h 216069"/>
                  <a:gd name="connsiteX5" fmla="*/ 0 w 145512"/>
                  <a:gd name="connsiteY5" fmla="*/ 0 h 216069"/>
                  <a:gd name="connsiteX6" fmla="*/ 36426 w 145512"/>
                  <a:gd name="connsiteY6" fmla="*/ 0 h 216069"/>
                  <a:gd name="connsiteX7" fmla="*/ 63056 w 145512"/>
                  <a:gd name="connsiteY7" fmla="*/ 68453 h 216069"/>
                  <a:gd name="connsiteX8" fmla="*/ 78368 w 145512"/>
                  <a:gd name="connsiteY8" fmla="*/ 114368 h 216069"/>
                  <a:gd name="connsiteX9" fmla="*/ 111179 w 145512"/>
                  <a:gd name="connsiteY9" fmla="*/ 0 h 216069"/>
                  <a:gd name="connsiteX10" fmla="*/ 145513 w 145512"/>
                  <a:gd name="connsiteY10" fmla="*/ 0 h 216069"/>
                  <a:gd name="connsiteX11" fmla="*/ 93109 w 145512"/>
                  <a:gd name="connsiteY11" fmla="*/ 161214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5512" h="216069">
                    <a:moveTo>
                      <a:pt x="93204" y="161121"/>
                    </a:moveTo>
                    <a:cubicBezTo>
                      <a:pt x="80650" y="199492"/>
                      <a:pt x="52118" y="211878"/>
                      <a:pt x="18451" y="216069"/>
                    </a:cubicBezTo>
                    <a:lnTo>
                      <a:pt x="13220" y="189061"/>
                    </a:lnTo>
                    <a:cubicBezTo>
                      <a:pt x="37472" y="185428"/>
                      <a:pt x="53640" y="175277"/>
                      <a:pt x="58871" y="159072"/>
                    </a:cubicBezTo>
                    <a:lnTo>
                      <a:pt x="61914" y="149479"/>
                    </a:lnTo>
                    <a:lnTo>
                      <a:pt x="0" y="0"/>
                    </a:lnTo>
                    <a:lnTo>
                      <a:pt x="36426" y="0"/>
                    </a:lnTo>
                    <a:lnTo>
                      <a:pt x="63056" y="68453"/>
                    </a:lnTo>
                    <a:cubicBezTo>
                      <a:pt x="70379" y="87638"/>
                      <a:pt x="78368" y="114368"/>
                      <a:pt x="78368" y="114368"/>
                    </a:cubicBezTo>
                    <a:lnTo>
                      <a:pt x="111179" y="0"/>
                    </a:lnTo>
                    <a:lnTo>
                      <a:pt x="145513" y="0"/>
                    </a:lnTo>
                    <a:lnTo>
                      <a:pt x="93109" y="161214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863BDF7C-B5AB-A9AE-BD43-A44A1AA80A56}"/>
                  </a:ext>
                </a:extLst>
              </p:cNvPr>
              <p:cNvSpPr/>
              <p:nvPr/>
            </p:nvSpPr>
            <p:spPr>
              <a:xfrm>
                <a:off x="6629927" y="3351140"/>
                <a:ext cx="147795" cy="158419"/>
              </a:xfrm>
              <a:custGeom>
                <a:avLst/>
                <a:gdLst>
                  <a:gd name="connsiteX0" fmla="*/ 73898 w 147795"/>
                  <a:gd name="connsiteY0" fmla="*/ 158420 h 158419"/>
                  <a:gd name="connsiteX1" fmla="*/ 0 w 147795"/>
                  <a:gd name="connsiteY1" fmla="*/ 78605 h 158419"/>
                  <a:gd name="connsiteX2" fmla="*/ 73898 w 147795"/>
                  <a:gd name="connsiteY2" fmla="*/ 0 h 158419"/>
                  <a:gd name="connsiteX3" fmla="*/ 147795 w 147795"/>
                  <a:gd name="connsiteY3" fmla="*/ 78605 h 158419"/>
                  <a:gd name="connsiteX4" fmla="*/ 73898 w 147795"/>
                  <a:gd name="connsiteY4" fmla="*/ 158420 h 158419"/>
                  <a:gd name="connsiteX5" fmla="*/ 73898 w 147795"/>
                  <a:gd name="connsiteY5" fmla="*/ 26357 h 158419"/>
                  <a:gd name="connsiteX6" fmla="*/ 34714 w 147795"/>
                  <a:gd name="connsiteY6" fmla="*/ 78605 h 158419"/>
                  <a:gd name="connsiteX7" fmla="*/ 73898 w 147795"/>
                  <a:gd name="connsiteY7" fmla="*/ 132063 h 158419"/>
                  <a:gd name="connsiteX8" fmla="*/ 113081 w 147795"/>
                  <a:gd name="connsiteY8" fmla="*/ 78605 h 158419"/>
                  <a:gd name="connsiteX9" fmla="*/ 73898 w 147795"/>
                  <a:gd name="connsiteY9" fmla="*/ 26357 h 158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7795" h="158419">
                    <a:moveTo>
                      <a:pt x="73898" y="158420"/>
                    </a:moveTo>
                    <a:cubicBezTo>
                      <a:pt x="26725" y="158420"/>
                      <a:pt x="0" y="124799"/>
                      <a:pt x="0" y="78605"/>
                    </a:cubicBezTo>
                    <a:cubicBezTo>
                      <a:pt x="0" y="32410"/>
                      <a:pt x="27581" y="0"/>
                      <a:pt x="73898" y="0"/>
                    </a:cubicBezTo>
                    <a:cubicBezTo>
                      <a:pt x="120214" y="0"/>
                      <a:pt x="147795" y="32410"/>
                      <a:pt x="147795" y="78605"/>
                    </a:cubicBezTo>
                    <a:cubicBezTo>
                      <a:pt x="147795" y="124799"/>
                      <a:pt x="120214" y="158420"/>
                      <a:pt x="73898" y="158420"/>
                    </a:cubicBezTo>
                    <a:close/>
                    <a:moveTo>
                      <a:pt x="73898" y="26357"/>
                    </a:moveTo>
                    <a:cubicBezTo>
                      <a:pt x="47838" y="26357"/>
                      <a:pt x="34714" y="47405"/>
                      <a:pt x="34714" y="78605"/>
                    </a:cubicBezTo>
                    <a:cubicBezTo>
                      <a:pt x="34714" y="109804"/>
                      <a:pt x="48504" y="132063"/>
                      <a:pt x="73898" y="132063"/>
                    </a:cubicBezTo>
                    <a:cubicBezTo>
                      <a:pt x="99291" y="132063"/>
                      <a:pt x="113081" y="109897"/>
                      <a:pt x="113081" y="78605"/>
                    </a:cubicBezTo>
                    <a:cubicBezTo>
                      <a:pt x="113081" y="47312"/>
                      <a:pt x="99005" y="26357"/>
                      <a:pt x="73898" y="26357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43035C3A-CF06-3265-D99A-7CD08FA7806D}"/>
                  </a:ext>
                </a:extLst>
              </p:cNvPr>
              <p:cNvSpPr/>
              <p:nvPr/>
            </p:nvSpPr>
            <p:spPr>
              <a:xfrm>
                <a:off x="6812911" y="3355331"/>
                <a:ext cx="127252" cy="153949"/>
              </a:xfrm>
              <a:custGeom>
                <a:avLst/>
                <a:gdLst>
                  <a:gd name="connsiteX0" fmla="*/ 99957 w 127252"/>
                  <a:gd name="connsiteY0" fmla="*/ 150038 h 153949"/>
                  <a:gd name="connsiteX1" fmla="*/ 97199 w 127252"/>
                  <a:gd name="connsiteY1" fmla="*/ 132622 h 153949"/>
                  <a:gd name="connsiteX2" fmla="*/ 53069 w 127252"/>
                  <a:gd name="connsiteY2" fmla="*/ 153949 h 153949"/>
                  <a:gd name="connsiteX3" fmla="*/ 0 w 127252"/>
                  <a:gd name="connsiteY3" fmla="*/ 95462 h 153949"/>
                  <a:gd name="connsiteX4" fmla="*/ 0 w 127252"/>
                  <a:gd name="connsiteY4" fmla="*/ 0 h 153949"/>
                  <a:gd name="connsiteX5" fmla="*/ 34048 w 127252"/>
                  <a:gd name="connsiteY5" fmla="*/ 0 h 153949"/>
                  <a:gd name="connsiteX6" fmla="*/ 34048 w 127252"/>
                  <a:gd name="connsiteY6" fmla="*/ 90619 h 153949"/>
                  <a:gd name="connsiteX7" fmla="*/ 60107 w 127252"/>
                  <a:gd name="connsiteY7" fmla="*/ 127220 h 153949"/>
                  <a:gd name="connsiteX8" fmla="*/ 91682 w 127252"/>
                  <a:gd name="connsiteY8" fmla="*/ 108035 h 153949"/>
                  <a:gd name="connsiteX9" fmla="*/ 91682 w 127252"/>
                  <a:gd name="connsiteY9" fmla="*/ 0 h 153949"/>
                  <a:gd name="connsiteX10" fmla="*/ 125731 w 127252"/>
                  <a:gd name="connsiteY10" fmla="*/ 0 h 153949"/>
                  <a:gd name="connsiteX11" fmla="*/ 125731 w 127252"/>
                  <a:gd name="connsiteY11" fmla="*/ 123029 h 153949"/>
                  <a:gd name="connsiteX12" fmla="*/ 127252 w 127252"/>
                  <a:gd name="connsiteY12" fmla="*/ 150038 h 153949"/>
                  <a:gd name="connsiteX13" fmla="*/ 99957 w 127252"/>
                  <a:gd name="connsiteY13" fmla="*/ 150038 h 153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7252" h="153949">
                    <a:moveTo>
                      <a:pt x="99957" y="150038"/>
                    </a:moveTo>
                    <a:lnTo>
                      <a:pt x="97199" y="132622"/>
                    </a:lnTo>
                    <a:cubicBezTo>
                      <a:pt x="86452" y="146126"/>
                      <a:pt x="71425" y="153949"/>
                      <a:pt x="53069" y="153949"/>
                    </a:cubicBezTo>
                    <a:cubicBezTo>
                      <a:pt x="15027" y="153949"/>
                      <a:pt x="0" y="131784"/>
                      <a:pt x="0" y="95462"/>
                    </a:cubicBezTo>
                    <a:lnTo>
                      <a:pt x="0" y="0"/>
                    </a:lnTo>
                    <a:lnTo>
                      <a:pt x="34048" y="0"/>
                    </a:lnTo>
                    <a:lnTo>
                      <a:pt x="34048" y="90619"/>
                    </a:lnTo>
                    <a:cubicBezTo>
                      <a:pt x="34048" y="117069"/>
                      <a:pt x="39850" y="127220"/>
                      <a:pt x="60107" y="127220"/>
                    </a:cubicBezTo>
                    <a:cubicBezTo>
                      <a:pt x="76085" y="127220"/>
                      <a:pt x="86452" y="115485"/>
                      <a:pt x="91682" y="108035"/>
                    </a:cubicBezTo>
                    <a:lnTo>
                      <a:pt x="91682" y="0"/>
                    </a:lnTo>
                    <a:lnTo>
                      <a:pt x="125731" y="0"/>
                    </a:lnTo>
                    <a:lnTo>
                      <a:pt x="125731" y="123029"/>
                    </a:lnTo>
                    <a:cubicBezTo>
                      <a:pt x="125731" y="128151"/>
                      <a:pt x="126967" y="144915"/>
                      <a:pt x="127252" y="150038"/>
                    </a:cubicBezTo>
                    <a:lnTo>
                      <a:pt x="99957" y="150038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EE9914BC-08FB-94DB-FB50-53A9C1F0F258}"/>
                  </a:ext>
                </a:extLst>
              </p:cNvPr>
              <p:cNvSpPr/>
              <p:nvPr/>
            </p:nvSpPr>
            <p:spPr>
              <a:xfrm>
                <a:off x="6980013" y="3351140"/>
                <a:ext cx="93204" cy="154228"/>
              </a:xfrm>
              <a:custGeom>
                <a:avLst/>
                <a:gdLst>
                  <a:gd name="connsiteX0" fmla="*/ 83123 w 93204"/>
                  <a:gd name="connsiteY0" fmla="*/ 37160 h 154228"/>
                  <a:gd name="connsiteX1" fmla="*/ 68381 w 93204"/>
                  <a:gd name="connsiteY1" fmla="*/ 32690 h 154228"/>
                  <a:gd name="connsiteX2" fmla="*/ 35570 w 93204"/>
                  <a:gd name="connsiteY2" fmla="*/ 56066 h 154228"/>
                  <a:gd name="connsiteX3" fmla="*/ 35570 w 93204"/>
                  <a:gd name="connsiteY3" fmla="*/ 154229 h 154228"/>
                  <a:gd name="connsiteX4" fmla="*/ 1521 w 93204"/>
                  <a:gd name="connsiteY4" fmla="*/ 154229 h 154228"/>
                  <a:gd name="connsiteX5" fmla="*/ 1521 w 93204"/>
                  <a:gd name="connsiteY5" fmla="*/ 32410 h 154228"/>
                  <a:gd name="connsiteX6" fmla="*/ 0 w 93204"/>
                  <a:gd name="connsiteY6" fmla="*/ 4191 h 154228"/>
                  <a:gd name="connsiteX7" fmla="*/ 26059 w 93204"/>
                  <a:gd name="connsiteY7" fmla="*/ 4191 h 154228"/>
                  <a:gd name="connsiteX8" fmla="*/ 28817 w 93204"/>
                  <a:gd name="connsiteY8" fmla="*/ 29710 h 154228"/>
                  <a:gd name="connsiteX9" fmla="*/ 77892 w 93204"/>
                  <a:gd name="connsiteY9" fmla="*/ 0 h 154228"/>
                  <a:gd name="connsiteX10" fmla="*/ 93204 w 93204"/>
                  <a:gd name="connsiteY10" fmla="*/ 2421 h 154228"/>
                  <a:gd name="connsiteX11" fmla="*/ 83123 w 93204"/>
                  <a:gd name="connsiteY11" fmla="*/ 37253 h 1542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93204" h="154228">
                    <a:moveTo>
                      <a:pt x="83123" y="37160"/>
                    </a:moveTo>
                    <a:cubicBezTo>
                      <a:pt x="78177" y="34180"/>
                      <a:pt x="73898" y="32690"/>
                      <a:pt x="68381" y="32690"/>
                    </a:cubicBezTo>
                    <a:cubicBezTo>
                      <a:pt x="53640" y="32690"/>
                      <a:pt x="44129" y="42934"/>
                      <a:pt x="35570" y="56066"/>
                    </a:cubicBezTo>
                    <a:lnTo>
                      <a:pt x="35570" y="154229"/>
                    </a:lnTo>
                    <a:lnTo>
                      <a:pt x="1521" y="154229"/>
                    </a:lnTo>
                    <a:lnTo>
                      <a:pt x="1521" y="32410"/>
                    </a:lnTo>
                    <a:cubicBezTo>
                      <a:pt x="1521" y="27288"/>
                      <a:pt x="285" y="9313"/>
                      <a:pt x="0" y="4191"/>
                    </a:cubicBezTo>
                    <a:lnTo>
                      <a:pt x="26059" y="4191"/>
                    </a:lnTo>
                    <a:lnTo>
                      <a:pt x="28817" y="29710"/>
                    </a:lnTo>
                    <a:cubicBezTo>
                      <a:pt x="37091" y="14063"/>
                      <a:pt x="51452" y="0"/>
                      <a:pt x="77892" y="0"/>
                    </a:cubicBezTo>
                    <a:cubicBezTo>
                      <a:pt x="83123" y="0"/>
                      <a:pt x="88924" y="931"/>
                      <a:pt x="93204" y="2421"/>
                    </a:cubicBezTo>
                    <a:lnTo>
                      <a:pt x="83123" y="37253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3343AD31-7B2A-95FB-6C21-DC5A2534F552}"/>
                  </a:ext>
                </a:extLst>
              </p:cNvPr>
              <p:cNvSpPr/>
              <p:nvPr/>
            </p:nvSpPr>
            <p:spPr>
              <a:xfrm>
                <a:off x="7192956" y="3351140"/>
                <a:ext cx="218744" cy="154321"/>
              </a:xfrm>
              <a:custGeom>
                <a:avLst/>
                <a:gdLst>
                  <a:gd name="connsiteX0" fmla="*/ 184982 w 218744"/>
                  <a:gd name="connsiteY0" fmla="*/ 154229 h 154321"/>
                  <a:gd name="connsiteX1" fmla="*/ 184982 w 218744"/>
                  <a:gd name="connsiteY1" fmla="*/ 67242 h 154321"/>
                  <a:gd name="connsiteX2" fmla="*/ 157972 w 218744"/>
                  <a:gd name="connsiteY2" fmla="*/ 27288 h 154321"/>
                  <a:gd name="connsiteX3" fmla="*/ 126682 w 218744"/>
                  <a:gd name="connsiteY3" fmla="*/ 47405 h 154321"/>
                  <a:gd name="connsiteX4" fmla="*/ 127252 w 218744"/>
                  <a:gd name="connsiteY4" fmla="*/ 57277 h 154321"/>
                  <a:gd name="connsiteX5" fmla="*/ 127252 w 218744"/>
                  <a:gd name="connsiteY5" fmla="*/ 154229 h 154321"/>
                  <a:gd name="connsiteX6" fmla="*/ 93204 w 218744"/>
                  <a:gd name="connsiteY6" fmla="*/ 154229 h 154321"/>
                  <a:gd name="connsiteX7" fmla="*/ 93204 w 218744"/>
                  <a:gd name="connsiteY7" fmla="*/ 67522 h 154321"/>
                  <a:gd name="connsiteX8" fmla="*/ 66194 w 218744"/>
                  <a:gd name="connsiteY8" fmla="*/ 27288 h 154321"/>
                  <a:gd name="connsiteX9" fmla="*/ 35570 w 218744"/>
                  <a:gd name="connsiteY9" fmla="*/ 47405 h 154321"/>
                  <a:gd name="connsiteX10" fmla="*/ 35570 w 218744"/>
                  <a:gd name="connsiteY10" fmla="*/ 154229 h 154321"/>
                  <a:gd name="connsiteX11" fmla="*/ 1522 w 218744"/>
                  <a:gd name="connsiteY11" fmla="*/ 154229 h 154321"/>
                  <a:gd name="connsiteX12" fmla="*/ 1522 w 218744"/>
                  <a:gd name="connsiteY12" fmla="*/ 31200 h 154321"/>
                  <a:gd name="connsiteX13" fmla="*/ 0 w 218744"/>
                  <a:gd name="connsiteY13" fmla="*/ 4191 h 154321"/>
                  <a:gd name="connsiteX14" fmla="*/ 26630 w 218744"/>
                  <a:gd name="connsiteY14" fmla="*/ 4191 h 154321"/>
                  <a:gd name="connsiteX15" fmla="*/ 29958 w 218744"/>
                  <a:gd name="connsiteY15" fmla="*/ 22818 h 154321"/>
                  <a:gd name="connsiteX16" fmla="*/ 72281 w 218744"/>
                  <a:gd name="connsiteY16" fmla="*/ 0 h 154321"/>
                  <a:gd name="connsiteX17" fmla="*/ 118217 w 218744"/>
                  <a:gd name="connsiteY17" fmla="*/ 24028 h 154321"/>
                  <a:gd name="connsiteX18" fmla="*/ 164154 w 218744"/>
                  <a:gd name="connsiteY18" fmla="*/ 0 h 154321"/>
                  <a:gd name="connsiteX19" fmla="*/ 218745 w 218744"/>
                  <a:gd name="connsiteY19" fmla="*/ 68453 h 154321"/>
                  <a:gd name="connsiteX20" fmla="*/ 218745 w 218744"/>
                  <a:gd name="connsiteY20" fmla="*/ 154322 h 154321"/>
                  <a:gd name="connsiteX21" fmla="*/ 184697 w 218744"/>
                  <a:gd name="connsiteY21" fmla="*/ 154322 h 1543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18744" h="154321">
                    <a:moveTo>
                      <a:pt x="184982" y="154229"/>
                    </a:moveTo>
                    <a:lnTo>
                      <a:pt x="184982" y="67242"/>
                    </a:lnTo>
                    <a:cubicBezTo>
                      <a:pt x="184982" y="42655"/>
                      <a:pt x="179180" y="27288"/>
                      <a:pt x="157972" y="27288"/>
                    </a:cubicBezTo>
                    <a:cubicBezTo>
                      <a:pt x="144181" y="27288"/>
                      <a:pt x="133719" y="37160"/>
                      <a:pt x="126682" y="47405"/>
                    </a:cubicBezTo>
                    <a:cubicBezTo>
                      <a:pt x="126967" y="50106"/>
                      <a:pt x="127252" y="54297"/>
                      <a:pt x="127252" y="57277"/>
                    </a:cubicBezTo>
                    <a:lnTo>
                      <a:pt x="127252" y="154229"/>
                    </a:lnTo>
                    <a:lnTo>
                      <a:pt x="93204" y="154229"/>
                    </a:lnTo>
                    <a:lnTo>
                      <a:pt x="93204" y="67522"/>
                    </a:lnTo>
                    <a:cubicBezTo>
                      <a:pt x="93204" y="41724"/>
                      <a:pt x="88639" y="27288"/>
                      <a:pt x="66194" y="27288"/>
                    </a:cubicBezTo>
                    <a:cubicBezTo>
                      <a:pt x="53355" y="27288"/>
                      <a:pt x="42322" y="38092"/>
                      <a:pt x="35570" y="47405"/>
                    </a:cubicBezTo>
                    <a:lnTo>
                      <a:pt x="35570" y="154229"/>
                    </a:lnTo>
                    <a:lnTo>
                      <a:pt x="1522" y="154229"/>
                    </a:lnTo>
                    <a:lnTo>
                      <a:pt x="1522" y="31200"/>
                    </a:lnTo>
                    <a:cubicBezTo>
                      <a:pt x="1522" y="26077"/>
                      <a:pt x="285" y="9313"/>
                      <a:pt x="0" y="4191"/>
                    </a:cubicBezTo>
                    <a:lnTo>
                      <a:pt x="26630" y="4191"/>
                    </a:lnTo>
                    <a:lnTo>
                      <a:pt x="29958" y="22818"/>
                    </a:lnTo>
                    <a:cubicBezTo>
                      <a:pt x="40991" y="9872"/>
                      <a:pt x="55067" y="0"/>
                      <a:pt x="72281" y="0"/>
                    </a:cubicBezTo>
                    <a:cubicBezTo>
                      <a:pt x="96153" y="0"/>
                      <a:pt x="109087" y="9034"/>
                      <a:pt x="118217" y="24028"/>
                    </a:cubicBezTo>
                    <a:cubicBezTo>
                      <a:pt x="128013" y="11083"/>
                      <a:pt x="142755" y="0"/>
                      <a:pt x="164154" y="0"/>
                    </a:cubicBezTo>
                    <a:cubicBezTo>
                      <a:pt x="202481" y="0"/>
                      <a:pt x="218745" y="20676"/>
                      <a:pt x="218745" y="68453"/>
                    </a:cubicBezTo>
                    <a:lnTo>
                      <a:pt x="218745" y="154322"/>
                    </a:lnTo>
                    <a:lnTo>
                      <a:pt x="184697" y="15432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1BDCE7C0-41C0-CB4C-4B0D-8750D47B19F9}"/>
                  </a:ext>
                </a:extLst>
              </p:cNvPr>
              <p:cNvSpPr/>
              <p:nvPr/>
            </p:nvSpPr>
            <p:spPr>
              <a:xfrm>
                <a:off x="7454879" y="3289300"/>
                <a:ext cx="36425" cy="216069"/>
              </a:xfrm>
              <a:custGeom>
                <a:avLst/>
                <a:gdLst>
                  <a:gd name="connsiteX0" fmla="*/ 0 w 36425"/>
                  <a:gd name="connsiteY0" fmla="*/ 32969 h 216069"/>
                  <a:gd name="connsiteX1" fmla="*/ 0 w 36425"/>
                  <a:gd name="connsiteY1" fmla="*/ 0 h 216069"/>
                  <a:gd name="connsiteX2" fmla="*/ 36426 w 36425"/>
                  <a:gd name="connsiteY2" fmla="*/ 0 h 216069"/>
                  <a:gd name="connsiteX3" fmla="*/ 36426 w 36425"/>
                  <a:gd name="connsiteY3" fmla="*/ 32969 h 216069"/>
                  <a:gd name="connsiteX4" fmla="*/ 0 w 36425"/>
                  <a:gd name="connsiteY4" fmla="*/ 32969 h 216069"/>
                  <a:gd name="connsiteX5" fmla="*/ 1236 w 36425"/>
                  <a:gd name="connsiteY5" fmla="*/ 216069 h 216069"/>
                  <a:gd name="connsiteX6" fmla="*/ 1236 w 36425"/>
                  <a:gd name="connsiteY6" fmla="*/ 66032 h 216069"/>
                  <a:gd name="connsiteX7" fmla="*/ 35284 w 36425"/>
                  <a:gd name="connsiteY7" fmla="*/ 66032 h 216069"/>
                  <a:gd name="connsiteX8" fmla="*/ 35284 w 36425"/>
                  <a:gd name="connsiteY8" fmla="*/ 216069 h 216069"/>
                  <a:gd name="connsiteX9" fmla="*/ 1236 w 36425"/>
                  <a:gd name="connsiteY9" fmla="*/ 216069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6425" h="216069">
                    <a:moveTo>
                      <a:pt x="0" y="32969"/>
                    </a:moveTo>
                    <a:lnTo>
                      <a:pt x="0" y="0"/>
                    </a:lnTo>
                    <a:lnTo>
                      <a:pt x="36426" y="0"/>
                    </a:lnTo>
                    <a:lnTo>
                      <a:pt x="36426" y="32969"/>
                    </a:lnTo>
                    <a:lnTo>
                      <a:pt x="0" y="32969"/>
                    </a:lnTo>
                    <a:close/>
                    <a:moveTo>
                      <a:pt x="1236" y="216069"/>
                    </a:moveTo>
                    <a:lnTo>
                      <a:pt x="1236" y="66032"/>
                    </a:lnTo>
                    <a:lnTo>
                      <a:pt x="35284" y="66032"/>
                    </a:lnTo>
                    <a:lnTo>
                      <a:pt x="35284" y="216069"/>
                    </a:lnTo>
                    <a:lnTo>
                      <a:pt x="1236" y="21606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E8F57790-6F31-4D87-7DFD-6F9A4BA5E61B}"/>
                  </a:ext>
                </a:extLst>
              </p:cNvPr>
              <p:cNvSpPr/>
              <p:nvPr/>
            </p:nvSpPr>
            <p:spPr>
              <a:xfrm>
                <a:off x="7520502" y="3351326"/>
                <a:ext cx="120689" cy="157954"/>
              </a:xfrm>
              <a:custGeom>
                <a:avLst/>
                <a:gdLst>
                  <a:gd name="connsiteX0" fmla="*/ 61914 w 120689"/>
                  <a:gd name="connsiteY0" fmla="*/ 157954 h 157954"/>
                  <a:gd name="connsiteX1" fmla="*/ 0 w 120689"/>
                  <a:gd name="connsiteY1" fmla="*/ 139048 h 157954"/>
                  <a:gd name="connsiteX2" fmla="*/ 15598 w 120689"/>
                  <a:gd name="connsiteY2" fmla="*/ 115299 h 157954"/>
                  <a:gd name="connsiteX3" fmla="*/ 60678 w 120689"/>
                  <a:gd name="connsiteY3" fmla="*/ 131784 h 157954"/>
                  <a:gd name="connsiteX4" fmla="*/ 85786 w 120689"/>
                  <a:gd name="connsiteY4" fmla="*/ 115020 h 157954"/>
                  <a:gd name="connsiteX5" fmla="*/ 55732 w 120689"/>
                  <a:gd name="connsiteY5" fmla="*/ 91271 h 157954"/>
                  <a:gd name="connsiteX6" fmla="*/ 6372 w 120689"/>
                  <a:gd name="connsiteY6" fmla="*/ 44145 h 157954"/>
                  <a:gd name="connsiteX7" fmla="*/ 64577 w 120689"/>
                  <a:gd name="connsiteY7" fmla="*/ 0 h 157954"/>
                  <a:gd name="connsiteX8" fmla="*/ 118788 w 120689"/>
                  <a:gd name="connsiteY8" fmla="*/ 16205 h 157954"/>
                  <a:gd name="connsiteX9" fmla="*/ 104427 w 120689"/>
                  <a:gd name="connsiteY9" fmla="*/ 39302 h 157954"/>
                  <a:gd name="connsiteX10" fmla="*/ 65528 w 120689"/>
                  <a:gd name="connsiteY10" fmla="*/ 26077 h 157954"/>
                  <a:gd name="connsiteX11" fmla="*/ 41276 w 120689"/>
                  <a:gd name="connsiteY11" fmla="*/ 41724 h 157954"/>
                  <a:gd name="connsiteX12" fmla="*/ 75895 w 120689"/>
                  <a:gd name="connsiteY12" fmla="*/ 64821 h 157954"/>
                  <a:gd name="connsiteX13" fmla="*/ 120690 w 120689"/>
                  <a:gd name="connsiteY13" fmla="*/ 113716 h 157954"/>
                  <a:gd name="connsiteX14" fmla="*/ 61819 w 120689"/>
                  <a:gd name="connsiteY14" fmla="*/ 157861 h 157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0689" h="157954">
                    <a:moveTo>
                      <a:pt x="61914" y="157954"/>
                    </a:moveTo>
                    <a:cubicBezTo>
                      <a:pt x="33097" y="157954"/>
                      <a:pt x="16263" y="149572"/>
                      <a:pt x="0" y="139048"/>
                    </a:cubicBezTo>
                    <a:lnTo>
                      <a:pt x="15598" y="115299"/>
                    </a:lnTo>
                    <a:cubicBezTo>
                      <a:pt x="28817" y="124612"/>
                      <a:pt x="44129" y="131784"/>
                      <a:pt x="60678" y="131784"/>
                    </a:cubicBezTo>
                    <a:cubicBezTo>
                      <a:pt x="77226" y="131784"/>
                      <a:pt x="85786" y="124612"/>
                      <a:pt x="85786" y="115020"/>
                    </a:cubicBezTo>
                    <a:cubicBezTo>
                      <a:pt x="85786" y="101795"/>
                      <a:pt x="76941" y="96672"/>
                      <a:pt x="55732" y="91271"/>
                    </a:cubicBezTo>
                    <a:cubicBezTo>
                      <a:pt x="32146" y="85310"/>
                      <a:pt x="6372" y="73855"/>
                      <a:pt x="6372" y="44145"/>
                    </a:cubicBezTo>
                    <a:cubicBezTo>
                      <a:pt x="6372" y="16578"/>
                      <a:pt x="30244" y="0"/>
                      <a:pt x="64577" y="0"/>
                    </a:cubicBezTo>
                    <a:cubicBezTo>
                      <a:pt x="86356" y="0"/>
                      <a:pt x="101669" y="4191"/>
                      <a:pt x="118788" y="16205"/>
                    </a:cubicBezTo>
                    <a:lnTo>
                      <a:pt x="104427" y="39302"/>
                    </a:lnTo>
                    <a:cubicBezTo>
                      <a:pt x="91207" y="29430"/>
                      <a:pt x="74659" y="26077"/>
                      <a:pt x="65528" y="26077"/>
                    </a:cubicBezTo>
                    <a:cubicBezTo>
                      <a:pt x="48029" y="26077"/>
                      <a:pt x="41276" y="32410"/>
                      <a:pt x="41276" y="41724"/>
                    </a:cubicBezTo>
                    <a:cubicBezTo>
                      <a:pt x="41276" y="54669"/>
                      <a:pt x="52594" y="58488"/>
                      <a:pt x="75895" y="64821"/>
                    </a:cubicBezTo>
                    <a:cubicBezTo>
                      <a:pt x="95487" y="69943"/>
                      <a:pt x="120690" y="80095"/>
                      <a:pt x="120690" y="113716"/>
                    </a:cubicBezTo>
                    <a:cubicBezTo>
                      <a:pt x="120690" y="144915"/>
                      <a:pt x="90922" y="157861"/>
                      <a:pt x="61819" y="157861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0CC7836D-3728-B5B0-FF0F-F16A81BEE942}"/>
                  </a:ext>
                </a:extLst>
              </p:cNvPr>
              <p:cNvSpPr/>
              <p:nvPr/>
            </p:nvSpPr>
            <p:spPr>
              <a:xfrm>
                <a:off x="7658502" y="3351326"/>
                <a:ext cx="120689" cy="157954"/>
              </a:xfrm>
              <a:custGeom>
                <a:avLst/>
                <a:gdLst>
                  <a:gd name="connsiteX0" fmla="*/ 61914 w 120689"/>
                  <a:gd name="connsiteY0" fmla="*/ 157954 h 157954"/>
                  <a:gd name="connsiteX1" fmla="*/ 0 w 120689"/>
                  <a:gd name="connsiteY1" fmla="*/ 139048 h 157954"/>
                  <a:gd name="connsiteX2" fmla="*/ 15597 w 120689"/>
                  <a:gd name="connsiteY2" fmla="*/ 115299 h 157954"/>
                  <a:gd name="connsiteX3" fmla="*/ 60678 w 120689"/>
                  <a:gd name="connsiteY3" fmla="*/ 131784 h 157954"/>
                  <a:gd name="connsiteX4" fmla="*/ 85786 w 120689"/>
                  <a:gd name="connsiteY4" fmla="*/ 115020 h 157954"/>
                  <a:gd name="connsiteX5" fmla="*/ 55732 w 120689"/>
                  <a:gd name="connsiteY5" fmla="*/ 91271 h 157954"/>
                  <a:gd name="connsiteX6" fmla="*/ 6372 w 120689"/>
                  <a:gd name="connsiteY6" fmla="*/ 44145 h 157954"/>
                  <a:gd name="connsiteX7" fmla="*/ 64577 w 120689"/>
                  <a:gd name="connsiteY7" fmla="*/ 0 h 157954"/>
                  <a:gd name="connsiteX8" fmla="*/ 118788 w 120689"/>
                  <a:gd name="connsiteY8" fmla="*/ 16205 h 157954"/>
                  <a:gd name="connsiteX9" fmla="*/ 104427 w 120689"/>
                  <a:gd name="connsiteY9" fmla="*/ 39302 h 157954"/>
                  <a:gd name="connsiteX10" fmla="*/ 65528 w 120689"/>
                  <a:gd name="connsiteY10" fmla="*/ 26077 h 157954"/>
                  <a:gd name="connsiteX11" fmla="*/ 41276 w 120689"/>
                  <a:gd name="connsiteY11" fmla="*/ 41724 h 157954"/>
                  <a:gd name="connsiteX12" fmla="*/ 75895 w 120689"/>
                  <a:gd name="connsiteY12" fmla="*/ 64821 h 157954"/>
                  <a:gd name="connsiteX13" fmla="*/ 120690 w 120689"/>
                  <a:gd name="connsiteY13" fmla="*/ 113716 h 157954"/>
                  <a:gd name="connsiteX14" fmla="*/ 61819 w 120689"/>
                  <a:gd name="connsiteY14" fmla="*/ 157861 h 157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0689" h="157954">
                    <a:moveTo>
                      <a:pt x="61914" y="157954"/>
                    </a:moveTo>
                    <a:cubicBezTo>
                      <a:pt x="33097" y="157954"/>
                      <a:pt x="16263" y="149572"/>
                      <a:pt x="0" y="139048"/>
                    </a:cubicBezTo>
                    <a:lnTo>
                      <a:pt x="15597" y="115299"/>
                    </a:lnTo>
                    <a:cubicBezTo>
                      <a:pt x="28817" y="124612"/>
                      <a:pt x="44129" y="131784"/>
                      <a:pt x="60678" y="131784"/>
                    </a:cubicBezTo>
                    <a:cubicBezTo>
                      <a:pt x="77226" y="131784"/>
                      <a:pt x="85786" y="124612"/>
                      <a:pt x="85786" y="115020"/>
                    </a:cubicBezTo>
                    <a:cubicBezTo>
                      <a:pt x="85786" y="101795"/>
                      <a:pt x="76941" y="96672"/>
                      <a:pt x="55732" y="91271"/>
                    </a:cubicBezTo>
                    <a:cubicBezTo>
                      <a:pt x="32146" y="85310"/>
                      <a:pt x="6372" y="73855"/>
                      <a:pt x="6372" y="44145"/>
                    </a:cubicBezTo>
                    <a:cubicBezTo>
                      <a:pt x="6372" y="16578"/>
                      <a:pt x="30244" y="0"/>
                      <a:pt x="64577" y="0"/>
                    </a:cubicBezTo>
                    <a:cubicBezTo>
                      <a:pt x="86356" y="0"/>
                      <a:pt x="101669" y="4191"/>
                      <a:pt x="118788" y="16205"/>
                    </a:cubicBezTo>
                    <a:lnTo>
                      <a:pt x="104427" y="39302"/>
                    </a:lnTo>
                    <a:cubicBezTo>
                      <a:pt x="91207" y="29430"/>
                      <a:pt x="74659" y="26077"/>
                      <a:pt x="65528" y="26077"/>
                    </a:cubicBezTo>
                    <a:cubicBezTo>
                      <a:pt x="48029" y="26077"/>
                      <a:pt x="41276" y="32410"/>
                      <a:pt x="41276" y="41724"/>
                    </a:cubicBezTo>
                    <a:cubicBezTo>
                      <a:pt x="41276" y="54669"/>
                      <a:pt x="52594" y="58488"/>
                      <a:pt x="75895" y="64821"/>
                    </a:cubicBezTo>
                    <a:cubicBezTo>
                      <a:pt x="95487" y="69943"/>
                      <a:pt x="120690" y="80095"/>
                      <a:pt x="120690" y="113716"/>
                    </a:cubicBezTo>
                    <a:cubicBezTo>
                      <a:pt x="120690" y="144915"/>
                      <a:pt x="90922" y="157861"/>
                      <a:pt x="61819" y="157861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7636D4CC-3298-11E9-1879-AB931E18D301}"/>
                  </a:ext>
                </a:extLst>
              </p:cNvPr>
              <p:cNvSpPr/>
              <p:nvPr/>
            </p:nvSpPr>
            <p:spPr>
              <a:xfrm>
                <a:off x="7812954" y="3289300"/>
                <a:ext cx="36425" cy="216069"/>
              </a:xfrm>
              <a:custGeom>
                <a:avLst/>
                <a:gdLst>
                  <a:gd name="connsiteX0" fmla="*/ 0 w 36425"/>
                  <a:gd name="connsiteY0" fmla="*/ 32969 h 216069"/>
                  <a:gd name="connsiteX1" fmla="*/ 0 w 36425"/>
                  <a:gd name="connsiteY1" fmla="*/ 0 h 216069"/>
                  <a:gd name="connsiteX2" fmla="*/ 36426 w 36425"/>
                  <a:gd name="connsiteY2" fmla="*/ 0 h 216069"/>
                  <a:gd name="connsiteX3" fmla="*/ 36426 w 36425"/>
                  <a:gd name="connsiteY3" fmla="*/ 32969 h 216069"/>
                  <a:gd name="connsiteX4" fmla="*/ 0 w 36425"/>
                  <a:gd name="connsiteY4" fmla="*/ 32969 h 216069"/>
                  <a:gd name="connsiteX5" fmla="*/ 1236 w 36425"/>
                  <a:gd name="connsiteY5" fmla="*/ 216069 h 216069"/>
                  <a:gd name="connsiteX6" fmla="*/ 1236 w 36425"/>
                  <a:gd name="connsiteY6" fmla="*/ 66032 h 216069"/>
                  <a:gd name="connsiteX7" fmla="*/ 35284 w 36425"/>
                  <a:gd name="connsiteY7" fmla="*/ 66032 h 216069"/>
                  <a:gd name="connsiteX8" fmla="*/ 35284 w 36425"/>
                  <a:gd name="connsiteY8" fmla="*/ 216069 h 216069"/>
                  <a:gd name="connsiteX9" fmla="*/ 1236 w 36425"/>
                  <a:gd name="connsiteY9" fmla="*/ 216069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6425" h="216069">
                    <a:moveTo>
                      <a:pt x="0" y="32969"/>
                    </a:moveTo>
                    <a:lnTo>
                      <a:pt x="0" y="0"/>
                    </a:lnTo>
                    <a:lnTo>
                      <a:pt x="36426" y="0"/>
                    </a:lnTo>
                    <a:lnTo>
                      <a:pt x="36426" y="32969"/>
                    </a:lnTo>
                    <a:lnTo>
                      <a:pt x="0" y="32969"/>
                    </a:lnTo>
                    <a:close/>
                    <a:moveTo>
                      <a:pt x="1236" y="216069"/>
                    </a:moveTo>
                    <a:lnTo>
                      <a:pt x="1236" y="66032"/>
                    </a:lnTo>
                    <a:lnTo>
                      <a:pt x="35284" y="66032"/>
                    </a:lnTo>
                    <a:lnTo>
                      <a:pt x="35284" y="216069"/>
                    </a:lnTo>
                    <a:lnTo>
                      <a:pt x="1236" y="21606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8BCF3C77-D49F-F991-E533-93BC1EE20F6B}"/>
                  </a:ext>
                </a:extLst>
              </p:cNvPr>
              <p:cNvSpPr/>
              <p:nvPr/>
            </p:nvSpPr>
            <p:spPr>
              <a:xfrm>
                <a:off x="7884664" y="3351140"/>
                <a:ext cx="147795" cy="158419"/>
              </a:xfrm>
              <a:custGeom>
                <a:avLst/>
                <a:gdLst>
                  <a:gd name="connsiteX0" fmla="*/ 73898 w 147795"/>
                  <a:gd name="connsiteY0" fmla="*/ 158420 h 158419"/>
                  <a:gd name="connsiteX1" fmla="*/ 0 w 147795"/>
                  <a:gd name="connsiteY1" fmla="*/ 78605 h 158419"/>
                  <a:gd name="connsiteX2" fmla="*/ 73898 w 147795"/>
                  <a:gd name="connsiteY2" fmla="*/ 0 h 158419"/>
                  <a:gd name="connsiteX3" fmla="*/ 147795 w 147795"/>
                  <a:gd name="connsiteY3" fmla="*/ 78605 h 158419"/>
                  <a:gd name="connsiteX4" fmla="*/ 73898 w 147795"/>
                  <a:gd name="connsiteY4" fmla="*/ 158420 h 158419"/>
                  <a:gd name="connsiteX5" fmla="*/ 73898 w 147795"/>
                  <a:gd name="connsiteY5" fmla="*/ 26357 h 158419"/>
                  <a:gd name="connsiteX6" fmla="*/ 34714 w 147795"/>
                  <a:gd name="connsiteY6" fmla="*/ 78605 h 158419"/>
                  <a:gd name="connsiteX7" fmla="*/ 73898 w 147795"/>
                  <a:gd name="connsiteY7" fmla="*/ 132063 h 158419"/>
                  <a:gd name="connsiteX8" fmla="*/ 113081 w 147795"/>
                  <a:gd name="connsiteY8" fmla="*/ 78605 h 158419"/>
                  <a:gd name="connsiteX9" fmla="*/ 73898 w 147795"/>
                  <a:gd name="connsiteY9" fmla="*/ 26357 h 158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7795" h="158419">
                    <a:moveTo>
                      <a:pt x="73898" y="158420"/>
                    </a:moveTo>
                    <a:cubicBezTo>
                      <a:pt x="26725" y="158420"/>
                      <a:pt x="0" y="124799"/>
                      <a:pt x="0" y="78605"/>
                    </a:cubicBezTo>
                    <a:cubicBezTo>
                      <a:pt x="0" y="32410"/>
                      <a:pt x="27581" y="0"/>
                      <a:pt x="73898" y="0"/>
                    </a:cubicBezTo>
                    <a:cubicBezTo>
                      <a:pt x="120214" y="0"/>
                      <a:pt x="147795" y="32410"/>
                      <a:pt x="147795" y="78605"/>
                    </a:cubicBezTo>
                    <a:cubicBezTo>
                      <a:pt x="147795" y="124799"/>
                      <a:pt x="120214" y="158420"/>
                      <a:pt x="73898" y="158420"/>
                    </a:cubicBezTo>
                    <a:close/>
                    <a:moveTo>
                      <a:pt x="73898" y="26357"/>
                    </a:moveTo>
                    <a:cubicBezTo>
                      <a:pt x="47838" y="26357"/>
                      <a:pt x="34714" y="47405"/>
                      <a:pt x="34714" y="78605"/>
                    </a:cubicBezTo>
                    <a:cubicBezTo>
                      <a:pt x="34714" y="109804"/>
                      <a:pt x="48504" y="132063"/>
                      <a:pt x="73898" y="132063"/>
                    </a:cubicBezTo>
                    <a:cubicBezTo>
                      <a:pt x="99291" y="132063"/>
                      <a:pt x="113081" y="109897"/>
                      <a:pt x="113081" y="78605"/>
                    </a:cubicBezTo>
                    <a:cubicBezTo>
                      <a:pt x="113081" y="47312"/>
                      <a:pt x="99006" y="26357"/>
                      <a:pt x="73898" y="26357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2CA9B72A-8DD5-2E5F-094F-ECAAEBF1D9E3}"/>
                  </a:ext>
                </a:extLst>
              </p:cNvPr>
              <p:cNvSpPr/>
              <p:nvPr/>
            </p:nvSpPr>
            <p:spPr>
              <a:xfrm>
                <a:off x="8066222" y="3351140"/>
                <a:ext cx="130105" cy="154228"/>
              </a:xfrm>
              <a:custGeom>
                <a:avLst/>
                <a:gdLst>
                  <a:gd name="connsiteX0" fmla="*/ 96248 w 130105"/>
                  <a:gd name="connsiteY0" fmla="*/ 154229 h 154228"/>
                  <a:gd name="connsiteX1" fmla="*/ 96248 w 130105"/>
                  <a:gd name="connsiteY1" fmla="*/ 67242 h 154228"/>
                  <a:gd name="connsiteX2" fmla="*/ 67716 w 130105"/>
                  <a:gd name="connsiteY2" fmla="*/ 27288 h 154228"/>
                  <a:gd name="connsiteX3" fmla="*/ 35570 w 130105"/>
                  <a:gd name="connsiteY3" fmla="*/ 47684 h 154228"/>
                  <a:gd name="connsiteX4" fmla="*/ 35570 w 130105"/>
                  <a:gd name="connsiteY4" fmla="*/ 154229 h 154228"/>
                  <a:gd name="connsiteX5" fmla="*/ 1522 w 130105"/>
                  <a:gd name="connsiteY5" fmla="*/ 154229 h 154228"/>
                  <a:gd name="connsiteX6" fmla="*/ 1522 w 130105"/>
                  <a:gd name="connsiteY6" fmla="*/ 31200 h 154228"/>
                  <a:gd name="connsiteX7" fmla="*/ 0 w 130105"/>
                  <a:gd name="connsiteY7" fmla="*/ 4191 h 154228"/>
                  <a:gd name="connsiteX8" fmla="*/ 26630 w 130105"/>
                  <a:gd name="connsiteY8" fmla="*/ 4191 h 154228"/>
                  <a:gd name="connsiteX9" fmla="*/ 29958 w 130105"/>
                  <a:gd name="connsiteY9" fmla="*/ 23376 h 154228"/>
                  <a:gd name="connsiteX10" fmla="*/ 75895 w 130105"/>
                  <a:gd name="connsiteY10" fmla="*/ 0 h 154228"/>
                  <a:gd name="connsiteX11" fmla="*/ 130105 w 130105"/>
                  <a:gd name="connsiteY11" fmla="*/ 69291 h 154228"/>
                  <a:gd name="connsiteX12" fmla="*/ 130105 w 130105"/>
                  <a:gd name="connsiteY12" fmla="*/ 154229 h 154228"/>
                  <a:gd name="connsiteX13" fmla="*/ 96057 w 130105"/>
                  <a:gd name="connsiteY13" fmla="*/ 154229 h 1542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30105" h="154228">
                    <a:moveTo>
                      <a:pt x="96248" y="154229"/>
                    </a:moveTo>
                    <a:lnTo>
                      <a:pt x="96248" y="67242"/>
                    </a:lnTo>
                    <a:cubicBezTo>
                      <a:pt x="96248" y="42934"/>
                      <a:pt x="91017" y="27288"/>
                      <a:pt x="67716" y="27288"/>
                    </a:cubicBezTo>
                    <a:cubicBezTo>
                      <a:pt x="53925" y="27288"/>
                      <a:pt x="43178" y="37533"/>
                      <a:pt x="35570" y="47684"/>
                    </a:cubicBezTo>
                    <a:lnTo>
                      <a:pt x="35570" y="154229"/>
                    </a:lnTo>
                    <a:lnTo>
                      <a:pt x="1522" y="154229"/>
                    </a:lnTo>
                    <a:lnTo>
                      <a:pt x="1522" y="31200"/>
                    </a:lnTo>
                    <a:cubicBezTo>
                      <a:pt x="1522" y="26077"/>
                      <a:pt x="285" y="9313"/>
                      <a:pt x="0" y="4191"/>
                    </a:cubicBezTo>
                    <a:lnTo>
                      <a:pt x="26630" y="4191"/>
                    </a:lnTo>
                    <a:lnTo>
                      <a:pt x="29958" y="23376"/>
                    </a:lnTo>
                    <a:cubicBezTo>
                      <a:pt x="39184" y="10803"/>
                      <a:pt x="54781" y="0"/>
                      <a:pt x="75895" y="0"/>
                    </a:cubicBezTo>
                    <a:cubicBezTo>
                      <a:pt x="115459" y="0"/>
                      <a:pt x="130105" y="21048"/>
                      <a:pt x="130105" y="69291"/>
                    </a:cubicBezTo>
                    <a:lnTo>
                      <a:pt x="130105" y="154229"/>
                    </a:lnTo>
                    <a:lnTo>
                      <a:pt x="96057" y="15422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152823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Image Righ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74CC99-3ECC-2019-12B7-7DA6C98BCCE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6000" y="1406538"/>
            <a:ext cx="6096000" cy="545146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531A82A-AF92-79CB-9321-C5864AA363A6}"/>
              </a:ext>
            </a:extLst>
          </p:cNvPr>
          <p:cNvSpPr/>
          <p:nvPr/>
        </p:nvSpPr>
        <p:spPr>
          <a:xfrm>
            <a:off x="1" y="1209040"/>
            <a:ext cx="6095999" cy="5648960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tx2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641DD1-7679-677C-E5F7-106CA2181E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2913" y="2276475"/>
            <a:ext cx="5284787" cy="2305050"/>
          </a:xfrm>
        </p:spPr>
        <p:txBody>
          <a:bodyPr anchor="b" anchorCtr="0">
            <a:normAutofit/>
          </a:bodyPr>
          <a:lstStyle>
            <a:lvl1pPr algn="l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D6AF788A-E08C-BD2E-6C5D-C8C5954A02D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67162" y="53134"/>
            <a:ext cx="1897200" cy="1044114"/>
          </a:xfrm>
          <a:prstGeom prst="rect">
            <a:avLst/>
          </a:prstGeom>
        </p:spPr>
      </p:pic>
      <p:sp>
        <p:nvSpPr>
          <p:cNvPr id="66" name="Subtitle 2">
            <a:extLst>
              <a:ext uri="{FF2B5EF4-FFF2-40B4-BE49-F238E27FC236}">
                <a16:creationId xmlns:a16="http://schemas.microsoft.com/office/drawing/2014/main" id="{6158DD4A-0AEF-ADF8-8A5B-02CBF2DC58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2914" y="4972430"/>
            <a:ext cx="5284786" cy="307777"/>
          </a:xfrm>
        </p:spPr>
        <p:txBody>
          <a:bodyPr wrap="square" anchor="t" anchorCtr="0">
            <a:sp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K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9998CC-6814-FFEF-B424-AF2E934738D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98761"/>
            <a:ext cx="12192000" cy="307777"/>
          </a:xfrm>
          <a:prstGeom prst="rect">
            <a:avLst/>
          </a:prstGeom>
        </p:spPr>
      </p:pic>
      <p:grpSp>
        <p:nvGrpSpPr>
          <p:cNvPr id="8" name="Graphic 17">
            <a:extLst>
              <a:ext uri="{FF2B5EF4-FFF2-40B4-BE49-F238E27FC236}">
                <a16:creationId xmlns:a16="http://schemas.microsoft.com/office/drawing/2014/main" id="{808BDA9F-5F81-2EB1-08D6-421B0FF2C7F4}"/>
              </a:ext>
            </a:extLst>
          </p:cNvPr>
          <p:cNvGrpSpPr>
            <a:grpSpLocks noChangeAspect="1"/>
          </p:cNvGrpSpPr>
          <p:nvPr/>
        </p:nvGrpSpPr>
        <p:grpSpPr>
          <a:xfrm>
            <a:off x="9103088" y="6458998"/>
            <a:ext cx="2646000" cy="177687"/>
            <a:chOff x="3994150" y="3289300"/>
            <a:chExt cx="4202178" cy="282193"/>
          </a:xfrm>
          <a:solidFill>
            <a:schemeClr val="bg1"/>
          </a:solidFill>
        </p:grpSpPr>
        <p:grpSp>
          <p:nvGrpSpPr>
            <p:cNvPr id="9" name="Graphic 17">
              <a:extLst>
                <a:ext uri="{FF2B5EF4-FFF2-40B4-BE49-F238E27FC236}">
                  <a16:creationId xmlns:a16="http://schemas.microsoft.com/office/drawing/2014/main" id="{34F6EB77-AB3C-28B1-6669-4FC01D826843}"/>
                </a:ext>
              </a:extLst>
            </p:cNvPr>
            <p:cNvGrpSpPr/>
            <p:nvPr/>
          </p:nvGrpSpPr>
          <p:grpSpPr>
            <a:xfrm>
              <a:off x="3994150" y="3289300"/>
              <a:ext cx="2355593" cy="276140"/>
              <a:chOff x="3994150" y="3289300"/>
              <a:chExt cx="2355593" cy="276140"/>
            </a:xfrm>
            <a:grpFill/>
          </p:grpSpPr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57AF0E20-BBF0-F650-EAE5-3615AFF739F1}"/>
                  </a:ext>
                </a:extLst>
              </p:cNvPr>
              <p:cNvSpPr/>
              <p:nvPr/>
            </p:nvSpPr>
            <p:spPr>
              <a:xfrm>
                <a:off x="3994150" y="3293770"/>
                <a:ext cx="153596" cy="211598"/>
              </a:xfrm>
              <a:custGeom>
                <a:avLst/>
                <a:gdLst>
                  <a:gd name="connsiteX0" fmla="*/ 86452 w 153596"/>
                  <a:gd name="connsiteY0" fmla="*/ 16857 h 211598"/>
                  <a:gd name="connsiteX1" fmla="*/ 86452 w 153596"/>
                  <a:gd name="connsiteY1" fmla="*/ 211599 h 211598"/>
                  <a:gd name="connsiteX2" fmla="*/ 67145 w 153596"/>
                  <a:gd name="connsiteY2" fmla="*/ 211599 h 211598"/>
                  <a:gd name="connsiteX3" fmla="*/ 67145 w 153596"/>
                  <a:gd name="connsiteY3" fmla="*/ 16857 h 211598"/>
                  <a:gd name="connsiteX4" fmla="*/ 0 w 153596"/>
                  <a:gd name="connsiteY4" fmla="*/ 16857 h 211598"/>
                  <a:gd name="connsiteX5" fmla="*/ 0 w 153596"/>
                  <a:gd name="connsiteY5" fmla="*/ 0 h 211598"/>
                  <a:gd name="connsiteX6" fmla="*/ 153597 w 153596"/>
                  <a:gd name="connsiteY6" fmla="*/ 0 h 211598"/>
                  <a:gd name="connsiteX7" fmla="*/ 153597 w 153596"/>
                  <a:gd name="connsiteY7" fmla="*/ 16764 h 211598"/>
                  <a:gd name="connsiteX8" fmla="*/ 86452 w 153596"/>
                  <a:gd name="connsiteY8" fmla="*/ 16764 h 2115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3596" h="211598">
                    <a:moveTo>
                      <a:pt x="86452" y="16857"/>
                    </a:moveTo>
                    <a:lnTo>
                      <a:pt x="86452" y="211599"/>
                    </a:lnTo>
                    <a:lnTo>
                      <a:pt x="67145" y="211599"/>
                    </a:lnTo>
                    <a:lnTo>
                      <a:pt x="67145" y="16857"/>
                    </a:lnTo>
                    <a:lnTo>
                      <a:pt x="0" y="16857"/>
                    </a:lnTo>
                    <a:lnTo>
                      <a:pt x="0" y="0"/>
                    </a:lnTo>
                    <a:lnTo>
                      <a:pt x="153597" y="0"/>
                    </a:lnTo>
                    <a:lnTo>
                      <a:pt x="153597" y="16764"/>
                    </a:lnTo>
                    <a:lnTo>
                      <a:pt x="86452" y="16764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C4C1ED17-CF50-915C-AC1D-174096D71D7E}"/>
                  </a:ext>
                </a:extLst>
              </p:cNvPr>
              <p:cNvSpPr/>
              <p:nvPr/>
            </p:nvSpPr>
            <p:spPr>
              <a:xfrm>
                <a:off x="4182936" y="3289300"/>
                <a:ext cx="113461" cy="216162"/>
              </a:xfrm>
              <a:custGeom>
                <a:avLst/>
                <a:gdLst>
                  <a:gd name="connsiteX0" fmla="*/ 94726 w 113461"/>
                  <a:gd name="connsiteY0" fmla="*/ 216069 h 216162"/>
                  <a:gd name="connsiteX1" fmla="*/ 94726 w 113461"/>
                  <a:gd name="connsiteY1" fmla="*/ 120701 h 216162"/>
                  <a:gd name="connsiteX2" fmla="*/ 58586 w 113461"/>
                  <a:gd name="connsiteY2" fmla="*/ 78418 h 216162"/>
                  <a:gd name="connsiteX3" fmla="*/ 18736 w 113461"/>
                  <a:gd name="connsiteY3" fmla="*/ 102726 h 216162"/>
                  <a:gd name="connsiteX4" fmla="*/ 18736 w 113461"/>
                  <a:gd name="connsiteY4" fmla="*/ 216162 h 216162"/>
                  <a:gd name="connsiteX5" fmla="*/ 0 w 113461"/>
                  <a:gd name="connsiteY5" fmla="*/ 216162 h 216162"/>
                  <a:gd name="connsiteX6" fmla="*/ 0 w 113461"/>
                  <a:gd name="connsiteY6" fmla="*/ 0 h 216162"/>
                  <a:gd name="connsiteX7" fmla="*/ 18736 w 113461"/>
                  <a:gd name="connsiteY7" fmla="*/ 0 h 216162"/>
                  <a:gd name="connsiteX8" fmla="*/ 18736 w 113461"/>
                  <a:gd name="connsiteY8" fmla="*/ 84658 h 216162"/>
                  <a:gd name="connsiteX9" fmla="*/ 62580 w 113461"/>
                  <a:gd name="connsiteY9" fmla="*/ 62772 h 216162"/>
                  <a:gd name="connsiteX10" fmla="*/ 113462 w 113461"/>
                  <a:gd name="connsiteY10" fmla="*/ 122191 h 216162"/>
                  <a:gd name="connsiteX11" fmla="*/ 113462 w 113461"/>
                  <a:gd name="connsiteY11" fmla="*/ 216162 h 216162"/>
                  <a:gd name="connsiteX12" fmla="*/ 94726 w 113461"/>
                  <a:gd name="connsiteY12" fmla="*/ 216162 h 216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3461" h="216162">
                    <a:moveTo>
                      <a:pt x="94726" y="216069"/>
                    </a:moveTo>
                    <a:lnTo>
                      <a:pt x="94726" y="120701"/>
                    </a:lnTo>
                    <a:cubicBezTo>
                      <a:pt x="94726" y="93133"/>
                      <a:pt x="83694" y="78418"/>
                      <a:pt x="58586" y="78418"/>
                    </a:cubicBezTo>
                    <a:cubicBezTo>
                      <a:pt x="39850" y="78418"/>
                      <a:pt x="26725" y="90991"/>
                      <a:pt x="18736" y="102726"/>
                    </a:cubicBezTo>
                    <a:lnTo>
                      <a:pt x="18736" y="216162"/>
                    </a:lnTo>
                    <a:lnTo>
                      <a:pt x="0" y="216162"/>
                    </a:lnTo>
                    <a:lnTo>
                      <a:pt x="0" y="0"/>
                    </a:lnTo>
                    <a:lnTo>
                      <a:pt x="18736" y="0"/>
                    </a:lnTo>
                    <a:lnTo>
                      <a:pt x="18736" y="84658"/>
                    </a:lnTo>
                    <a:cubicBezTo>
                      <a:pt x="28532" y="71713"/>
                      <a:pt x="43844" y="62772"/>
                      <a:pt x="62580" y="62772"/>
                    </a:cubicBezTo>
                    <a:cubicBezTo>
                      <a:pt x="101193" y="62772"/>
                      <a:pt x="113462" y="86800"/>
                      <a:pt x="113462" y="122191"/>
                    </a:cubicBezTo>
                    <a:lnTo>
                      <a:pt x="113462" y="216162"/>
                    </a:lnTo>
                    <a:lnTo>
                      <a:pt x="94726" y="21616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52AA5720-CC7B-DD2B-DD72-69B1CD48EC27}"/>
                  </a:ext>
                </a:extLst>
              </p:cNvPr>
              <p:cNvSpPr/>
              <p:nvPr/>
            </p:nvSpPr>
            <p:spPr>
              <a:xfrm>
                <a:off x="4338434" y="3352071"/>
                <a:ext cx="128108" cy="156650"/>
              </a:xfrm>
              <a:custGeom>
                <a:avLst/>
                <a:gdLst>
                  <a:gd name="connsiteX0" fmla="*/ 19877 w 128108"/>
                  <a:gd name="connsiteY0" fmla="*/ 84006 h 156650"/>
                  <a:gd name="connsiteX1" fmla="*/ 70759 w 128108"/>
                  <a:gd name="connsiteY1" fmla="*/ 141004 h 156650"/>
                  <a:gd name="connsiteX2" fmla="*/ 113937 w 128108"/>
                  <a:gd name="connsiteY2" fmla="*/ 125730 h 156650"/>
                  <a:gd name="connsiteX3" fmla="*/ 123163 w 128108"/>
                  <a:gd name="connsiteY3" fmla="*/ 138303 h 156650"/>
                  <a:gd name="connsiteX4" fmla="*/ 70759 w 128108"/>
                  <a:gd name="connsiteY4" fmla="*/ 156650 h 156650"/>
                  <a:gd name="connsiteX5" fmla="*/ 0 w 128108"/>
                  <a:gd name="connsiteY5" fmla="*/ 79815 h 156650"/>
                  <a:gd name="connsiteX6" fmla="*/ 65623 w 128108"/>
                  <a:gd name="connsiteY6" fmla="*/ 0 h 156650"/>
                  <a:gd name="connsiteX7" fmla="*/ 128108 w 128108"/>
                  <a:gd name="connsiteY7" fmla="*/ 84006 h 156650"/>
                  <a:gd name="connsiteX8" fmla="*/ 19877 w 128108"/>
                  <a:gd name="connsiteY8" fmla="*/ 84006 h 156650"/>
                  <a:gd name="connsiteX9" fmla="*/ 65528 w 128108"/>
                  <a:gd name="connsiteY9" fmla="*/ 14994 h 156650"/>
                  <a:gd name="connsiteX10" fmla="*/ 19877 w 128108"/>
                  <a:gd name="connsiteY10" fmla="*/ 69012 h 156650"/>
                  <a:gd name="connsiteX11" fmla="*/ 108802 w 128108"/>
                  <a:gd name="connsiteY11" fmla="*/ 69012 h 156650"/>
                  <a:gd name="connsiteX12" fmla="*/ 65623 w 128108"/>
                  <a:gd name="connsiteY12" fmla="*/ 14994 h 156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8108" h="156650">
                    <a:moveTo>
                      <a:pt x="19877" y="84006"/>
                    </a:moveTo>
                    <a:cubicBezTo>
                      <a:pt x="21399" y="122377"/>
                      <a:pt x="44700" y="141004"/>
                      <a:pt x="70759" y="141004"/>
                    </a:cubicBezTo>
                    <a:cubicBezTo>
                      <a:pt x="88829" y="141004"/>
                      <a:pt x="103285" y="133833"/>
                      <a:pt x="113937" y="125730"/>
                    </a:cubicBezTo>
                    <a:lnTo>
                      <a:pt x="123163" y="138303"/>
                    </a:lnTo>
                    <a:cubicBezTo>
                      <a:pt x="109087" y="149106"/>
                      <a:pt x="92824" y="156650"/>
                      <a:pt x="70759" y="156650"/>
                    </a:cubicBezTo>
                    <a:cubicBezTo>
                      <a:pt x="30910" y="156650"/>
                      <a:pt x="0" y="129642"/>
                      <a:pt x="0" y="79815"/>
                    </a:cubicBezTo>
                    <a:cubicBezTo>
                      <a:pt x="0" y="26077"/>
                      <a:pt x="31575" y="0"/>
                      <a:pt x="65623" y="0"/>
                    </a:cubicBezTo>
                    <a:cubicBezTo>
                      <a:pt x="113747" y="0"/>
                      <a:pt x="128108" y="36881"/>
                      <a:pt x="128108" y="84006"/>
                    </a:cubicBezTo>
                    <a:lnTo>
                      <a:pt x="19877" y="84006"/>
                    </a:lnTo>
                    <a:close/>
                    <a:moveTo>
                      <a:pt x="65528" y="14994"/>
                    </a:moveTo>
                    <a:cubicBezTo>
                      <a:pt x="40991" y="14994"/>
                      <a:pt x="22350" y="32969"/>
                      <a:pt x="19877" y="69012"/>
                    </a:cubicBezTo>
                    <a:lnTo>
                      <a:pt x="108802" y="69012"/>
                    </a:lnTo>
                    <a:cubicBezTo>
                      <a:pt x="108231" y="32690"/>
                      <a:pt x="92824" y="14994"/>
                      <a:pt x="65623" y="14994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825751CF-7DD1-31B2-54F3-B83D9A2305AD}"/>
                  </a:ext>
                </a:extLst>
              </p:cNvPr>
              <p:cNvSpPr/>
              <p:nvPr/>
            </p:nvSpPr>
            <p:spPr>
              <a:xfrm>
                <a:off x="4595317" y="3352071"/>
                <a:ext cx="123828" cy="213368"/>
              </a:xfrm>
              <a:custGeom>
                <a:avLst/>
                <a:gdLst>
                  <a:gd name="connsiteX0" fmla="*/ 62865 w 123828"/>
                  <a:gd name="connsiteY0" fmla="*/ 156650 h 213368"/>
                  <a:gd name="connsiteX1" fmla="*/ 19687 w 123828"/>
                  <a:gd name="connsiteY1" fmla="*/ 138676 h 213368"/>
                  <a:gd name="connsiteX2" fmla="*/ 19687 w 123828"/>
                  <a:gd name="connsiteY2" fmla="*/ 213368 h 213368"/>
                  <a:gd name="connsiteX3" fmla="*/ 951 w 123828"/>
                  <a:gd name="connsiteY3" fmla="*/ 213368 h 213368"/>
                  <a:gd name="connsiteX4" fmla="*/ 951 w 123828"/>
                  <a:gd name="connsiteY4" fmla="*/ 31479 h 213368"/>
                  <a:gd name="connsiteX5" fmla="*/ 0 w 123828"/>
                  <a:gd name="connsiteY5" fmla="*/ 3260 h 213368"/>
                  <a:gd name="connsiteX6" fmla="*/ 15597 w 123828"/>
                  <a:gd name="connsiteY6" fmla="*/ 3260 h 213368"/>
                  <a:gd name="connsiteX7" fmla="*/ 17119 w 123828"/>
                  <a:gd name="connsiteY7" fmla="*/ 26077 h 213368"/>
                  <a:gd name="connsiteX8" fmla="*/ 65243 w 123828"/>
                  <a:gd name="connsiteY8" fmla="*/ 0 h 213368"/>
                  <a:gd name="connsiteX9" fmla="*/ 123828 w 123828"/>
                  <a:gd name="connsiteY9" fmla="*/ 76835 h 213368"/>
                  <a:gd name="connsiteX10" fmla="*/ 62865 w 123828"/>
                  <a:gd name="connsiteY10" fmla="*/ 156650 h 213368"/>
                  <a:gd name="connsiteX11" fmla="*/ 61058 w 123828"/>
                  <a:gd name="connsiteY11" fmla="*/ 15274 h 213368"/>
                  <a:gd name="connsiteX12" fmla="*/ 19687 w 123828"/>
                  <a:gd name="connsiteY12" fmla="*/ 42003 h 213368"/>
                  <a:gd name="connsiteX13" fmla="*/ 19687 w 123828"/>
                  <a:gd name="connsiteY13" fmla="*/ 123309 h 213368"/>
                  <a:gd name="connsiteX14" fmla="*/ 58300 w 123828"/>
                  <a:gd name="connsiteY14" fmla="*/ 141283 h 213368"/>
                  <a:gd name="connsiteX15" fmla="*/ 104237 w 123828"/>
                  <a:gd name="connsiteY15" fmla="*/ 78232 h 213368"/>
                  <a:gd name="connsiteX16" fmla="*/ 61058 w 123828"/>
                  <a:gd name="connsiteY16" fmla="*/ 15181 h 213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3828" h="213368">
                    <a:moveTo>
                      <a:pt x="62865" y="156650"/>
                    </a:moveTo>
                    <a:cubicBezTo>
                      <a:pt x="44129" y="156650"/>
                      <a:pt x="28817" y="149758"/>
                      <a:pt x="19687" y="138676"/>
                    </a:cubicBezTo>
                    <a:lnTo>
                      <a:pt x="19687" y="213368"/>
                    </a:lnTo>
                    <a:lnTo>
                      <a:pt x="951" y="213368"/>
                    </a:lnTo>
                    <a:lnTo>
                      <a:pt x="951" y="31479"/>
                    </a:lnTo>
                    <a:cubicBezTo>
                      <a:pt x="951" y="24308"/>
                      <a:pt x="380" y="9872"/>
                      <a:pt x="0" y="3260"/>
                    </a:cubicBezTo>
                    <a:lnTo>
                      <a:pt x="15597" y="3260"/>
                    </a:lnTo>
                    <a:lnTo>
                      <a:pt x="17119" y="26077"/>
                    </a:lnTo>
                    <a:cubicBezTo>
                      <a:pt x="27200" y="13132"/>
                      <a:pt x="40420" y="0"/>
                      <a:pt x="65243" y="0"/>
                    </a:cubicBezTo>
                    <a:cubicBezTo>
                      <a:pt x="102334" y="0"/>
                      <a:pt x="123828" y="32131"/>
                      <a:pt x="123828" y="76835"/>
                    </a:cubicBezTo>
                    <a:cubicBezTo>
                      <a:pt x="123828" y="121539"/>
                      <a:pt x="102049" y="156650"/>
                      <a:pt x="62865" y="156650"/>
                    </a:cubicBezTo>
                    <a:close/>
                    <a:moveTo>
                      <a:pt x="61058" y="15274"/>
                    </a:moveTo>
                    <a:cubicBezTo>
                      <a:pt x="40515" y="15274"/>
                      <a:pt x="26440" y="32410"/>
                      <a:pt x="19687" y="42003"/>
                    </a:cubicBezTo>
                    <a:lnTo>
                      <a:pt x="19687" y="123309"/>
                    </a:lnTo>
                    <a:cubicBezTo>
                      <a:pt x="28247" y="132622"/>
                      <a:pt x="39564" y="141283"/>
                      <a:pt x="58300" y="141283"/>
                    </a:cubicBezTo>
                    <a:cubicBezTo>
                      <a:pt x="83123" y="141283"/>
                      <a:pt x="104237" y="121446"/>
                      <a:pt x="104237" y="78232"/>
                    </a:cubicBezTo>
                    <a:cubicBezTo>
                      <a:pt x="104237" y="35018"/>
                      <a:pt x="86166" y="15181"/>
                      <a:pt x="61058" y="15181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16AAA5CD-CAC9-03C9-19C8-7508849E77FB}"/>
                  </a:ext>
                </a:extLst>
              </p:cNvPr>
              <p:cNvSpPr/>
              <p:nvPr/>
            </p:nvSpPr>
            <p:spPr>
              <a:xfrm>
                <a:off x="4752813" y="3351978"/>
                <a:ext cx="136762" cy="156743"/>
              </a:xfrm>
              <a:custGeom>
                <a:avLst/>
                <a:gdLst>
                  <a:gd name="connsiteX0" fmla="*/ 68381 w 136762"/>
                  <a:gd name="connsiteY0" fmla="*/ 156743 h 156743"/>
                  <a:gd name="connsiteX1" fmla="*/ 0 w 136762"/>
                  <a:gd name="connsiteY1" fmla="*/ 77766 h 156743"/>
                  <a:gd name="connsiteX2" fmla="*/ 68381 w 136762"/>
                  <a:gd name="connsiteY2" fmla="*/ 0 h 156743"/>
                  <a:gd name="connsiteX3" fmla="*/ 136763 w 136762"/>
                  <a:gd name="connsiteY3" fmla="*/ 77766 h 156743"/>
                  <a:gd name="connsiteX4" fmla="*/ 68381 w 136762"/>
                  <a:gd name="connsiteY4" fmla="*/ 156743 h 156743"/>
                  <a:gd name="connsiteX5" fmla="*/ 68381 w 136762"/>
                  <a:gd name="connsiteY5" fmla="*/ 15367 h 156743"/>
                  <a:gd name="connsiteX6" fmla="*/ 19687 w 136762"/>
                  <a:gd name="connsiteY6" fmla="*/ 77766 h 156743"/>
                  <a:gd name="connsiteX7" fmla="*/ 68381 w 136762"/>
                  <a:gd name="connsiteY7" fmla="*/ 141376 h 156743"/>
                  <a:gd name="connsiteX8" fmla="*/ 117076 w 136762"/>
                  <a:gd name="connsiteY8" fmla="*/ 77766 h 156743"/>
                  <a:gd name="connsiteX9" fmla="*/ 68381 w 136762"/>
                  <a:gd name="connsiteY9" fmla="*/ 15367 h 156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6762" h="156743">
                    <a:moveTo>
                      <a:pt x="68381" y="156743"/>
                    </a:moveTo>
                    <a:cubicBezTo>
                      <a:pt x="21494" y="156743"/>
                      <a:pt x="0" y="120701"/>
                      <a:pt x="0" y="77766"/>
                    </a:cubicBezTo>
                    <a:cubicBezTo>
                      <a:pt x="0" y="34832"/>
                      <a:pt x="22635" y="0"/>
                      <a:pt x="68381" y="0"/>
                    </a:cubicBezTo>
                    <a:cubicBezTo>
                      <a:pt x="114128" y="0"/>
                      <a:pt x="136763" y="36043"/>
                      <a:pt x="136763" y="77766"/>
                    </a:cubicBezTo>
                    <a:cubicBezTo>
                      <a:pt x="136763" y="119490"/>
                      <a:pt x="116220" y="156743"/>
                      <a:pt x="68381" y="156743"/>
                    </a:cubicBezTo>
                    <a:close/>
                    <a:moveTo>
                      <a:pt x="68381" y="15367"/>
                    </a:moveTo>
                    <a:cubicBezTo>
                      <a:pt x="36806" y="15367"/>
                      <a:pt x="19687" y="41817"/>
                      <a:pt x="19687" y="77766"/>
                    </a:cubicBezTo>
                    <a:cubicBezTo>
                      <a:pt x="19687" y="113716"/>
                      <a:pt x="35665" y="141376"/>
                      <a:pt x="68381" y="141376"/>
                    </a:cubicBezTo>
                    <a:cubicBezTo>
                      <a:pt x="101098" y="141376"/>
                      <a:pt x="117076" y="114088"/>
                      <a:pt x="117076" y="77766"/>
                    </a:cubicBezTo>
                    <a:cubicBezTo>
                      <a:pt x="117076" y="41444"/>
                      <a:pt x="100813" y="15367"/>
                      <a:pt x="68381" y="15367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B4D6E938-3BE0-6609-5CDA-DC34D35AA97F}"/>
                  </a:ext>
                </a:extLst>
              </p:cNvPr>
              <p:cNvSpPr/>
              <p:nvPr/>
            </p:nvSpPr>
            <p:spPr>
              <a:xfrm>
                <a:off x="4912686" y="3355331"/>
                <a:ext cx="210089" cy="150037"/>
              </a:xfrm>
              <a:custGeom>
                <a:avLst/>
                <a:gdLst>
                  <a:gd name="connsiteX0" fmla="*/ 165390 w 210089"/>
                  <a:gd name="connsiteY0" fmla="*/ 150038 h 150037"/>
                  <a:gd name="connsiteX1" fmla="*/ 141518 w 210089"/>
                  <a:gd name="connsiteY1" fmla="*/ 150038 h 150037"/>
                  <a:gd name="connsiteX2" fmla="*/ 115174 w 210089"/>
                  <a:gd name="connsiteY2" fmla="*/ 60909 h 150037"/>
                  <a:gd name="connsiteX3" fmla="*/ 105092 w 210089"/>
                  <a:gd name="connsiteY3" fmla="*/ 23376 h 150037"/>
                  <a:gd name="connsiteX4" fmla="*/ 95011 w 210089"/>
                  <a:gd name="connsiteY4" fmla="*/ 60909 h 150037"/>
                  <a:gd name="connsiteX5" fmla="*/ 67716 w 210089"/>
                  <a:gd name="connsiteY5" fmla="*/ 150038 h 150037"/>
                  <a:gd name="connsiteX6" fmla="*/ 44129 w 210089"/>
                  <a:gd name="connsiteY6" fmla="*/ 150038 h 150037"/>
                  <a:gd name="connsiteX7" fmla="*/ 0 w 210089"/>
                  <a:gd name="connsiteY7" fmla="*/ 0 h 150037"/>
                  <a:gd name="connsiteX8" fmla="*/ 19877 w 210089"/>
                  <a:gd name="connsiteY8" fmla="*/ 0 h 150037"/>
                  <a:gd name="connsiteX9" fmla="*/ 48029 w 210089"/>
                  <a:gd name="connsiteY9" fmla="*/ 95741 h 150037"/>
                  <a:gd name="connsiteX10" fmla="*/ 56588 w 210089"/>
                  <a:gd name="connsiteY10" fmla="*/ 129921 h 150037"/>
                  <a:gd name="connsiteX11" fmla="*/ 65814 w 210089"/>
                  <a:gd name="connsiteY11" fmla="*/ 95741 h 150037"/>
                  <a:gd name="connsiteX12" fmla="*/ 94631 w 210089"/>
                  <a:gd name="connsiteY12" fmla="*/ 0 h 150037"/>
                  <a:gd name="connsiteX13" fmla="*/ 116410 w 210089"/>
                  <a:gd name="connsiteY13" fmla="*/ 0 h 150037"/>
                  <a:gd name="connsiteX14" fmla="*/ 145227 w 210089"/>
                  <a:gd name="connsiteY14" fmla="*/ 95741 h 150037"/>
                  <a:gd name="connsiteX15" fmla="*/ 154072 w 210089"/>
                  <a:gd name="connsiteY15" fmla="*/ 129921 h 150037"/>
                  <a:gd name="connsiteX16" fmla="*/ 162917 w 210089"/>
                  <a:gd name="connsiteY16" fmla="*/ 95741 h 150037"/>
                  <a:gd name="connsiteX17" fmla="*/ 191734 w 210089"/>
                  <a:gd name="connsiteY17" fmla="*/ 0 h 150037"/>
                  <a:gd name="connsiteX18" fmla="*/ 210090 w 210089"/>
                  <a:gd name="connsiteY18" fmla="*/ 0 h 150037"/>
                  <a:gd name="connsiteX19" fmla="*/ 165295 w 210089"/>
                  <a:gd name="connsiteY19" fmla="*/ 150038 h 150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10089" h="150037">
                    <a:moveTo>
                      <a:pt x="165390" y="150038"/>
                    </a:moveTo>
                    <a:lnTo>
                      <a:pt x="141518" y="150038"/>
                    </a:lnTo>
                    <a:lnTo>
                      <a:pt x="115174" y="60909"/>
                    </a:lnTo>
                    <a:cubicBezTo>
                      <a:pt x="111179" y="47125"/>
                      <a:pt x="105092" y="23376"/>
                      <a:pt x="105092" y="23376"/>
                    </a:cubicBezTo>
                    <a:cubicBezTo>
                      <a:pt x="105092" y="23376"/>
                      <a:pt x="99291" y="46474"/>
                      <a:pt x="95011" y="60909"/>
                    </a:cubicBezTo>
                    <a:lnTo>
                      <a:pt x="67716" y="150038"/>
                    </a:lnTo>
                    <a:lnTo>
                      <a:pt x="44129" y="150038"/>
                    </a:lnTo>
                    <a:lnTo>
                      <a:pt x="0" y="0"/>
                    </a:lnTo>
                    <a:lnTo>
                      <a:pt x="19877" y="0"/>
                    </a:lnTo>
                    <a:lnTo>
                      <a:pt x="48029" y="95741"/>
                    </a:lnTo>
                    <a:cubicBezTo>
                      <a:pt x="51738" y="108314"/>
                      <a:pt x="56588" y="129921"/>
                      <a:pt x="56588" y="129921"/>
                    </a:cubicBezTo>
                    <a:cubicBezTo>
                      <a:pt x="56588" y="129921"/>
                      <a:pt x="62104" y="108314"/>
                      <a:pt x="65814" y="95741"/>
                    </a:cubicBezTo>
                    <a:lnTo>
                      <a:pt x="94631" y="0"/>
                    </a:lnTo>
                    <a:lnTo>
                      <a:pt x="116410" y="0"/>
                    </a:lnTo>
                    <a:lnTo>
                      <a:pt x="145227" y="95741"/>
                    </a:lnTo>
                    <a:cubicBezTo>
                      <a:pt x="149222" y="109245"/>
                      <a:pt x="154072" y="129921"/>
                      <a:pt x="154072" y="129921"/>
                    </a:cubicBezTo>
                    <a:cubicBezTo>
                      <a:pt x="154072" y="129921"/>
                      <a:pt x="159018" y="108873"/>
                      <a:pt x="162917" y="95741"/>
                    </a:cubicBezTo>
                    <a:lnTo>
                      <a:pt x="191734" y="0"/>
                    </a:lnTo>
                    <a:lnTo>
                      <a:pt x="210090" y="0"/>
                    </a:lnTo>
                    <a:lnTo>
                      <a:pt x="165295" y="150038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CAA8B3DF-3769-C151-00F6-F1B48562E0E5}"/>
                  </a:ext>
                </a:extLst>
              </p:cNvPr>
              <p:cNvSpPr/>
              <p:nvPr/>
            </p:nvSpPr>
            <p:spPr>
              <a:xfrm>
                <a:off x="5146838" y="3352071"/>
                <a:ext cx="128108" cy="156650"/>
              </a:xfrm>
              <a:custGeom>
                <a:avLst/>
                <a:gdLst>
                  <a:gd name="connsiteX0" fmla="*/ 19877 w 128108"/>
                  <a:gd name="connsiteY0" fmla="*/ 84006 h 156650"/>
                  <a:gd name="connsiteX1" fmla="*/ 70759 w 128108"/>
                  <a:gd name="connsiteY1" fmla="*/ 141004 h 156650"/>
                  <a:gd name="connsiteX2" fmla="*/ 113937 w 128108"/>
                  <a:gd name="connsiteY2" fmla="*/ 125730 h 156650"/>
                  <a:gd name="connsiteX3" fmla="*/ 123163 w 128108"/>
                  <a:gd name="connsiteY3" fmla="*/ 138303 h 156650"/>
                  <a:gd name="connsiteX4" fmla="*/ 70759 w 128108"/>
                  <a:gd name="connsiteY4" fmla="*/ 156650 h 156650"/>
                  <a:gd name="connsiteX5" fmla="*/ 0 w 128108"/>
                  <a:gd name="connsiteY5" fmla="*/ 79815 h 156650"/>
                  <a:gd name="connsiteX6" fmla="*/ 65623 w 128108"/>
                  <a:gd name="connsiteY6" fmla="*/ 0 h 156650"/>
                  <a:gd name="connsiteX7" fmla="*/ 128108 w 128108"/>
                  <a:gd name="connsiteY7" fmla="*/ 84006 h 156650"/>
                  <a:gd name="connsiteX8" fmla="*/ 19877 w 128108"/>
                  <a:gd name="connsiteY8" fmla="*/ 84006 h 156650"/>
                  <a:gd name="connsiteX9" fmla="*/ 65528 w 128108"/>
                  <a:gd name="connsiteY9" fmla="*/ 14994 h 156650"/>
                  <a:gd name="connsiteX10" fmla="*/ 19877 w 128108"/>
                  <a:gd name="connsiteY10" fmla="*/ 69012 h 156650"/>
                  <a:gd name="connsiteX11" fmla="*/ 108802 w 128108"/>
                  <a:gd name="connsiteY11" fmla="*/ 69012 h 156650"/>
                  <a:gd name="connsiteX12" fmla="*/ 65623 w 128108"/>
                  <a:gd name="connsiteY12" fmla="*/ 14994 h 156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8108" h="156650">
                    <a:moveTo>
                      <a:pt x="19877" y="84006"/>
                    </a:moveTo>
                    <a:cubicBezTo>
                      <a:pt x="21399" y="122377"/>
                      <a:pt x="44700" y="141004"/>
                      <a:pt x="70759" y="141004"/>
                    </a:cubicBezTo>
                    <a:cubicBezTo>
                      <a:pt x="88829" y="141004"/>
                      <a:pt x="103285" y="133833"/>
                      <a:pt x="113937" y="125730"/>
                    </a:cubicBezTo>
                    <a:lnTo>
                      <a:pt x="123163" y="138303"/>
                    </a:lnTo>
                    <a:cubicBezTo>
                      <a:pt x="109087" y="149106"/>
                      <a:pt x="92824" y="156650"/>
                      <a:pt x="70759" y="156650"/>
                    </a:cubicBezTo>
                    <a:cubicBezTo>
                      <a:pt x="30910" y="156650"/>
                      <a:pt x="0" y="129642"/>
                      <a:pt x="0" y="79815"/>
                    </a:cubicBezTo>
                    <a:cubicBezTo>
                      <a:pt x="0" y="26077"/>
                      <a:pt x="31575" y="0"/>
                      <a:pt x="65623" y="0"/>
                    </a:cubicBezTo>
                    <a:cubicBezTo>
                      <a:pt x="113747" y="0"/>
                      <a:pt x="128108" y="36881"/>
                      <a:pt x="128108" y="84006"/>
                    </a:cubicBezTo>
                    <a:lnTo>
                      <a:pt x="19877" y="84006"/>
                    </a:lnTo>
                    <a:close/>
                    <a:moveTo>
                      <a:pt x="65528" y="14994"/>
                    </a:moveTo>
                    <a:cubicBezTo>
                      <a:pt x="40991" y="14994"/>
                      <a:pt x="22350" y="32969"/>
                      <a:pt x="19877" y="69012"/>
                    </a:cubicBezTo>
                    <a:lnTo>
                      <a:pt x="108802" y="69012"/>
                    </a:lnTo>
                    <a:cubicBezTo>
                      <a:pt x="108231" y="32690"/>
                      <a:pt x="92824" y="14994"/>
                      <a:pt x="65623" y="14994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409CFA91-3748-9F76-FFA1-8EC1F94F85C2}"/>
                  </a:ext>
                </a:extLst>
              </p:cNvPr>
              <p:cNvSpPr/>
              <p:nvPr/>
            </p:nvSpPr>
            <p:spPr>
              <a:xfrm>
                <a:off x="5314796" y="3351978"/>
                <a:ext cx="81506" cy="153390"/>
              </a:xfrm>
              <a:custGeom>
                <a:avLst/>
                <a:gdLst>
                  <a:gd name="connsiteX0" fmla="*/ 76370 w 81506"/>
                  <a:gd name="connsiteY0" fmla="*/ 21700 h 153390"/>
                  <a:gd name="connsiteX1" fmla="*/ 59822 w 81506"/>
                  <a:gd name="connsiteY1" fmla="*/ 17509 h 153390"/>
                  <a:gd name="connsiteX2" fmla="*/ 19687 w 81506"/>
                  <a:gd name="connsiteY2" fmla="*/ 46287 h 153390"/>
                  <a:gd name="connsiteX3" fmla="*/ 19687 w 81506"/>
                  <a:gd name="connsiteY3" fmla="*/ 153391 h 153390"/>
                  <a:gd name="connsiteX4" fmla="*/ 951 w 81506"/>
                  <a:gd name="connsiteY4" fmla="*/ 153391 h 153390"/>
                  <a:gd name="connsiteX5" fmla="*/ 951 w 81506"/>
                  <a:gd name="connsiteY5" fmla="*/ 30641 h 153390"/>
                  <a:gd name="connsiteX6" fmla="*/ 0 w 81506"/>
                  <a:gd name="connsiteY6" fmla="*/ 3353 h 153390"/>
                  <a:gd name="connsiteX7" fmla="*/ 15027 w 81506"/>
                  <a:gd name="connsiteY7" fmla="*/ 3353 h 153390"/>
                  <a:gd name="connsiteX8" fmla="*/ 16834 w 81506"/>
                  <a:gd name="connsiteY8" fmla="*/ 28219 h 153390"/>
                  <a:gd name="connsiteX9" fmla="*/ 63721 w 81506"/>
                  <a:gd name="connsiteY9" fmla="*/ 0 h 153390"/>
                  <a:gd name="connsiteX10" fmla="*/ 81506 w 81506"/>
                  <a:gd name="connsiteY10" fmla="*/ 2701 h 153390"/>
                  <a:gd name="connsiteX11" fmla="*/ 76275 w 81506"/>
                  <a:gd name="connsiteY11" fmla="*/ 21607 h 153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1506" h="153390">
                    <a:moveTo>
                      <a:pt x="76370" y="21700"/>
                    </a:moveTo>
                    <a:cubicBezTo>
                      <a:pt x="71425" y="18999"/>
                      <a:pt x="66289" y="17509"/>
                      <a:pt x="59822" y="17509"/>
                    </a:cubicBezTo>
                    <a:cubicBezTo>
                      <a:pt x="41086" y="17509"/>
                      <a:pt x="29768" y="28871"/>
                      <a:pt x="19687" y="46287"/>
                    </a:cubicBezTo>
                    <a:lnTo>
                      <a:pt x="19687" y="153391"/>
                    </a:lnTo>
                    <a:lnTo>
                      <a:pt x="951" y="153391"/>
                    </a:lnTo>
                    <a:lnTo>
                      <a:pt x="951" y="30641"/>
                    </a:lnTo>
                    <a:cubicBezTo>
                      <a:pt x="951" y="25519"/>
                      <a:pt x="380" y="8475"/>
                      <a:pt x="0" y="3353"/>
                    </a:cubicBezTo>
                    <a:lnTo>
                      <a:pt x="15027" y="3353"/>
                    </a:lnTo>
                    <a:lnTo>
                      <a:pt x="16834" y="28219"/>
                    </a:lnTo>
                    <a:cubicBezTo>
                      <a:pt x="26059" y="11083"/>
                      <a:pt x="41371" y="0"/>
                      <a:pt x="63721" y="0"/>
                    </a:cubicBezTo>
                    <a:cubicBezTo>
                      <a:pt x="70189" y="0"/>
                      <a:pt x="76275" y="931"/>
                      <a:pt x="81506" y="2701"/>
                    </a:cubicBezTo>
                    <a:lnTo>
                      <a:pt x="76275" y="21607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20431D02-9662-F166-DF23-3D0D5125A7DD}"/>
                  </a:ext>
                </a:extLst>
              </p:cNvPr>
              <p:cNvSpPr/>
              <p:nvPr/>
            </p:nvSpPr>
            <p:spPr>
              <a:xfrm>
                <a:off x="5510715" y="3289300"/>
                <a:ext cx="123923" cy="219422"/>
              </a:xfrm>
              <a:custGeom>
                <a:avLst/>
                <a:gdLst>
                  <a:gd name="connsiteX0" fmla="*/ 63436 w 123923"/>
                  <a:gd name="connsiteY0" fmla="*/ 219422 h 219422"/>
                  <a:gd name="connsiteX1" fmla="*/ 17119 w 123923"/>
                  <a:gd name="connsiteY1" fmla="*/ 199026 h 219422"/>
                  <a:gd name="connsiteX2" fmla="*/ 15597 w 123923"/>
                  <a:gd name="connsiteY2" fmla="*/ 216162 h 219422"/>
                  <a:gd name="connsiteX3" fmla="*/ 0 w 123923"/>
                  <a:gd name="connsiteY3" fmla="*/ 216162 h 219422"/>
                  <a:gd name="connsiteX4" fmla="*/ 951 w 123923"/>
                  <a:gd name="connsiteY4" fmla="*/ 187943 h 219422"/>
                  <a:gd name="connsiteX5" fmla="*/ 951 w 123923"/>
                  <a:gd name="connsiteY5" fmla="*/ 0 h 219422"/>
                  <a:gd name="connsiteX6" fmla="*/ 19687 w 123923"/>
                  <a:gd name="connsiteY6" fmla="*/ 0 h 219422"/>
                  <a:gd name="connsiteX7" fmla="*/ 19687 w 123923"/>
                  <a:gd name="connsiteY7" fmla="*/ 86707 h 219422"/>
                  <a:gd name="connsiteX8" fmla="*/ 65053 w 123923"/>
                  <a:gd name="connsiteY8" fmla="*/ 62679 h 219422"/>
                  <a:gd name="connsiteX9" fmla="*/ 123924 w 123923"/>
                  <a:gd name="connsiteY9" fmla="*/ 140445 h 219422"/>
                  <a:gd name="connsiteX10" fmla="*/ 63531 w 123923"/>
                  <a:gd name="connsiteY10" fmla="*/ 219422 h 219422"/>
                  <a:gd name="connsiteX11" fmla="*/ 60963 w 123923"/>
                  <a:gd name="connsiteY11" fmla="*/ 78046 h 219422"/>
                  <a:gd name="connsiteX12" fmla="*/ 19592 w 123923"/>
                  <a:gd name="connsiteY12" fmla="*/ 105334 h 219422"/>
                  <a:gd name="connsiteX13" fmla="*/ 19592 w 123923"/>
                  <a:gd name="connsiteY13" fmla="*/ 186080 h 219422"/>
                  <a:gd name="connsiteX14" fmla="*/ 58776 w 123923"/>
                  <a:gd name="connsiteY14" fmla="*/ 204055 h 219422"/>
                  <a:gd name="connsiteX15" fmla="*/ 104141 w 123923"/>
                  <a:gd name="connsiteY15" fmla="*/ 141004 h 219422"/>
                  <a:gd name="connsiteX16" fmla="*/ 60963 w 123923"/>
                  <a:gd name="connsiteY16" fmla="*/ 77953 h 219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3923" h="219422">
                    <a:moveTo>
                      <a:pt x="63436" y="219422"/>
                    </a:moveTo>
                    <a:cubicBezTo>
                      <a:pt x="41086" y="219422"/>
                      <a:pt x="27010" y="211040"/>
                      <a:pt x="17119" y="199026"/>
                    </a:cubicBezTo>
                    <a:lnTo>
                      <a:pt x="15597" y="216162"/>
                    </a:lnTo>
                    <a:lnTo>
                      <a:pt x="0" y="216162"/>
                    </a:lnTo>
                    <a:cubicBezTo>
                      <a:pt x="285" y="209550"/>
                      <a:pt x="951" y="195114"/>
                      <a:pt x="951" y="187943"/>
                    </a:cubicBezTo>
                    <a:lnTo>
                      <a:pt x="951" y="0"/>
                    </a:lnTo>
                    <a:lnTo>
                      <a:pt x="19687" y="0"/>
                    </a:lnTo>
                    <a:lnTo>
                      <a:pt x="19687" y="86707"/>
                    </a:lnTo>
                    <a:cubicBezTo>
                      <a:pt x="27961" y="75904"/>
                      <a:pt x="40801" y="62679"/>
                      <a:pt x="65053" y="62679"/>
                    </a:cubicBezTo>
                    <a:cubicBezTo>
                      <a:pt x="100908" y="62679"/>
                      <a:pt x="123924" y="92668"/>
                      <a:pt x="123924" y="140445"/>
                    </a:cubicBezTo>
                    <a:cubicBezTo>
                      <a:pt x="123924" y="184311"/>
                      <a:pt x="103381" y="219422"/>
                      <a:pt x="63531" y="219422"/>
                    </a:cubicBezTo>
                    <a:close/>
                    <a:moveTo>
                      <a:pt x="60963" y="78046"/>
                    </a:moveTo>
                    <a:cubicBezTo>
                      <a:pt x="39849" y="78046"/>
                      <a:pt x="26059" y="95462"/>
                      <a:pt x="19592" y="105334"/>
                    </a:cubicBezTo>
                    <a:lnTo>
                      <a:pt x="19592" y="186080"/>
                    </a:lnTo>
                    <a:cubicBezTo>
                      <a:pt x="29673" y="196325"/>
                      <a:pt x="39849" y="204055"/>
                      <a:pt x="58776" y="204055"/>
                    </a:cubicBezTo>
                    <a:cubicBezTo>
                      <a:pt x="85405" y="204055"/>
                      <a:pt x="104141" y="180679"/>
                      <a:pt x="104141" y="141004"/>
                    </a:cubicBezTo>
                    <a:cubicBezTo>
                      <a:pt x="104141" y="93878"/>
                      <a:pt x="82647" y="77953"/>
                      <a:pt x="60963" y="77953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A3600D4D-9089-E1BE-C5AA-0197658E0FC2}"/>
                  </a:ext>
                </a:extLst>
              </p:cNvPr>
              <p:cNvSpPr/>
              <p:nvPr/>
            </p:nvSpPr>
            <p:spPr>
              <a:xfrm>
                <a:off x="5668021" y="3352071"/>
                <a:ext cx="128108" cy="156650"/>
              </a:xfrm>
              <a:custGeom>
                <a:avLst/>
                <a:gdLst>
                  <a:gd name="connsiteX0" fmla="*/ 19877 w 128108"/>
                  <a:gd name="connsiteY0" fmla="*/ 84006 h 156650"/>
                  <a:gd name="connsiteX1" fmla="*/ 70759 w 128108"/>
                  <a:gd name="connsiteY1" fmla="*/ 141004 h 156650"/>
                  <a:gd name="connsiteX2" fmla="*/ 113937 w 128108"/>
                  <a:gd name="connsiteY2" fmla="*/ 125730 h 156650"/>
                  <a:gd name="connsiteX3" fmla="*/ 123163 w 128108"/>
                  <a:gd name="connsiteY3" fmla="*/ 138303 h 156650"/>
                  <a:gd name="connsiteX4" fmla="*/ 70759 w 128108"/>
                  <a:gd name="connsiteY4" fmla="*/ 156650 h 156650"/>
                  <a:gd name="connsiteX5" fmla="*/ 0 w 128108"/>
                  <a:gd name="connsiteY5" fmla="*/ 79815 h 156650"/>
                  <a:gd name="connsiteX6" fmla="*/ 65623 w 128108"/>
                  <a:gd name="connsiteY6" fmla="*/ 0 h 156650"/>
                  <a:gd name="connsiteX7" fmla="*/ 128108 w 128108"/>
                  <a:gd name="connsiteY7" fmla="*/ 84006 h 156650"/>
                  <a:gd name="connsiteX8" fmla="*/ 19877 w 128108"/>
                  <a:gd name="connsiteY8" fmla="*/ 84006 h 156650"/>
                  <a:gd name="connsiteX9" fmla="*/ 65528 w 128108"/>
                  <a:gd name="connsiteY9" fmla="*/ 14994 h 156650"/>
                  <a:gd name="connsiteX10" fmla="*/ 19877 w 128108"/>
                  <a:gd name="connsiteY10" fmla="*/ 69012 h 156650"/>
                  <a:gd name="connsiteX11" fmla="*/ 108802 w 128108"/>
                  <a:gd name="connsiteY11" fmla="*/ 69012 h 156650"/>
                  <a:gd name="connsiteX12" fmla="*/ 65623 w 128108"/>
                  <a:gd name="connsiteY12" fmla="*/ 14994 h 156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8108" h="156650">
                    <a:moveTo>
                      <a:pt x="19877" y="84006"/>
                    </a:moveTo>
                    <a:cubicBezTo>
                      <a:pt x="21399" y="122377"/>
                      <a:pt x="44700" y="141004"/>
                      <a:pt x="70759" y="141004"/>
                    </a:cubicBezTo>
                    <a:cubicBezTo>
                      <a:pt x="88829" y="141004"/>
                      <a:pt x="103285" y="133833"/>
                      <a:pt x="113937" y="125730"/>
                    </a:cubicBezTo>
                    <a:lnTo>
                      <a:pt x="123163" y="138303"/>
                    </a:lnTo>
                    <a:cubicBezTo>
                      <a:pt x="109087" y="149106"/>
                      <a:pt x="92824" y="156650"/>
                      <a:pt x="70759" y="156650"/>
                    </a:cubicBezTo>
                    <a:cubicBezTo>
                      <a:pt x="30910" y="156650"/>
                      <a:pt x="0" y="129642"/>
                      <a:pt x="0" y="79815"/>
                    </a:cubicBezTo>
                    <a:cubicBezTo>
                      <a:pt x="0" y="26077"/>
                      <a:pt x="31575" y="0"/>
                      <a:pt x="65623" y="0"/>
                    </a:cubicBezTo>
                    <a:cubicBezTo>
                      <a:pt x="113747" y="0"/>
                      <a:pt x="128108" y="36881"/>
                      <a:pt x="128108" y="84006"/>
                    </a:cubicBezTo>
                    <a:lnTo>
                      <a:pt x="19877" y="84006"/>
                    </a:lnTo>
                    <a:close/>
                    <a:moveTo>
                      <a:pt x="65528" y="14994"/>
                    </a:moveTo>
                    <a:cubicBezTo>
                      <a:pt x="40991" y="14994"/>
                      <a:pt x="22350" y="32969"/>
                      <a:pt x="19877" y="69012"/>
                    </a:cubicBezTo>
                    <a:lnTo>
                      <a:pt x="108802" y="69012"/>
                    </a:lnTo>
                    <a:cubicBezTo>
                      <a:pt x="108231" y="32690"/>
                      <a:pt x="92824" y="14994"/>
                      <a:pt x="65623" y="14994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B3A50663-0330-1A57-6E6A-0A7D59C73B09}"/>
                  </a:ext>
                </a:extLst>
              </p:cNvPr>
              <p:cNvSpPr/>
              <p:nvPr/>
            </p:nvSpPr>
            <p:spPr>
              <a:xfrm>
                <a:off x="5836835" y="3289300"/>
                <a:ext cx="113461" cy="216162"/>
              </a:xfrm>
              <a:custGeom>
                <a:avLst/>
                <a:gdLst>
                  <a:gd name="connsiteX0" fmla="*/ 94726 w 113461"/>
                  <a:gd name="connsiteY0" fmla="*/ 216069 h 216162"/>
                  <a:gd name="connsiteX1" fmla="*/ 94726 w 113461"/>
                  <a:gd name="connsiteY1" fmla="*/ 120701 h 216162"/>
                  <a:gd name="connsiteX2" fmla="*/ 58586 w 113461"/>
                  <a:gd name="connsiteY2" fmla="*/ 78418 h 216162"/>
                  <a:gd name="connsiteX3" fmla="*/ 18736 w 113461"/>
                  <a:gd name="connsiteY3" fmla="*/ 102726 h 216162"/>
                  <a:gd name="connsiteX4" fmla="*/ 18736 w 113461"/>
                  <a:gd name="connsiteY4" fmla="*/ 216162 h 216162"/>
                  <a:gd name="connsiteX5" fmla="*/ 0 w 113461"/>
                  <a:gd name="connsiteY5" fmla="*/ 216162 h 216162"/>
                  <a:gd name="connsiteX6" fmla="*/ 0 w 113461"/>
                  <a:gd name="connsiteY6" fmla="*/ 0 h 216162"/>
                  <a:gd name="connsiteX7" fmla="*/ 18736 w 113461"/>
                  <a:gd name="connsiteY7" fmla="*/ 0 h 216162"/>
                  <a:gd name="connsiteX8" fmla="*/ 18736 w 113461"/>
                  <a:gd name="connsiteY8" fmla="*/ 84658 h 216162"/>
                  <a:gd name="connsiteX9" fmla="*/ 62580 w 113461"/>
                  <a:gd name="connsiteY9" fmla="*/ 62772 h 216162"/>
                  <a:gd name="connsiteX10" fmla="*/ 113462 w 113461"/>
                  <a:gd name="connsiteY10" fmla="*/ 122191 h 216162"/>
                  <a:gd name="connsiteX11" fmla="*/ 113462 w 113461"/>
                  <a:gd name="connsiteY11" fmla="*/ 216162 h 216162"/>
                  <a:gd name="connsiteX12" fmla="*/ 94726 w 113461"/>
                  <a:gd name="connsiteY12" fmla="*/ 216162 h 216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3461" h="216162">
                    <a:moveTo>
                      <a:pt x="94726" y="216069"/>
                    </a:moveTo>
                    <a:lnTo>
                      <a:pt x="94726" y="120701"/>
                    </a:lnTo>
                    <a:cubicBezTo>
                      <a:pt x="94726" y="93133"/>
                      <a:pt x="83694" y="78418"/>
                      <a:pt x="58586" y="78418"/>
                    </a:cubicBezTo>
                    <a:cubicBezTo>
                      <a:pt x="39850" y="78418"/>
                      <a:pt x="26725" y="90991"/>
                      <a:pt x="18736" y="102726"/>
                    </a:cubicBezTo>
                    <a:lnTo>
                      <a:pt x="18736" y="216162"/>
                    </a:lnTo>
                    <a:lnTo>
                      <a:pt x="0" y="216162"/>
                    </a:lnTo>
                    <a:lnTo>
                      <a:pt x="0" y="0"/>
                    </a:lnTo>
                    <a:lnTo>
                      <a:pt x="18736" y="0"/>
                    </a:lnTo>
                    <a:lnTo>
                      <a:pt x="18736" y="84658"/>
                    </a:lnTo>
                    <a:cubicBezTo>
                      <a:pt x="28532" y="71713"/>
                      <a:pt x="43844" y="62772"/>
                      <a:pt x="62580" y="62772"/>
                    </a:cubicBezTo>
                    <a:cubicBezTo>
                      <a:pt x="101193" y="62772"/>
                      <a:pt x="113462" y="86800"/>
                      <a:pt x="113462" y="122191"/>
                    </a:cubicBezTo>
                    <a:lnTo>
                      <a:pt x="113462" y="216162"/>
                    </a:lnTo>
                    <a:lnTo>
                      <a:pt x="94726" y="21616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8C5347C9-F82F-0E14-F56A-90740783231E}"/>
                  </a:ext>
                </a:extLst>
              </p:cNvPr>
              <p:cNvSpPr/>
              <p:nvPr/>
            </p:nvSpPr>
            <p:spPr>
              <a:xfrm>
                <a:off x="5999371" y="3289300"/>
                <a:ext cx="21779" cy="216069"/>
              </a:xfrm>
              <a:custGeom>
                <a:avLst/>
                <a:gdLst>
                  <a:gd name="connsiteX0" fmla="*/ 0 w 21779"/>
                  <a:gd name="connsiteY0" fmla="*/ 23097 h 216069"/>
                  <a:gd name="connsiteX1" fmla="*/ 0 w 21779"/>
                  <a:gd name="connsiteY1" fmla="*/ 0 h 216069"/>
                  <a:gd name="connsiteX2" fmla="*/ 21779 w 21779"/>
                  <a:gd name="connsiteY2" fmla="*/ 0 h 216069"/>
                  <a:gd name="connsiteX3" fmla="*/ 21779 w 21779"/>
                  <a:gd name="connsiteY3" fmla="*/ 23097 h 216069"/>
                  <a:gd name="connsiteX4" fmla="*/ 0 w 21779"/>
                  <a:gd name="connsiteY4" fmla="*/ 23097 h 216069"/>
                  <a:gd name="connsiteX5" fmla="*/ 1522 w 21779"/>
                  <a:gd name="connsiteY5" fmla="*/ 216069 h 216069"/>
                  <a:gd name="connsiteX6" fmla="*/ 1522 w 21779"/>
                  <a:gd name="connsiteY6" fmla="*/ 66032 h 216069"/>
                  <a:gd name="connsiteX7" fmla="*/ 20258 w 21779"/>
                  <a:gd name="connsiteY7" fmla="*/ 66032 h 216069"/>
                  <a:gd name="connsiteX8" fmla="*/ 20258 w 21779"/>
                  <a:gd name="connsiteY8" fmla="*/ 216069 h 216069"/>
                  <a:gd name="connsiteX9" fmla="*/ 1522 w 21779"/>
                  <a:gd name="connsiteY9" fmla="*/ 216069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779" h="216069">
                    <a:moveTo>
                      <a:pt x="0" y="23097"/>
                    </a:moveTo>
                    <a:lnTo>
                      <a:pt x="0" y="0"/>
                    </a:lnTo>
                    <a:lnTo>
                      <a:pt x="21779" y="0"/>
                    </a:lnTo>
                    <a:lnTo>
                      <a:pt x="21779" y="23097"/>
                    </a:lnTo>
                    <a:lnTo>
                      <a:pt x="0" y="23097"/>
                    </a:lnTo>
                    <a:close/>
                    <a:moveTo>
                      <a:pt x="1522" y="216069"/>
                    </a:moveTo>
                    <a:lnTo>
                      <a:pt x="1522" y="66032"/>
                    </a:lnTo>
                    <a:lnTo>
                      <a:pt x="20258" y="66032"/>
                    </a:lnTo>
                    <a:lnTo>
                      <a:pt x="20258" y="216069"/>
                    </a:lnTo>
                    <a:lnTo>
                      <a:pt x="1522" y="21606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73ECE6A2-0ADF-AF61-AD7C-A00777ADD150}"/>
                  </a:ext>
                </a:extLst>
              </p:cNvPr>
              <p:cNvSpPr/>
              <p:nvPr/>
            </p:nvSpPr>
            <p:spPr>
              <a:xfrm>
                <a:off x="6069179" y="3351978"/>
                <a:ext cx="114222" cy="153390"/>
              </a:xfrm>
              <a:custGeom>
                <a:avLst/>
                <a:gdLst>
                  <a:gd name="connsiteX0" fmla="*/ 95677 w 114222"/>
                  <a:gd name="connsiteY0" fmla="*/ 153391 h 153390"/>
                  <a:gd name="connsiteX1" fmla="*/ 95677 w 114222"/>
                  <a:gd name="connsiteY1" fmla="*/ 58301 h 153390"/>
                  <a:gd name="connsiteX2" fmla="*/ 59537 w 114222"/>
                  <a:gd name="connsiteY2" fmla="*/ 15646 h 153390"/>
                  <a:gd name="connsiteX3" fmla="*/ 19687 w 114222"/>
                  <a:gd name="connsiteY3" fmla="*/ 39954 h 153390"/>
                  <a:gd name="connsiteX4" fmla="*/ 19687 w 114222"/>
                  <a:gd name="connsiteY4" fmla="*/ 153391 h 153390"/>
                  <a:gd name="connsiteX5" fmla="*/ 951 w 114222"/>
                  <a:gd name="connsiteY5" fmla="*/ 153391 h 153390"/>
                  <a:gd name="connsiteX6" fmla="*/ 951 w 114222"/>
                  <a:gd name="connsiteY6" fmla="*/ 30920 h 153390"/>
                  <a:gd name="connsiteX7" fmla="*/ 0 w 114222"/>
                  <a:gd name="connsiteY7" fmla="*/ 3353 h 153390"/>
                  <a:gd name="connsiteX8" fmla="*/ 15598 w 114222"/>
                  <a:gd name="connsiteY8" fmla="*/ 3353 h 153390"/>
                  <a:gd name="connsiteX9" fmla="*/ 17119 w 114222"/>
                  <a:gd name="connsiteY9" fmla="*/ 24028 h 153390"/>
                  <a:gd name="connsiteX10" fmla="*/ 63056 w 114222"/>
                  <a:gd name="connsiteY10" fmla="*/ 0 h 153390"/>
                  <a:gd name="connsiteX11" fmla="*/ 114223 w 114222"/>
                  <a:gd name="connsiteY11" fmla="*/ 59419 h 153390"/>
                  <a:gd name="connsiteX12" fmla="*/ 114223 w 114222"/>
                  <a:gd name="connsiteY12" fmla="*/ 153391 h 153390"/>
                  <a:gd name="connsiteX13" fmla="*/ 95487 w 114222"/>
                  <a:gd name="connsiteY13" fmla="*/ 153391 h 153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14222" h="153390">
                    <a:moveTo>
                      <a:pt x="95677" y="153391"/>
                    </a:moveTo>
                    <a:lnTo>
                      <a:pt x="95677" y="58301"/>
                    </a:lnTo>
                    <a:cubicBezTo>
                      <a:pt x="95677" y="31013"/>
                      <a:pt x="84359" y="15646"/>
                      <a:pt x="59537" y="15646"/>
                    </a:cubicBezTo>
                    <a:cubicBezTo>
                      <a:pt x="39279" y="15646"/>
                      <a:pt x="27010" y="29151"/>
                      <a:pt x="19687" y="39954"/>
                    </a:cubicBezTo>
                    <a:lnTo>
                      <a:pt x="19687" y="153391"/>
                    </a:lnTo>
                    <a:lnTo>
                      <a:pt x="951" y="153391"/>
                    </a:lnTo>
                    <a:lnTo>
                      <a:pt x="951" y="30920"/>
                    </a:lnTo>
                    <a:cubicBezTo>
                      <a:pt x="951" y="25798"/>
                      <a:pt x="381" y="8382"/>
                      <a:pt x="0" y="3353"/>
                    </a:cubicBezTo>
                    <a:lnTo>
                      <a:pt x="15598" y="3353"/>
                    </a:lnTo>
                    <a:lnTo>
                      <a:pt x="17119" y="24028"/>
                    </a:lnTo>
                    <a:cubicBezTo>
                      <a:pt x="26344" y="10803"/>
                      <a:pt x="42513" y="0"/>
                      <a:pt x="63056" y="0"/>
                    </a:cubicBezTo>
                    <a:cubicBezTo>
                      <a:pt x="100432" y="0"/>
                      <a:pt x="114223" y="23097"/>
                      <a:pt x="114223" y="59419"/>
                    </a:cubicBezTo>
                    <a:lnTo>
                      <a:pt x="114223" y="153391"/>
                    </a:lnTo>
                    <a:lnTo>
                      <a:pt x="95487" y="153391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1D96E3D4-1A56-4907-C226-325A3C4817AB}"/>
                  </a:ext>
                </a:extLst>
              </p:cNvPr>
              <p:cNvSpPr/>
              <p:nvPr/>
            </p:nvSpPr>
            <p:spPr>
              <a:xfrm>
                <a:off x="6224013" y="3289300"/>
                <a:ext cx="125730" cy="219328"/>
              </a:xfrm>
              <a:custGeom>
                <a:avLst/>
                <a:gdLst>
                  <a:gd name="connsiteX0" fmla="*/ 109753 w 125730"/>
                  <a:gd name="connsiteY0" fmla="*/ 216069 h 219328"/>
                  <a:gd name="connsiteX1" fmla="*/ 108231 w 125730"/>
                  <a:gd name="connsiteY1" fmla="*/ 192320 h 219328"/>
                  <a:gd name="connsiteX2" fmla="*/ 60392 w 125730"/>
                  <a:gd name="connsiteY2" fmla="*/ 219329 h 219328"/>
                  <a:gd name="connsiteX3" fmla="*/ 0 w 125730"/>
                  <a:gd name="connsiteY3" fmla="*/ 140352 h 219328"/>
                  <a:gd name="connsiteX4" fmla="*/ 63151 w 125730"/>
                  <a:gd name="connsiteY4" fmla="*/ 62586 h 219328"/>
                  <a:gd name="connsiteX5" fmla="*/ 106044 w 125730"/>
                  <a:gd name="connsiteY5" fmla="*/ 79350 h 219328"/>
                  <a:gd name="connsiteX6" fmla="*/ 106044 w 125730"/>
                  <a:gd name="connsiteY6" fmla="*/ 0 h 219328"/>
                  <a:gd name="connsiteX7" fmla="*/ 124779 w 125730"/>
                  <a:gd name="connsiteY7" fmla="*/ 0 h 219328"/>
                  <a:gd name="connsiteX8" fmla="*/ 124779 w 125730"/>
                  <a:gd name="connsiteY8" fmla="*/ 187850 h 219328"/>
                  <a:gd name="connsiteX9" fmla="*/ 125730 w 125730"/>
                  <a:gd name="connsiteY9" fmla="*/ 216069 h 219328"/>
                  <a:gd name="connsiteX10" fmla="*/ 109753 w 125730"/>
                  <a:gd name="connsiteY10" fmla="*/ 216069 h 219328"/>
                  <a:gd name="connsiteX11" fmla="*/ 106044 w 125730"/>
                  <a:gd name="connsiteY11" fmla="*/ 95369 h 219328"/>
                  <a:gd name="connsiteX12" fmla="*/ 67145 w 125730"/>
                  <a:gd name="connsiteY12" fmla="*/ 77953 h 219328"/>
                  <a:gd name="connsiteX13" fmla="*/ 19592 w 125730"/>
                  <a:gd name="connsiteY13" fmla="*/ 141004 h 219328"/>
                  <a:gd name="connsiteX14" fmla="*/ 64958 w 125730"/>
                  <a:gd name="connsiteY14" fmla="*/ 204055 h 219328"/>
                  <a:gd name="connsiteX15" fmla="*/ 106044 w 125730"/>
                  <a:gd name="connsiteY15" fmla="*/ 177046 h 219328"/>
                  <a:gd name="connsiteX16" fmla="*/ 106044 w 125730"/>
                  <a:gd name="connsiteY16" fmla="*/ 95462 h 2193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5730" h="219328">
                    <a:moveTo>
                      <a:pt x="109753" y="216069"/>
                    </a:moveTo>
                    <a:lnTo>
                      <a:pt x="108231" y="192320"/>
                    </a:lnTo>
                    <a:cubicBezTo>
                      <a:pt x="99386" y="204893"/>
                      <a:pt x="84645" y="219329"/>
                      <a:pt x="60392" y="219329"/>
                    </a:cubicBezTo>
                    <a:cubicBezTo>
                      <a:pt x="19592" y="219329"/>
                      <a:pt x="0" y="183938"/>
                      <a:pt x="0" y="140352"/>
                    </a:cubicBezTo>
                    <a:cubicBezTo>
                      <a:pt x="0" y="91736"/>
                      <a:pt x="28151" y="62586"/>
                      <a:pt x="63151" y="62586"/>
                    </a:cubicBezTo>
                    <a:cubicBezTo>
                      <a:pt x="82172" y="62586"/>
                      <a:pt x="97199" y="70409"/>
                      <a:pt x="106044" y="79350"/>
                    </a:cubicBezTo>
                    <a:lnTo>
                      <a:pt x="106044" y="0"/>
                    </a:lnTo>
                    <a:lnTo>
                      <a:pt x="124779" y="0"/>
                    </a:lnTo>
                    <a:lnTo>
                      <a:pt x="124779" y="187850"/>
                    </a:lnTo>
                    <a:cubicBezTo>
                      <a:pt x="124779" y="195021"/>
                      <a:pt x="125350" y="209457"/>
                      <a:pt x="125730" y="216069"/>
                    </a:cubicBezTo>
                    <a:lnTo>
                      <a:pt x="109753" y="216069"/>
                    </a:lnTo>
                    <a:close/>
                    <a:moveTo>
                      <a:pt x="106044" y="95369"/>
                    </a:moveTo>
                    <a:cubicBezTo>
                      <a:pt x="96533" y="86335"/>
                      <a:pt x="86737" y="77953"/>
                      <a:pt x="67145" y="77953"/>
                    </a:cubicBezTo>
                    <a:cubicBezTo>
                      <a:pt x="47553" y="77953"/>
                      <a:pt x="19592" y="93878"/>
                      <a:pt x="19592" y="141004"/>
                    </a:cubicBezTo>
                    <a:cubicBezTo>
                      <a:pt x="19592" y="178257"/>
                      <a:pt x="36140" y="204055"/>
                      <a:pt x="64958" y="204055"/>
                    </a:cubicBezTo>
                    <a:cubicBezTo>
                      <a:pt x="84264" y="204055"/>
                      <a:pt x="97484" y="190271"/>
                      <a:pt x="106044" y="177046"/>
                    </a:cubicBezTo>
                    <a:lnTo>
                      <a:pt x="106044" y="9546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</p:grpSp>
        <p:grpSp>
          <p:nvGrpSpPr>
            <p:cNvPr id="10" name="Graphic 17">
              <a:extLst>
                <a:ext uri="{FF2B5EF4-FFF2-40B4-BE49-F238E27FC236}">
                  <a16:creationId xmlns:a16="http://schemas.microsoft.com/office/drawing/2014/main" id="{21CFD13E-A9F1-013C-5511-2FFA1D9C810E}"/>
                </a:ext>
              </a:extLst>
            </p:cNvPr>
            <p:cNvGrpSpPr/>
            <p:nvPr/>
          </p:nvGrpSpPr>
          <p:grpSpPr>
            <a:xfrm>
              <a:off x="6465963" y="3289300"/>
              <a:ext cx="1730364" cy="282193"/>
              <a:chOff x="6465963" y="3289300"/>
              <a:chExt cx="1730364" cy="282193"/>
            </a:xfrm>
            <a:grpFill/>
          </p:grpSpPr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BF1E3F3E-8449-0D91-D3F7-8450B59B9574}"/>
                  </a:ext>
                </a:extLst>
              </p:cNvPr>
              <p:cNvSpPr/>
              <p:nvPr/>
            </p:nvSpPr>
            <p:spPr>
              <a:xfrm>
                <a:off x="6465963" y="3355424"/>
                <a:ext cx="145512" cy="216069"/>
              </a:xfrm>
              <a:custGeom>
                <a:avLst/>
                <a:gdLst>
                  <a:gd name="connsiteX0" fmla="*/ 93204 w 145512"/>
                  <a:gd name="connsiteY0" fmla="*/ 161121 h 216069"/>
                  <a:gd name="connsiteX1" fmla="*/ 18451 w 145512"/>
                  <a:gd name="connsiteY1" fmla="*/ 216069 h 216069"/>
                  <a:gd name="connsiteX2" fmla="*/ 13220 w 145512"/>
                  <a:gd name="connsiteY2" fmla="*/ 189061 h 216069"/>
                  <a:gd name="connsiteX3" fmla="*/ 58871 w 145512"/>
                  <a:gd name="connsiteY3" fmla="*/ 159072 h 216069"/>
                  <a:gd name="connsiteX4" fmla="*/ 61914 w 145512"/>
                  <a:gd name="connsiteY4" fmla="*/ 149479 h 216069"/>
                  <a:gd name="connsiteX5" fmla="*/ 0 w 145512"/>
                  <a:gd name="connsiteY5" fmla="*/ 0 h 216069"/>
                  <a:gd name="connsiteX6" fmla="*/ 36426 w 145512"/>
                  <a:gd name="connsiteY6" fmla="*/ 0 h 216069"/>
                  <a:gd name="connsiteX7" fmla="*/ 63056 w 145512"/>
                  <a:gd name="connsiteY7" fmla="*/ 68453 h 216069"/>
                  <a:gd name="connsiteX8" fmla="*/ 78368 w 145512"/>
                  <a:gd name="connsiteY8" fmla="*/ 114368 h 216069"/>
                  <a:gd name="connsiteX9" fmla="*/ 111179 w 145512"/>
                  <a:gd name="connsiteY9" fmla="*/ 0 h 216069"/>
                  <a:gd name="connsiteX10" fmla="*/ 145513 w 145512"/>
                  <a:gd name="connsiteY10" fmla="*/ 0 h 216069"/>
                  <a:gd name="connsiteX11" fmla="*/ 93109 w 145512"/>
                  <a:gd name="connsiteY11" fmla="*/ 161214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5512" h="216069">
                    <a:moveTo>
                      <a:pt x="93204" y="161121"/>
                    </a:moveTo>
                    <a:cubicBezTo>
                      <a:pt x="80650" y="199492"/>
                      <a:pt x="52118" y="211878"/>
                      <a:pt x="18451" y="216069"/>
                    </a:cubicBezTo>
                    <a:lnTo>
                      <a:pt x="13220" y="189061"/>
                    </a:lnTo>
                    <a:cubicBezTo>
                      <a:pt x="37472" y="185428"/>
                      <a:pt x="53640" y="175277"/>
                      <a:pt x="58871" y="159072"/>
                    </a:cubicBezTo>
                    <a:lnTo>
                      <a:pt x="61914" y="149479"/>
                    </a:lnTo>
                    <a:lnTo>
                      <a:pt x="0" y="0"/>
                    </a:lnTo>
                    <a:lnTo>
                      <a:pt x="36426" y="0"/>
                    </a:lnTo>
                    <a:lnTo>
                      <a:pt x="63056" y="68453"/>
                    </a:lnTo>
                    <a:cubicBezTo>
                      <a:pt x="70379" y="87638"/>
                      <a:pt x="78368" y="114368"/>
                      <a:pt x="78368" y="114368"/>
                    </a:cubicBezTo>
                    <a:lnTo>
                      <a:pt x="111179" y="0"/>
                    </a:lnTo>
                    <a:lnTo>
                      <a:pt x="145513" y="0"/>
                    </a:lnTo>
                    <a:lnTo>
                      <a:pt x="93109" y="161214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06FB9FB6-A4DD-2B84-719B-C46F1C64A77E}"/>
                  </a:ext>
                </a:extLst>
              </p:cNvPr>
              <p:cNvSpPr/>
              <p:nvPr/>
            </p:nvSpPr>
            <p:spPr>
              <a:xfrm>
                <a:off x="6629927" y="3351140"/>
                <a:ext cx="147795" cy="158419"/>
              </a:xfrm>
              <a:custGeom>
                <a:avLst/>
                <a:gdLst>
                  <a:gd name="connsiteX0" fmla="*/ 73898 w 147795"/>
                  <a:gd name="connsiteY0" fmla="*/ 158420 h 158419"/>
                  <a:gd name="connsiteX1" fmla="*/ 0 w 147795"/>
                  <a:gd name="connsiteY1" fmla="*/ 78605 h 158419"/>
                  <a:gd name="connsiteX2" fmla="*/ 73898 w 147795"/>
                  <a:gd name="connsiteY2" fmla="*/ 0 h 158419"/>
                  <a:gd name="connsiteX3" fmla="*/ 147795 w 147795"/>
                  <a:gd name="connsiteY3" fmla="*/ 78605 h 158419"/>
                  <a:gd name="connsiteX4" fmla="*/ 73898 w 147795"/>
                  <a:gd name="connsiteY4" fmla="*/ 158420 h 158419"/>
                  <a:gd name="connsiteX5" fmla="*/ 73898 w 147795"/>
                  <a:gd name="connsiteY5" fmla="*/ 26357 h 158419"/>
                  <a:gd name="connsiteX6" fmla="*/ 34714 w 147795"/>
                  <a:gd name="connsiteY6" fmla="*/ 78605 h 158419"/>
                  <a:gd name="connsiteX7" fmla="*/ 73898 w 147795"/>
                  <a:gd name="connsiteY7" fmla="*/ 132063 h 158419"/>
                  <a:gd name="connsiteX8" fmla="*/ 113081 w 147795"/>
                  <a:gd name="connsiteY8" fmla="*/ 78605 h 158419"/>
                  <a:gd name="connsiteX9" fmla="*/ 73898 w 147795"/>
                  <a:gd name="connsiteY9" fmla="*/ 26357 h 158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7795" h="158419">
                    <a:moveTo>
                      <a:pt x="73898" y="158420"/>
                    </a:moveTo>
                    <a:cubicBezTo>
                      <a:pt x="26725" y="158420"/>
                      <a:pt x="0" y="124799"/>
                      <a:pt x="0" y="78605"/>
                    </a:cubicBezTo>
                    <a:cubicBezTo>
                      <a:pt x="0" y="32410"/>
                      <a:pt x="27581" y="0"/>
                      <a:pt x="73898" y="0"/>
                    </a:cubicBezTo>
                    <a:cubicBezTo>
                      <a:pt x="120214" y="0"/>
                      <a:pt x="147795" y="32410"/>
                      <a:pt x="147795" y="78605"/>
                    </a:cubicBezTo>
                    <a:cubicBezTo>
                      <a:pt x="147795" y="124799"/>
                      <a:pt x="120214" y="158420"/>
                      <a:pt x="73898" y="158420"/>
                    </a:cubicBezTo>
                    <a:close/>
                    <a:moveTo>
                      <a:pt x="73898" y="26357"/>
                    </a:moveTo>
                    <a:cubicBezTo>
                      <a:pt x="47838" y="26357"/>
                      <a:pt x="34714" y="47405"/>
                      <a:pt x="34714" y="78605"/>
                    </a:cubicBezTo>
                    <a:cubicBezTo>
                      <a:pt x="34714" y="109804"/>
                      <a:pt x="48504" y="132063"/>
                      <a:pt x="73898" y="132063"/>
                    </a:cubicBezTo>
                    <a:cubicBezTo>
                      <a:pt x="99291" y="132063"/>
                      <a:pt x="113081" y="109897"/>
                      <a:pt x="113081" y="78605"/>
                    </a:cubicBezTo>
                    <a:cubicBezTo>
                      <a:pt x="113081" y="47312"/>
                      <a:pt x="99005" y="26357"/>
                      <a:pt x="73898" y="26357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DA724F0E-A905-66DE-10A3-ED9E51E6425B}"/>
                  </a:ext>
                </a:extLst>
              </p:cNvPr>
              <p:cNvSpPr/>
              <p:nvPr/>
            </p:nvSpPr>
            <p:spPr>
              <a:xfrm>
                <a:off x="6812911" y="3355331"/>
                <a:ext cx="127252" cy="153949"/>
              </a:xfrm>
              <a:custGeom>
                <a:avLst/>
                <a:gdLst>
                  <a:gd name="connsiteX0" fmla="*/ 99957 w 127252"/>
                  <a:gd name="connsiteY0" fmla="*/ 150038 h 153949"/>
                  <a:gd name="connsiteX1" fmla="*/ 97199 w 127252"/>
                  <a:gd name="connsiteY1" fmla="*/ 132622 h 153949"/>
                  <a:gd name="connsiteX2" fmla="*/ 53069 w 127252"/>
                  <a:gd name="connsiteY2" fmla="*/ 153949 h 153949"/>
                  <a:gd name="connsiteX3" fmla="*/ 0 w 127252"/>
                  <a:gd name="connsiteY3" fmla="*/ 95462 h 153949"/>
                  <a:gd name="connsiteX4" fmla="*/ 0 w 127252"/>
                  <a:gd name="connsiteY4" fmla="*/ 0 h 153949"/>
                  <a:gd name="connsiteX5" fmla="*/ 34048 w 127252"/>
                  <a:gd name="connsiteY5" fmla="*/ 0 h 153949"/>
                  <a:gd name="connsiteX6" fmla="*/ 34048 w 127252"/>
                  <a:gd name="connsiteY6" fmla="*/ 90619 h 153949"/>
                  <a:gd name="connsiteX7" fmla="*/ 60107 w 127252"/>
                  <a:gd name="connsiteY7" fmla="*/ 127220 h 153949"/>
                  <a:gd name="connsiteX8" fmla="*/ 91682 w 127252"/>
                  <a:gd name="connsiteY8" fmla="*/ 108035 h 153949"/>
                  <a:gd name="connsiteX9" fmla="*/ 91682 w 127252"/>
                  <a:gd name="connsiteY9" fmla="*/ 0 h 153949"/>
                  <a:gd name="connsiteX10" fmla="*/ 125731 w 127252"/>
                  <a:gd name="connsiteY10" fmla="*/ 0 h 153949"/>
                  <a:gd name="connsiteX11" fmla="*/ 125731 w 127252"/>
                  <a:gd name="connsiteY11" fmla="*/ 123029 h 153949"/>
                  <a:gd name="connsiteX12" fmla="*/ 127252 w 127252"/>
                  <a:gd name="connsiteY12" fmla="*/ 150038 h 153949"/>
                  <a:gd name="connsiteX13" fmla="*/ 99957 w 127252"/>
                  <a:gd name="connsiteY13" fmla="*/ 150038 h 153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7252" h="153949">
                    <a:moveTo>
                      <a:pt x="99957" y="150038"/>
                    </a:moveTo>
                    <a:lnTo>
                      <a:pt x="97199" y="132622"/>
                    </a:lnTo>
                    <a:cubicBezTo>
                      <a:pt x="86452" y="146126"/>
                      <a:pt x="71425" y="153949"/>
                      <a:pt x="53069" y="153949"/>
                    </a:cubicBezTo>
                    <a:cubicBezTo>
                      <a:pt x="15027" y="153949"/>
                      <a:pt x="0" y="131784"/>
                      <a:pt x="0" y="95462"/>
                    </a:cubicBezTo>
                    <a:lnTo>
                      <a:pt x="0" y="0"/>
                    </a:lnTo>
                    <a:lnTo>
                      <a:pt x="34048" y="0"/>
                    </a:lnTo>
                    <a:lnTo>
                      <a:pt x="34048" y="90619"/>
                    </a:lnTo>
                    <a:cubicBezTo>
                      <a:pt x="34048" y="117069"/>
                      <a:pt x="39850" y="127220"/>
                      <a:pt x="60107" y="127220"/>
                    </a:cubicBezTo>
                    <a:cubicBezTo>
                      <a:pt x="76085" y="127220"/>
                      <a:pt x="86452" y="115485"/>
                      <a:pt x="91682" y="108035"/>
                    </a:cubicBezTo>
                    <a:lnTo>
                      <a:pt x="91682" y="0"/>
                    </a:lnTo>
                    <a:lnTo>
                      <a:pt x="125731" y="0"/>
                    </a:lnTo>
                    <a:lnTo>
                      <a:pt x="125731" y="123029"/>
                    </a:lnTo>
                    <a:cubicBezTo>
                      <a:pt x="125731" y="128151"/>
                      <a:pt x="126967" y="144915"/>
                      <a:pt x="127252" y="150038"/>
                    </a:cubicBezTo>
                    <a:lnTo>
                      <a:pt x="99957" y="150038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A303BD35-6DBB-E94C-B420-540EC9BBC0DA}"/>
                  </a:ext>
                </a:extLst>
              </p:cNvPr>
              <p:cNvSpPr/>
              <p:nvPr/>
            </p:nvSpPr>
            <p:spPr>
              <a:xfrm>
                <a:off x="6980013" y="3351140"/>
                <a:ext cx="93204" cy="154228"/>
              </a:xfrm>
              <a:custGeom>
                <a:avLst/>
                <a:gdLst>
                  <a:gd name="connsiteX0" fmla="*/ 83123 w 93204"/>
                  <a:gd name="connsiteY0" fmla="*/ 37160 h 154228"/>
                  <a:gd name="connsiteX1" fmla="*/ 68381 w 93204"/>
                  <a:gd name="connsiteY1" fmla="*/ 32690 h 154228"/>
                  <a:gd name="connsiteX2" fmla="*/ 35570 w 93204"/>
                  <a:gd name="connsiteY2" fmla="*/ 56066 h 154228"/>
                  <a:gd name="connsiteX3" fmla="*/ 35570 w 93204"/>
                  <a:gd name="connsiteY3" fmla="*/ 154229 h 154228"/>
                  <a:gd name="connsiteX4" fmla="*/ 1521 w 93204"/>
                  <a:gd name="connsiteY4" fmla="*/ 154229 h 154228"/>
                  <a:gd name="connsiteX5" fmla="*/ 1521 w 93204"/>
                  <a:gd name="connsiteY5" fmla="*/ 32410 h 154228"/>
                  <a:gd name="connsiteX6" fmla="*/ 0 w 93204"/>
                  <a:gd name="connsiteY6" fmla="*/ 4191 h 154228"/>
                  <a:gd name="connsiteX7" fmla="*/ 26059 w 93204"/>
                  <a:gd name="connsiteY7" fmla="*/ 4191 h 154228"/>
                  <a:gd name="connsiteX8" fmla="*/ 28817 w 93204"/>
                  <a:gd name="connsiteY8" fmla="*/ 29710 h 154228"/>
                  <a:gd name="connsiteX9" fmla="*/ 77892 w 93204"/>
                  <a:gd name="connsiteY9" fmla="*/ 0 h 154228"/>
                  <a:gd name="connsiteX10" fmla="*/ 93204 w 93204"/>
                  <a:gd name="connsiteY10" fmla="*/ 2421 h 154228"/>
                  <a:gd name="connsiteX11" fmla="*/ 83123 w 93204"/>
                  <a:gd name="connsiteY11" fmla="*/ 37253 h 1542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93204" h="154228">
                    <a:moveTo>
                      <a:pt x="83123" y="37160"/>
                    </a:moveTo>
                    <a:cubicBezTo>
                      <a:pt x="78177" y="34180"/>
                      <a:pt x="73898" y="32690"/>
                      <a:pt x="68381" y="32690"/>
                    </a:cubicBezTo>
                    <a:cubicBezTo>
                      <a:pt x="53640" y="32690"/>
                      <a:pt x="44129" y="42934"/>
                      <a:pt x="35570" y="56066"/>
                    </a:cubicBezTo>
                    <a:lnTo>
                      <a:pt x="35570" y="154229"/>
                    </a:lnTo>
                    <a:lnTo>
                      <a:pt x="1521" y="154229"/>
                    </a:lnTo>
                    <a:lnTo>
                      <a:pt x="1521" y="32410"/>
                    </a:lnTo>
                    <a:cubicBezTo>
                      <a:pt x="1521" y="27288"/>
                      <a:pt x="285" y="9313"/>
                      <a:pt x="0" y="4191"/>
                    </a:cubicBezTo>
                    <a:lnTo>
                      <a:pt x="26059" y="4191"/>
                    </a:lnTo>
                    <a:lnTo>
                      <a:pt x="28817" y="29710"/>
                    </a:lnTo>
                    <a:cubicBezTo>
                      <a:pt x="37091" y="14063"/>
                      <a:pt x="51452" y="0"/>
                      <a:pt x="77892" y="0"/>
                    </a:cubicBezTo>
                    <a:cubicBezTo>
                      <a:pt x="83123" y="0"/>
                      <a:pt x="88924" y="931"/>
                      <a:pt x="93204" y="2421"/>
                    </a:cubicBezTo>
                    <a:lnTo>
                      <a:pt x="83123" y="37253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2E7351F9-8DB4-3E9F-C7A0-47C19D54C170}"/>
                  </a:ext>
                </a:extLst>
              </p:cNvPr>
              <p:cNvSpPr/>
              <p:nvPr/>
            </p:nvSpPr>
            <p:spPr>
              <a:xfrm>
                <a:off x="7192956" y="3351140"/>
                <a:ext cx="218744" cy="154321"/>
              </a:xfrm>
              <a:custGeom>
                <a:avLst/>
                <a:gdLst>
                  <a:gd name="connsiteX0" fmla="*/ 184982 w 218744"/>
                  <a:gd name="connsiteY0" fmla="*/ 154229 h 154321"/>
                  <a:gd name="connsiteX1" fmla="*/ 184982 w 218744"/>
                  <a:gd name="connsiteY1" fmla="*/ 67242 h 154321"/>
                  <a:gd name="connsiteX2" fmla="*/ 157972 w 218744"/>
                  <a:gd name="connsiteY2" fmla="*/ 27288 h 154321"/>
                  <a:gd name="connsiteX3" fmla="*/ 126682 w 218744"/>
                  <a:gd name="connsiteY3" fmla="*/ 47405 h 154321"/>
                  <a:gd name="connsiteX4" fmla="*/ 127252 w 218744"/>
                  <a:gd name="connsiteY4" fmla="*/ 57277 h 154321"/>
                  <a:gd name="connsiteX5" fmla="*/ 127252 w 218744"/>
                  <a:gd name="connsiteY5" fmla="*/ 154229 h 154321"/>
                  <a:gd name="connsiteX6" fmla="*/ 93204 w 218744"/>
                  <a:gd name="connsiteY6" fmla="*/ 154229 h 154321"/>
                  <a:gd name="connsiteX7" fmla="*/ 93204 w 218744"/>
                  <a:gd name="connsiteY7" fmla="*/ 67522 h 154321"/>
                  <a:gd name="connsiteX8" fmla="*/ 66194 w 218744"/>
                  <a:gd name="connsiteY8" fmla="*/ 27288 h 154321"/>
                  <a:gd name="connsiteX9" fmla="*/ 35570 w 218744"/>
                  <a:gd name="connsiteY9" fmla="*/ 47405 h 154321"/>
                  <a:gd name="connsiteX10" fmla="*/ 35570 w 218744"/>
                  <a:gd name="connsiteY10" fmla="*/ 154229 h 154321"/>
                  <a:gd name="connsiteX11" fmla="*/ 1522 w 218744"/>
                  <a:gd name="connsiteY11" fmla="*/ 154229 h 154321"/>
                  <a:gd name="connsiteX12" fmla="*/ 1522 w 218744"/>
                  <a:gd name="connsiteY12" fmla="*/ 31200 h 154321"/>
                  <a:gd name="connsiteX13" fmla="*/ 0 w 218744"/>
                  <a:gd name="connsiteY13" fmla="*/ 4191 h 154321"/>
                  <a:gd name="connsiteX14" fmla="*/ 26630 w 218744"/>
                  <a:gd name="connsiteY14" fmla="*/ 4191 h 154321"/>
                  <a:gd name="connsiteX15" fmla="*/ 29958 w 218744"/>
                  <a:gd name="connsiteY15" fmla="*/ 22818 h 154321"/>
                  <a:gd name="connsiteX16" fmla="*/ 72281 w 218744"/>
                  <a:gd name="connsiteY16" fmla="*/ 0 h 154321"/>
                  <a:gd name="connsiteX17" fmla="*/ 118217 w 218744"/>
                  <a:gd name="connsiteY17" fmla="*/ 24028 h 154321"/>
                  <a:gd name="connsiteX18" fmla="*/ 164154 w 218744"/>
                  <a:gd name="connsiteY18" fmla="*/ 0 h 154321"/>
                  <a:gd name="connsiteX19" fmla="*/ 218745 w 218744"/>
                  <a:gd name="connsiteY19" fmla="*/ 68453 h 154321"/>
                  <a:gd name="connsiteX20" fmla="*/ 218745 w 218744"/>
                  <a:gd name="connsiteY20" fmla="*/ 154322 h 154321"/>
                  <a:gd name="connsiteX21" fmla="*/ 184697 w 218744"/>
                  <a:gd name="connsiteY21" fmla="*/ 154322 h 1543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18744" h="154321">
                    <a:moveTo>
                      <a:pt x="184982" y="154229"/>
                    </a:moveTo>
                    <a:lnTo>
                      <a:pt x="184982" y="67242"/>
                    </a:lnTo>
                    <a:cubicBezTo>
                      <a:pt x="184982" y="42655"/>
                      <a:pt x="179180" y="27288"/>
                      <a:pt x="157972" y="27288"/>
                    </a:cubicBezTo>
                    <a:cubicBezTo>
                      <a:pt x="144181" y="27288"/>
                      <a:pt x="133719" y="37160"/>
                      <a:pt x="126682" y="47405"/>
                    </a:cubicBezTo>
                    <a:cubicBezTo>
                      <a:pt x="126967" y="50106"/>
                      <a:pt x="127252" y="54297"/>
                      <a:pt x="127252" y="57277"/>
                    </a:cubicBezTo>
                    <a:lnTo>
                      <a:pt x="127252" y="154229"/>
                    </a:lnTo>
                    <a:lnTo>
                      <a:pt x="93204" y="154229"/>
                    </a:lnTo>
                    <a:lnTo>
                      <a:pt x="93204" y="67522"/>
                    </a:lnTo>
                    <a:cubicBezTo>
                      <a:pt x="93204" y="41724"/>
                      <a:pt x="88639" y="27288"/>
                      <a:pt x="66194" y="27288"/>
                    </a:cubicBezTo>
                    <a:cubicBezTo>
                      <a:pt x="53355" y="27288"/>
                      <a:pt x="42322" y="38092"/>
                      <a:pt x="35570" y="47405"/>
                    </a:cubicBezTo>
                    <a:lnTo>
                      <a:pt x="35570" y="154229"/>
                    </a:lnTo>
                    <a:lnTo>
                      <a:pt x="1522" y="154229"/>
                    </a:lnTo>
                    <a:lnTo>
                      <a:pt x="1522" y="31200"/>
                    </a:lnTo>
                    <a:cubicBezTo>
                      <a:pt x="1522" y="26077"/>
                      <a:pt x="285" y="9313"/>
                      <a:pt x="0" y="4191"/>
                    </a:cubicBezTo>
                    <a:lnTo>
                      <a:pt x="26630" y="4191"/>
                    </a:lnTo>
                    <a:lnTo>
                      <a:pt x="29958" y="22818"/>
                    </a:lnTo>
                    <a:cubicBezTo>
                      <a:pt x="40991" y="9872"/>
                      <a:pt x="55067" y="0"/>
                      <a:pt x="72281" y="0"/>
                    </a:cubicBezTo>
                    <a:cubicBezTo>
                      <a:pt x="96153" y="0"/>
                      <a:pt x="109087" y="9034"/>
                      <a:pt x="118217" y="24028"/>
                    </a:cubicBezTo>
                    <a:cubicBezTo>
                      <a:pt x="128013" y="11083"/>
                      <a:pt x="142755" y="0"/>
                      <a:pt x="164154" y="0"/>
                    </a:cubicBezTo>
                    <a:cubicBezTo>
                      <a:pt x="202481" y="0"/>
                      <a:pt x="218745" y="20676"/>
                      <a:pt x="218745" y="68453"/>
                    </a:cubicBezTo>
                    <a:lnTo>
                      <a:pt x="218745" y="154322"/>
                    </a:lnTo>
                    <a:lnTo>
                      <a:pt x="184697" y="15432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06BFACBC-4740-D675-9D40-6CC7FDEBA0CF}"/>
                  </a:ext>
                </a:extLst>
              </p:cNvPr>
              <p:cNvSpPr/>
              <p:nvPr/>
            </p:nvSpPr>
            <p:spPr>
              <a:xfrm>
                <a:off x="7454879" y="3289300"/>
                <a:ext cx="36425" cy="216069"/>
              </a:xfrm>
              <a:custGeom>
                <a:avLst/>
                <a:gdLst>
                  <a:gd name="connsiteX0" fmla="*/ 0 w 36425"/>
                  <a:gd name="connsiteY0" fmla="*/ 32969 h 216069"/>
                  <a:gd name="connsiteX1" fmla="*/ 0 w 36425"/>
                  <a:gd name="connsiteY1" fmla="*/ 0 h 216069"/>
                  <a:gd name="connsiteX2" fmla="*/ 36426 w 36425"/>
                  <a:gd name="connsiteY2" fmla="*/ 0 h 216069"/>
                  <a:gd name="connsiteX3" fmla="*/ 36426 w 36425"/>
                  <a:gd name="connsiteY3" fmla="*/ 32969 h 216069"/>
                  <a:gd name="connsiteX4" fmla="*/ 0 w 36425"/>
                  <a:gd name="connsiteY4" fmla="*/ 32969 h 216069"/>
                  <a:gd name="connsiteX5" fmla="*/ 1236 w 36425"/>
                  <a:gd name="connsiteY5" fmla="*/ 216069 h 216069"/>
                  <a:gd name="connsiteX6" fmla="*/ 1236 w 36425"/>
                  <a:gd name="connsiteY6" fmla="*/ 66032 h 216069"/>
                  <a:gd name="connsiteX7" fmla="*/ 35284 w 36425"/>
                  <a:gd name="connsiteY7" fmla="*/ 66032 h 216069"/>
                  <a:gd name="connsiteX8" fmla="*/ 35284 w 36425"/>
                  <a:gd name="connsiteY8" fmla="*/ 216069 h 216069"/>
                  <a:gd name="connsiteX9" fmla="*/ 1236 w 36425"/>
                  <a:gd name="connsiteY9" fmla="*/ 216069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6425" h="216069">
                    <a:moveTo>
                      <a:pt x="0" y="32969"/>
                    </a:moveTo>
                    <a:lnTo>
                      <a:pt x="0" y="0"/>
                    </a:lnTo>
                    <a:lnTo>
                      <a:pt x="36426" y="0"/>
                    </a:lnTo>
                    <a:lnTo>
                      <a:pt x="36426" y="32969"/>
                    </a:lnTo>
                    <a:lnTo>
                      <a:pt x="0" y="32969"/>
                    </a:lnTo>
                    <a:close/>
                    <a:moveTo>
                      <a:pt x="1236" y="216069"/>
                    </a:moveTo>
                    <a:lnTo>
                      <a:pt x="1236" y="66032"/>
                    </a:lnTo>
                    <a:lnTo>
                      <a:pt x="35284" y="66032"/>
                    </a:lnTo>
                    <a:lnTo>
                      <a:pt x="35284" y="216069"/>
                    </a:lnTo>
                    <a:lnTo>
                      <a:pt x="1236" y="21606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3C5A938C-BA43-8C8F-3BFA-79DF8B5B225B}"/>
                  </a:ext>
                </a:extLst>
              </p:cNvPr>
              <p:cNvSpPr/>
              <p:nvPr/>
            </p:nvSpPr>
            <p:spPr>
              <a:xfrm>
                <a:off x="7520502" y="3351326"/>
                <a:ext cx="120689" cy="157954"/>
              </a:xfrm>
              <a:custGeom>
                <a:avLst/>
                <a:gdLst>
                  <a:gd name="connsiteX0" fmla="*/ 61914 w 120689"/>
                  <a:gd name="connsiteY0" fmla="*/ 157954 h 157954"/>
                  <a:gd name="connsiteX1" fmla="*/ 0 w 120689"/>
                  <a:gd name="connsiteY1" fmla="*/ 139048 h 157954"/>
                  <a:gd name="connsiteX2" fmla="*/ 15598 w 120689"/>
                  <a:gd name="connsiteY2" fmla="*/ 115299 h 157954"/>
                  <a:gd name="connsiteX3" fmla="*/ 60678 w 120689"/>
                  <a:gd name="connsiteY3" fmla="*/ 131784 h 157954"/>
                  <a:gd name="connsiteX4" fmla="*/ 85786 w 120689"/>
                  <a:gd name="connsiteY4" fmla="*/ 115020 h 157954"/>
                  <a:gd name="connsiteX5" fmla="*/ 55732 w 120689"/>
                  <a:gd name="connsiteY5" fmla="*/ 91271 h 157954"/>
                  <a:gd name="connsiteX6" fmla="*/ 6372 w 120689"/>
                  <a:gd name="connsiteY6" fmla="*/ 44145 h 157954"/>
                  <a:gd name="connsiteX7" fmla="*/ 64577 w 120689"/>
                  <a:gd name="connsiteY7" fmla="*/ 0 h 157954"/>
                  <a:gd name="connsiteX8" fmla="*/ 118788 w 120689"/>
                  <a:gd name="connsiteY8" fmla="*/ 16205 h 157954"/>
                  <a:gd name="connsiteX9" fmla="*/ 104427 w 120689"/>
                  <a:gd name="connsiteY9" fmla="*/ 39302 h 157954"/>
                  <a:gd name="connsiteX10" fmla="*/ 65528 w 120689"/>
                  <a:gd name="connsiteY10" fmla="*/ 26077 h 157954"/>
                  <a:gd name="connsiteX11" fmla="*/ 41276 w 120689"/>
                  <a:gd name="connsiteY11" fmla="*/ 41724 h 157954"/>
                  <a:gd name="connsiteX12" fmla="*/ 75895 w 120689"/>
                  <a:gd name="connsiteY12" fmla="*/ 64821 h 157954"/>
                  <a:gd name="connsiteX13" fmla="*/ 120690 w 120689"/>
                  <a:gd name="connsiteY13" fmla="*/ 113716 h 157954"/>
                  <a:gd name="connsiteX14" fmla="*/ 61819 w 120689"/>
                  <a:gd name="connsiteY14" fmla="*/ 157861 h 157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0689" h="157954">
                    <a:moveTo>
                      <a:pt x="61914" y="157954"/>
                    </a:moveTo>
                    <a:cubicBezTo>
                      <a:pt x="33097" y="157954"/>
                      <a:pt x="16263" y="149572"/>
                      <a:pt x="0" y="139048"/>
                    </a:cubicBezTo>
                    <a:lnTo>
                      <a:pt x="15598" y="115299"/>
                    </a:lnTo>
                    <a:cubicBezTo>
                      <a:pt x="28817" y="124612"/>
                      <a:pt x="44129" y="131784"/>
                      <a:pt x="60678" y="131784"/>
                    </a:cubicBezTo>
                    <a:cubicBezTo>
                      <a:pt x="77226" y="131784"/>
                      <a:pt x="85786" y="124612"/>
                      <a:pt x="85786" y="115020"/>
                    </a:cubicBezTo>
                    <a:cubicBezTo>
                      <a:pt x="85786" y="101795"/>
                      <a:pt x="76941" y="96672"/>
                      <a:pt x="55732" y="91271"/>
                    </a:cubicBezTo>
                    <a:cubicBezTo>
                      <a:pt x="32146" y="85310"/>
                      <a:pt x="6372" y="73855"/>
                      <a:pt x="6372" y="44145"/>
                    </a:cubicBezTo>
                    <a:cubicBezTo>
                      <a:pt x="6372" y="16578"/>
                      <a:pt x="30244" y="0"/>
                      <a:pt x="64577" y="0"/>
                    </a:cubicBezTo>
                    <a:cubicBezTo>
                      <a:pt x="86356" y="0"/>
                      <a:pt x="101669" y="4191"/>
                      <a:pt x="118788" y="16205"/>
                    </a:cubicBezTo>
                    <a:lnTo>
                      <a:pt x="104427" y="39302"/>
                    </a:lnTo>
                    <a:cubicBezTo>
                      <a:pt x="91207" y="29430"/>
                      <a:pt x="74659" y="26077"/>
                      <a:pt x="65528" y="26077"/>
                    </a:cubicBezTo>
                    <a:cubicBezTo>
                      <a:pt x="48029" y="26077"/>
                      <a:pt x="41276" y="32410"/>
                      <a:pt x="41276" y="41724"/>
                    </a:cubicBezTo>
                    <a:cubicBezTo>
                      <a:pt x="41276" y="54669"/>
                      <a:pt x="52594" y="58488"/>
                      <a:pt x="75895" y="64821"/>
                    </a:cubicBezTo>
                    <a:cubicBezTo>
                      <a:pt x="95487" y="69943"/>
                      <a:pt x="120690" y="80095"/>
                      <a:pt x="120690" y="113716"/>
                    </a:cubicBezTo>
                    <a:cubicBezTo>
                      <a:pt x="120690" y="144915"/>
                      <a:pt x="90922" y="157861"/>
                      <a:pt x="61819" y="157861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ABFC68E7-4C11-A849-C8EA-B5C3FA0BDA8C}"/>
                  </a:ext>
                </a:extLst>
              </p:cNvPr>
              <p:cNvSpPr/>
              <p:nvPr/>
            </p:nvSpPr>
            <p:spPr>
              <a:xfrm>
                <a:off x="7658502" y="3351326"/>
                <a:ext cx="120689" cy="157954"/>
              </a:xfrm>
              <a:custGeom>
                <a:avLst/>
                <a:gdLst>
                  <a:gd name="connsiteX0" fmla="*/ 61914 w 120689"/>
                  <a:gd name="connsiteY0" fmla="*/ 157954 h 157954"/>
                  <a:gd name="connsiteX1" fmla="*/ 0 w 120689"/>
                  <a:gd name="connsiteY1" fmla="*/ 139048 h 157954"/>
                  <a:gd name="connsiteX2" fmla="*/ 15597 w 120689"/>
                  <a:gd name="connsiteY2" fmla="*/ 115299 h 157954"/>
                  <a:gd name="connsiteX3" fmla="*/ 60678 w 120689"/>
                  <a:gd name="connsiteY3" fmla="*/ 131784 h 157954"/>
                  <a:gd name="connsiteX4" fmla="*/ 85786 w 120689"/>
                  <a:gd name="connsiteY4" fmla="*/ 115020 h 157954"/>
                  <a:gd name="connsiteX5" fmla="*/ 55732 w 120689"/>
                  <a:gd name="connsiteY5" fmla="*/ 91271 h 157954"/>
                  <a:gd name="connsiteX6" fmla="*/ 6372 w 120689"/>
                  <a:gd name="connsiteY6" fmla="*/ 44145 h 157954"/>
                  <a:gd name="connsiteX7" fmla="*/ 64577 w 120689"/>
                  <a:gd name="connsiteY7" fmla="*/ 0 h 157954"/>
                  <a:gd name="connsiteX8" fmla="*/ 118788 w 120689"/>
                  <a:gd name="connsiteY8" fmla="*/ 16205 h 157954"/>
                  <a:gd name="connsiteX9" fmla="*/ 104427 w 120689"/>
                  <a:gd name="connsiteY9" fmla="*/ 39302 h 157954"/>
                  <a:gd name="connsiteX10" fmla="*/ 65528 w 120689"/>
                  <a:gd name="connsiteY10" fmla="*/ 26077 h 157954"/>
                  <a:gd name="connsiteX11" fmla="*/ 41276 w 120689"/>
                  <a:gd name="connsiteY11" fmla="*/ 41724 h 157954"/>
                  <a:gd name="connsiteX12" fmla="*/ 75895 w 120689"/>
                  <a:gd name="connsiteY12" fmla="*/ 64821 h 157954"/>
                  <a:gd name="connsiteX13" fmla="*/ 120690 w 120689"/>
                  <a:gd name="connsiteY13" fmla="*/ 113716 h 157954"/>
                  <a:gd name="connsiteX14" fmla="*/ 61819 w 120689"/>
                  <a:gd name="connsiteY14" fmla="*/ 157861 h 157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0689" h="157954">
                    <a:moveTo>
                      <a:pt x="61914" y="157954"/>
                    </a:moveTo>
                    <a:cubicBezTo>
                      <a:pt x="33097" y="157954"/>
                      <a:pt x="16263" y="149572"/>
                      <a:pt x="0" y="139048"/>
                    </a:cubicBezTo>
                    <a:lnTo>
                      <a:pt x="15597" y="115299"/>
                    </a:lnTo>
                    <a:cubicBezTo>
                      <a:pt x="28817" y="124612"/>
                      <a:pt x="44129" y="131784"/>
                      <a:pt x="60678" y="131784"/>
                    </a:cubicBezTo>
                    <a:cubicBezTo>
                      <a:pt x="77226" y="131784"/>
                      <a:pt x="85786" y="124612"/>
                      <a:pt x="85786" y="115020"/>
                    </a:cubicBezTo>
                    <a:cubicBezTo>
                      <a:pt x="85786" y="101795"/>
                      <a:pt x="76941" y="96672"/>
                      <a:pt x="55732" y="91271"/>
                    </a:cubicBezTo>
                    <a:cubicBezTo>
                      <a:pt x="32146" y="85310"/>
                      <a:pt x="6372" y="73855"/>
                      <a:pt x="6372" y="44145"/>
                    </a:cubicBezTo>
                    <a:cubicBezTo>
                      <a:pt x="6372" y="16578"/>
                      <a:pt x="30244" y="0"/>
                      <a:pt x="64577" y="0"/>
                    </a:cubicBezTo>
                    <a:cubicBezTo>
                      <a:pt x="86356" y="0"/>
                      <a:pt x="101669" y="4191"/>
                      <a:pt x="118788" y="16205"/>
                    </a:cubicBezTo>
                    <a:lnTo>
                      <a:pt x="104427" y="39302"/>
                    </a:lnTo>
                    <a:cubicBezTo>
                      <a:pt x="91207" y="29430"/>
                      <a:pt x="74659" y="26077"/>
                      <a:pt x="65528" y="26077"/>
                    </a:cubicBezTo>
                    <a:cubicBezTo>
                      <a:pt x="48029" y="26077"/>
                      <a:pt x="41276" y="32410"/>
                      <a:pt x="41276" y="41724"/>
                    </a:cubicBezTo>
                    <a:cubicBezTo>
                      <a:pt x="41276" y="54669"/>
                      <a:pt x="52594" y="58488"/>
                      <a:pt x="75895" y="64821"/>
                    </a:cubicBezTo>
                    <a:cubicBezTo>
                      <a:pt x="95487" y="69943"/>
                      <a:pt x="120690" y="80095"/>
                      <a:pt x="120690" y="113716"/>
                    </a:cubicBezTo>
                    <a:cubicBezTo>
                      <a:pt x="120690" y="144915"/>
                      <a:pt x="90922" y="157861"/>
                      <a:pt x="61819" y="157861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068306AE-72C4-526E-464A-698E36DB4CFD}"/>
                  </a:ext>
                </a:extLst>
              </p:cNvPr>
              <p:cNvSpPr/>
              <p:nvPr/>
            </p:nvSpPr>
            <p:spPr>
              <a:xfrm>
                <a:off x="7812954" y="3289300"/>
                <a:ext cx="36425" cy="216069"/>
              </a:xfrm>
              <a:custGeom>
                <a:avLst/>
                <a:gdLst>
                  <a:gd name="connsiteX0" fmla="*/ 0 w 36425"/>
                  <a:gd name="connsiteY0" fmla="*/ 32969 h 216069"/>
                  <a:gd name="connsiteX1" fmla="*/ 0 w 36425"/>
                  <a:gd name="connsiteY1" fmla="*/ 0 h 216069"/>
                  <a:gd name="connsiteX2" fmla="*/ 36426 w 36425"/>
                  <a:gd name="connsiteY2" fmla="*/ 0 h 216069"/>
                  <a:gd name="connsiteX3" fmla="*/ 36426 w 36425"/>
                  <a:gd name="connsiteY3" fmla="*/ 32969 h 216069"/>
                  <a:gd name="connsiteX4" fmla="*/ 0 w 36425"/>
                  <a:gd name="connsiteY4" fmla="*/ 32969 h 216069"/>
                  <a:gd name="connsiteX5" fmla="*/ 1236 w 36425"/>
                  <a:gd name="connsiteY5" fmla="*/ 216069 h 216069"/>
                  <a:gd name="connsiteX6" fmla="*/ 1236 w 36425"/>
                  <a:gd name="connsiteY6" fmla="*/ 66032 h 216069"/>
                  <a:gd name="connsiteX7" fmla="*/ 35284 w 36425"/>
                  <a:gd name="connsiteY7" fmla="*/ 66032 h 216069"/>
                  <a:gd name="connsiteX8" fmla="*/ 35284 w 36425"/>
                  <a:gd name="connsiteY8" fmla="*/ 216069 h 216069"/>
                  <a:gd name="connsiteX9" fmla="*/ 1236 w 36425"/>
                  <a:gd name="connsiteY9" fmla="*/ 216069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6425" h="216069">
                    <a:moveTo>
                      <a:pt x="0" y="32969"/>
                    </a:moveTo>
                    <a:lnTo>
                      <a:pt x="0" y="0"/>
                    </a:lnTo>
                    <a:lnTo>
                      <a:pt x="36426" y="0"/>
                    </a:lnTo>
                    <a:lnTo>
                      <a:pt x="36426" y="32969"/>
                    </a:lnTo>
                    <a:lnTo>
                      <a:pt x="0" y="32969"/>
                    </a:lnTo>
                    <a:close/>
                    <a:moveTo>
                      <a:pt x="1236" y="216069"/>
                    </a:moveTo>
                    <a:lnTo>
                      <a:pt x="1236" y="66032"/>
                    </a:lnTo>
                    <a:lnTo>
                      <a:pt x="35284" y="66032"/>
                    </a:lnTo>
                    <a:lnTo>
                      <a:pt x="35284" y="216069"/>
                    </a:lnTo>
                    <a:lnTo>
                      <a:pt x="1236" y="21606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F41A36E1-E7EA-207A-2AEC-635CA5E7AA22}"/>
                  </a:ext>
                </a:extLst>
              </p:cNvPr>
              <p:cNvSpPr/>
              <p:nvPr/>
            </p:nvSpPr>
            <p:spPr>
              <a:xfrm>
                <a:off x="7884664" y="3351140"/>
                <a:ext cx="147795" cy="158419"/>
              </a:xfrm>
              <a:custGeom>
                <a:avLst/>
                <a:gdLst>
                  <a:gd name="connsiteX0" fmla="*/ 73898 w 147795"/>
                  <a:gd name="connsiteY0" fmla="*/ 158420 h 158419"/>
                  <a:gd name="connsiteX1" fmla="*/ 0 w 147795"/>
                  <a:gd name="connsiteY1" fmla="*/ 78605 h 158419"/>
                  <a:gd name="connsiteX2" fmla="*/ 73898 w 147795"/>
                  <a:gd name="connsiteY2" fmla="*/ 0 h 158419"/>
                  <a:gd name="connsiteX3" fmla="*/ 147795 w 147795"/>
                  <a:gd name="connsiteY3" fmla="*/ 78605 h 158419"/>
                  <a:gd name="connsiteX4" fmla="*/ 73898 w 147795"/>
                  <a:gd name="connsiteY4" fmla="*/ 158420 h 158419"/>
                  <a:gd name="connsiteX5" fmla="*/ 73898 w 147795"/>
                  <a:gd name="connsiteY5" fmla="*/ 26357 h 158419"/>
                  <a:gd name="connsiteX6" fmla="*/ 34714 w 147795"/>
                  <a:gd name="connsiteY6" fmla="*/ 78605 h 158419"/>
                  <a:gd name="connsiteX7" fmla="*/ 73898 w 147795"/>
                  <a:gd name="connsiteY7" fmla="*/ 132063 h 158419"/>
                  <a:gd name="connsiteX8" fmla="*/ 113081 w 147795"/>
                  <a:gd name="connsiteY8" fmla="*/ 78605 h 158419"/>
                  <a:gd name="connsiteX9" fmla="*/ 73898 w 147795"/>
                  <a:gd name="connsiteY9" fmla="*/ 26357 h 158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7795" h="158419">
                    <a:moveTo>
                      <a:pt x="73898" y="158420"/>
                    </a:moveTo>
                    <a:cubicBezTo>
                      <a:pt x="26725" y="158420"/>
                      <a:pt x="0" y="124799"/>
                      <a:pt x="0" y="78605"/>
                    </a:cubicBezTo>
                    <a:cubicBezTo>
                      <a:pt x="0" y="32410"/>
                      <a:pt x="27581" y="0"/>
                      <a:pt x="73898" y="0"/>
                    </a:cubicBezTo>
                    <a:cubicBezTo>
                      <a:pt x="120214" y="0"/>
                      <a:pt x="147795" y="32410"/>
                      <a:pt x="147795" y="78605"/>
                    </a:cubicBezTo>
                    <a:cubicBezTo>
                      <a:pt x="147795" y="124799"/>
                      <a:pt x="120214" y="158420"/>
                      <a:pt x="73898" y="158420"/>
                    </a:cubicBezTo>
                    <a:close/>
                    <a:moveTo>
                      <a:pt x="73898" y="26357"/>
                    </a:moveTo>
                    <a:cubicBezTo>
                      <a:pt x="47838" y="26357"/>
                      <a:pt x="34714" y="47405"/>
                      <a:pt x="34714" y="78605"/>
                    </a:cubicBezTo>
                    <a:cubicBezTo>
                      <a:pt x="34714" y="109804"/>
                      <a:pt x="48504" y="132063"/>
                      <a:pt x="73898" y="132063"/>
                    </a:cubicBezTo>
                    <a:cubicBezTo>
                      <a:pt x="99291" y="132063"/>
                      <a:pt x="113081" y="109897"/>
                      <a:pt x="113081" y="78605"/>
                    </a:cubicBezTo>
                    <a:cubicBezTo>
                      <a:pt x="113081" y="47312"/>
                      <a:pt x="99006" y="26357"/>
                      <a:pt x="73898" y="26357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E5055447-8A10-FB98-3DD4-1EA74EA36E50}"/>
                  </a:ext>
                </a:extLst>
              </p:cNvPr>
              <p:cNvSpPr/>
              <p:nvPr/>
            </p:nvSpPr>
            <p:spPr>
              <a:xfrm>
                <a:off x="8066222" y="3351140"/>
                <a:ext cx="130105" cy="154228"/>
              </a:xfrm>
              <a:custGeom>
                <a:avLst/>
                <a:gdLst>
                  <a:gd name="connsiteX0" fmla="*/ 96248 w 130105"/>
                  <a:gd name="connsiteY0" fmla="*/ 154229 h 154228"/>
                  <a:gd name="connsiteX1" fmla="*/ 96248 w 130105"/>
                  <a:gd name="connsiteY1" fmla="*/ 67242 h 154228"/>
                  <a:gd name="connsiteX2" fmla="*/ 67716 w 130105"/>
                  <a:gd name="connsiteY2" fmla="*/ 27288 h 154228"/>
                  <a:gd name="connsiteX3" fmla="*/ 35570 w 130105"/>
                  <a:gd name="connsiteY3" fmla="*/ 47684 h 154228"/>
                  <a:gd name="connsiteX4" fmla="*/ 35570 w 130105"/>
                  <a:gd name="connsiteY4" fmla="*/ 154229 h 154228"/>
                  <a:gd name="connsiteX5" fmla="*/ 1522 w 130105"/>
                  <a:gd name="connsiteY5" fmla="*/ 154229 h 154228"/>
                  <a:gd name="connsiteX6" fmla="*/ 1522 w 130105"/>
                  <a:gd name="connsiteY6" fmla="*/ 31200 h 154228"/>
                  <a:gd name="connsiteX7" fmla="*/ 0 w 130105"/>
                  <a:gd name="connsiteY7" fmla="*/ 4191 h 154228"/>
                  <a:gd name="connsiteX8" fmla="*/ 26630 w 130105"/>
                  <a:gd name="connsiteY8" fmla="*/ 4191 h 154228"/>
                  <a:gd name="connsiteX9" fmla="*/ 29958 w 130105"/>
                  <a:gd name="connsiteY9" fmla="*/ 23376 h 154228"/>
                  <a:gd name="connsiteX10" fmla="*/ 75895 w 130105"/>
                  <a:gd name="connsiteY10" fmla="*/ 0 h 154228"/>
                  <a:gd name="connsiteX11" fmla="*/ 130105 w 130105"/>
                  <a:gd name="connsiteY11" fmla="*/ 69291 h 154228"/>
                  <a:gd name="connsiteX12" fmla="*/ 130105 w 130105"/>
                  <a:gd name="connsiteY12" fmla="*/ 154229 h 154228"/>
                  <a:gd name="connsiteX13" fmla="*/ 96057 w 130105"/>
                  <a:gd name="connsiteY13" fmla="*/ 154229 h 1542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30105" h="154228">
                    <a:moveTo>
                      <a:pt x="96248" y="154229"/>
                    </a:moveTo>
                    <a:lnTo>
                      <a:pt x="96248" y="67242"/>
                    </a:lnTo>
                    <a:cubicBezTo>
                      <a:pt x="96248" y="42934"/>
                      <a:pt x="91017" y="27288"/>
                      <a:pt x="67716" y="27288"/>
                    </a:cubicBezTo>
                    <a:cubicBezTo>
                      <a:pt x="53925" y="27288"/>
                      <a:pt x="43178" y="37533"/>
                      <a:pt x="35570" y="47684"/>
                    </a:cubicBezTo>
                    <a:lnTo>
                      <a:pt x="35570" y="154229"/>
                    </a:lnTo>
                    <a:lnTo>
                      <a:pt x="1522" y="154229"/>
                    </a:lnTo>
                    <a:lnTo>
                      <a:pt x="1522" y="31200"/>
                    </a:lnTo>
                    <a:cubicBezTo>
                      <a:pt x="1522" y="26077"/>
                      <a:pt x="285" y="9313"/>
                      <a:pt x="0" y="4191"/>
                    </a:cubicBezTo>
                    <a:lnTo>
                      <a:pt x="26630" y="4191"/>
                    </a:lnTo>
                    <a:lnTo>
                      <a:pt x="29958" y="23376"/>
                    </a:lnTo>
                    <a:cubicBezTo>
                      <a:pt x="39184" y="10803"/>
                      <a:pt x="54781" y="0"/>
                      <a:pt x="75895" y="0"/>
                    </a:cubicBezTo>
                    <a:cubicBezTo>
                      <a:pt x="115459" y="0"/>
                      <a:pt x="130105" y="21048"/>
                      <a:pt x="130105" y="69291"/>
                    </a:cubicBezTo>
                    <a:lnTo>
                      <a:pt x="130105" y="154229"/>
                    </a:lnTo>
                    <a:lnTo>
                      <a:pt x="96057" y="15422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43261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icture Placeholder 47">
            <a:extLst>
              <a:ext uri="{FF2B5EF4-FFF2-40B4-BE49-F238E27FC236}">
                <a16:creationId xmlns:a16="http://schemas.microsoft.com/office/drawing/2014/main" id="{A0999248-014E-E330-C744-67B67419C1D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406538"/>
            <a:ext cx="6096000" cy="5445103"/>
          </a:xfrm>
          <a:noFill/>
        </p:spPr>
        <p:txBody>
          <a:bodyPr/>
          <a:lstStyle/>
          <a:p>
            <a:r>
              <a:rPr lang="en-US"/>
              <a:t>Click icon to add picture</a:t>
            </a:r>
            <a:endParaRPr lang="en-DK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31A82A-AF92-79CB-9321-C5864AA363A6}"/>
              </a:ext>
            </a:extLst>
          </p:cNvPr>
          <p:cNvSpPr/>
          <p:nvPr/>
        </p:nvSpPr>
        <p:spPr>
          <a:xfrm>
            <a:off x="6096001" y="1308116"/>
            <a:ext cx="6095999" cy="5549884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tx2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641DD1-7679-677C-E5F7-106CA2181E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64312" y="2276475"/>
            <a:ext cx="5184775" cy="2305050"/>
          </a:xfrm>
        </p:spPr>
        <p:txBody>
          <a:bodyPr anchor="b" anchorCtr="0">
            <a:normAutofit/>
          </a:bodyPr>
          <a:lstStyle>
            <a:lvl1pPr algn="l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D6AF788A-E08C-BD2E-6C5D-C8C5954A02D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67162" y="53134"/>
            <a:ext cx="1897200" cy="1044114"/>
          </a:xfrm>
          <a:prstGeom prst="rect">
            <a:avLst/>
          </a:prstGeom>
        </p:spPr>
      </p:pic>
      <p:sp>
        <p:nvSpPr>
          <p:cNvPr id="66" name="Subtitle 2">
            <a:extLst>
              <a:ext uri="{FF2B5EF4-FFF2-40B4-BE49-F238E27FC236}">
                <a16:creationId xmlns:a16="http://schemas.microsoft.com/office/drawing/2014/main" id="{6158DD4A-0AEF-ADF8-8A5B-02CBF2DC58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64312" y="4972430"/>
            <a:ext cx="5184000" cy="307777"/>
          </a:xfrm>
        </p:spPr>
        <p:txBody>
          <a:bodyPr wrap="square" anchor="t" anchorCtr="0">
            <a:sp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K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074E8E-AF1A-C055-0556-7E54011A30E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98761"/>
            <a:ext cx="12192000" cy="307777"/>
          </a:xfrm>
          <a:prstGeom prst="rect">
            <a:avLst/>
          </a:prstGeom>
        </p:spPr>
      </p:pic>
      <p:grpSp>
        <p:nvGrpSpPr>
          <p:cNvPr id="6" name="Graphic 17">
            <a:extLst>
              <a:ext uri="{FF2B5EF4-FFF2-40B4-BE49-F238E27FC236}">
                <a16:creationId xmlns:a16="http://schemas.microsoft.com/office/drawing/2014/main" id="{D353D9ED-3C4C-C15A-993F-F7ABFEEAA891}"/>
              </a:ext>
            </a:extLst>
          </p:cNvPr>
          <p:cNvGrpSpPr>
            <a:grpSpLocks noChangeAspect="1"/>
          </p:cNvGrpSpPr>
          <p:nvPr/>
        </p:nvGrpSpPr>
        <p:grpSpPr>
          <a:xfrm>
            <a:off x="9103088" y="6458998"/>
            <a:ext cx="2646000" cy="177687"/>
            <a:chOff x="3994150" y="3289300"/>
            <a:chExt cx="4202178" cy="282193"/>
          </a:xfrm>
          <a:solidFill>
            <a:schemeClr val="bg1"/>
          </a:solidFill>
        </p:grpSpPr>
        <p:grpSp>
          <p:nvGrpSpPr>
            <p:cNvPr id="7" name="Graphic 17">
              <a:extLst>
                <a:ext uri="{FF2B5EF4-FFF2-40B4-BE49-F238E27FC236}">
                  <a16:creationId xmlns:a16="http://schemas.microsoft.com/office/drawing/2014/main" id="{002DAA1C-C8E9-A4ED-6558-05AF310026CE}"/>
                </a:ext>
              </a:extLst>
            </p:cNvPr>
            <p:cNvGrpSpPr/>
            <p:nvPr/>
          </p:nvGrpSpPr>
          <p:grpSpPr>
            <a:xfrm>
              <a:off x="3994150" y="3289300"/>
              <a:ext cx="2355593" cy="276140"/>
              <a:chOff x="3994150" y="3289300"/>
              <a:chExt cx="2355593" cy="276140"/>
            </a:xfrm>
            <a:grpFill/>
          </p:grpSpPr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43064193-DA10-322E-1880-3D04BE8F406E}"/>
                  </a:ext>
                </a:extLst>
              </p:cNvPr>
              <p:cNvSpPr/>
              <p:nvPr/>
            </p:nvSpPr>
            <p:spPr>
              <a:xfrm>
                <a:off x="3994150" y="3293770"/>
                <a:ext cx="153596" cy="211598"/>
              </a:xfrm>
              <a:custGeom>
                <a:avLst/>
                <a:gdLst>
                  <a:gd name="connsiteX0" fmla="*/ 86452 w 153596"/>
                  <a:gd name="connsiteY0" fmla="*/ 16857 h 211598"/>
                  <a:gd name="connsiteX1" fmla="*/ 86452 w 153596"/>
                  <a:gd name="connsiteY1" fmla="*/ 211599 h 211598"/>
                  <a:gd name="connsiteX2" fmla="*/ 67145 w 153596"/>
                  <a:gd name="connsiteY2" fmla="*/ 211599 h 211598"/>
                  <a:gd name="connsiteX3" fmla="*/ 67145 w 153596"/>
                  <a:gd name="connsiteY3" fmla="*/ 16857 h 211598"/>
                  <a:gd name="connsiteX4" fmla="*/ 0 w 153596"/>
                  <a:gd name="connsiteY4" fmla="*/ 16857 h 211598"/>
                  <a:gd name="connsiteX5" fmla="*/ 0 w 153596"/>
                  <a:gd name="connsiteY5" fmla="*/ 0 h 211598"/>
                  <a:gd name="connsiteX6" fmla="*/ 153597 w 153596"/>
                  <a:gd name="connsiteY6" fmla="*/ 0 h 211598"/>
                  <a:gd name="connsiteX7" fmla="*/ 153597 w 153596"/>
                  <a:gd name="connsiteY7" fmla="*/ 16764 h 211598"/>
                  <a:gd name="connsiteX8" fmla="*/ 86452 w 153596"/>
                  <a:gd name="connsiteY8" fmla="*/ 16764 h 2115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3596" h="211598">
                    <a:moveTo>
                      <a:pt x="86452" y="16857"/>
                    </a:moveTo>
                    <a:lnTo>
                      <a:pt x="86452" y="211599"/>
                    </a:lnTo>
                    <a:lnTo>
                      <a:pt x="67145" y="211599"/>
                    </a:lnTo>
                    <a:lnTo>
                      <a:pt x="67145" y="16857"/>
                    </a:lnTo>
                    <a:lnTo>
                      <a:pt x="0" y="16857"/>
                    </a:lnTo>
                    <a:lnTo>
                      <a:pt x="0" y="0"/>
                    </a:lnTo>
                    <a:lnTo>
                      <a:pt x="153597" y="0"/>
                    </a:lnTo>
                    <a:lnTo>
                      <a:pt x="153597" y="16764"/>
                    </a:lnTo>
                    <a:lnTo>
                      <a:pt x="86452" y="16764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B4A4D7F2-ED06-864D-F8CA-5EA266DDF2B6}"/>
                  </a:ext>
                </a:extLst>
              </p:cNvPr>
              <p:cNvSpPr/>
              <p:nvPr/>
            </p:nvSpPr>
            <p:spPr>
              <a:xfrm>
                <a:off x="4182936" y="3289300"/>
                <a:ext cx="113461" cy="216162"/>
              </a:xfrm>
              <a:custGeom>
                <a:avLst/>
                <a:gdLst>
                  <a:gd name="connsiteX0" fmla="*/ 94726 w 113461"/>
                  <a:gd name="connsiteY0" fmla="*/ 216069 h 216162"/>
                  <a:gd name="connsiteX1" fmla="*/ 94726 w 113461"/>
                  <a:gd name="connsiteY1" fmla="*/ 120701 h 216162"/>
                  <a:gd name="connsiteX2" fmla="*/ 58586 w 113461"/>
                  <a:gd name="connsiteY2" fmla="*/ 78418 h 216162"/>
                  <a:gd name="connsiteX3" fmla="*/ 18736 w 113461"/>
                  <a:gd name="connsiteY3" fmla="*/ 102726 h 216162"/>
                  <a:gd name="connsiteX4" fmla="*/ 18736 w 113461"/>
                  <a:gd name="connsiteY4" fmla="*/ 216162 h 216162"/>
                  <a:gd name="connsiteX5" fmla="*/ 0 w 113461"/>
                  <a:gd name="connsiteY5" fmla="*/ 216162 h 216162"/>
                  <a:gd name="connsiteX6" fmla="*/ 0 w 113461"/>
                  <a:gd name="connsiteY6" fmla="*/ 0 h 216162"/>
                  <a:gd name="connsiteX7" fmla="*/ 18736 w 113461"/>
                  <a:gd name="connsiteY7" fmla="*/ 0 h 216162"/>
                  <a:gd name="connsiteX8" fmla="*/ 18736 w 113461"/>
                  <a:gd name="connsiteY8" fmla="*/ 84658 h 216162"/>
                  <a:gd name="connsiteX9" fmla="*/ 62580 w 113461"/>
                  <a:gd name="connsiteY9" fmla="*/ 62772 h 216162"/>
                  <a:gd name="connsiteX10" fmla="*/ 113462 w 113461"/>
                  <a:gd name="connsiteY10" fmla="*/ 122191 h 216162"/>
                  <a:gd name="connsiteX11" fmla="*/ 113462 w 113461"/>
                  <a:gd name="connsiteY11" fmla="*/ 216162 h 216162"/>
                  <a:gd name="connsiteX12" fmla="*/ 94726 w 113461"/>
                  <a:gd name="connsiteY12" fmla="*/ 216162 h 216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3461" h="216162">
                    <a:moveTo>
                      <a:pt x="94726" y="216069"/>
                    </a:moveTo>
                    <a:lnTo>
                      <a:pt x="94726" y="120701"/>
                    </a:lnTo>
                    <a:cubicBezTo>
                      <a:pt x="94726" y="93133"/>
                      <a:pt x="83694" y="78418"/>
                      <a:pt x="58586" y="78418"/>
                    </a:cubicBezTo>
                    <a:cubicBezTo>
                      <a:pt x="39850" y="78418"/>
                      <a:pt x="26725" y="90991"/>
                      <a:pt x="18736" y="102726"/>
                    </a:cubicBezTo>
                    <a:lnTo>
                      <a:pt x="18736" y="216162"/>
                    </a:lnTo>
                    <a:lnTo>
                      <a:pt x="0" y="216162"/>
                    </a:lnTo>
                    <a:lnTo>
                      <a:pt x="0" y="0"/>
                    </a:lnTo>
                    <a:lnTo>
                      <a:pt x="18736" y="0"/>
                    </a:lnTo>
                    <a:lnTo>
                      <a:pt x="18736" y="84658"/>
                    </a:lnTo>
                    <a:cubicBezTo>
                      <a:pt x="28532" y="71713"/>
                      <a:pt x="43844" y="62772"/>
                      <a:pt x="62580" y="62772"/>
                    </a:cubicBezTo>
                    <a:cubicBezTo>
                      <a:pt x="101193" y="62772"/>
                      <a:pt x="113462" y="86800"/>
                      <a:pt x="113462" y="122191"/>
                    </a:cubicBezTo>
                    <a:lnTo>
                      <a:pt x="113462" y="216162"/>
                    </a:lnTo>
                    <a:lnTo>
                      <a:pt x="94726" y="21616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78E66371-B69E-B7E9-FC41-4C330AA0E36C}"/>
                  </a:ext>
                </a:extLst>
              </p:cNvPr>
              <p:cNvSpPr/>
              <p:nvPr/>
            </p:nvSpPr>
            <p:spPr>
              <a:xfrm>
                <a:off x="4338434" y="3352071"/>
                <a:ext cx="128108" cy="156650"/>
              </a:xfrm>
              <a:custGeom>
                <a:avLst/>
                <a:gdLst>
                  <a:gd name="connsiteX0" fmla="*/ 19877 w 128108"/>
                  <a:gd name="connsiteY0" fmla="*/ 84006 h 156650"/>
                  <a:gd name="connsiteX1" fmla="*/ 70759 w 128108"/>
                  <a:gd name="connsiteY1" fmla="*/ 141004 h 156650"/>
                  <a:gd name="connsiteX2" fmla="*/ 113937 w 128108"/>
                  <a:gd name="connsiteY2" fmla="*/ 125730 h 156650"/>
                  <a:gd name="connsiteX3" fmla="*/ 123163 w 128108"/>
                  <a:gd name="connsiteY3" fmla="*/ 138303 h 156650"/>
                  <a:gd name="connsiteX4" fmla="*/ 70759 w 128108"/>
                  <a:gd name="connsiteY4" fmla="*/ 156650 h 156650"/>
                  <a:gd name="connsiteX5" fmla="*/ 0 w 128108"/>
                  <a:gd name="connsiteY5" fmla="*/ 79815 h 156650"/>
                  <a:gd name="connsiteX6" fmla="*/ 65623 w 128108"/>
                  <a:gd name="connsiteY6" fmla="*/ 0 h 156650"/>
                  <a:gd name="connsiteX7" fmla="*/ 128108 w 128108"/>
                  <a:gd name="connsiteY7" fmla="*/ 84006 h 156650"/>
                  <a:gd name="connsiteX8" fmla="*/ 19877 w 128108"/>
                  <a:gd name="connsiteY8" fmla="*/ 84006 h 156650"/>
                  <a:gd name="connsiteX9" fmla="*/ 65528 w 128108"/>
                  <a:gd name="connsiteY9" fmla="*/ 14994 h 156650"/>
                  <a:gd name="connsiteX10" fmla="*/ 19877 w 128108"/>
                  <a:gd name="connsiteY10" fmla="*/ 69012 h 156650"/>
                  <a:gd name="connsiteX11" fmla="*/ 108802 w 128108"/>
                  <a:gd name="connsiteY11" fmla="*/ 69012 h 156650"/>
                  <a:gd name="connsiteX12" fmla="*/ 65623 w 128108"/>
                  <a:gd name="connsiteY12" fmla="*/ 14994 h 156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8108" h="156650">
                    <a:moveTo>
                      <a:pt x="19877" y="84006"/>
                    </a:moveTo>
                    <a:cubicBezTo>
                      <a:pt x="21399" y="122377"/>
                      <a:pt x="44700" y="141004"/>
                      <a:pt x="70759" y="141004"/>
                    </a:cubicBezTo>
                    <a:cubicBezTo>
                      <a:pt x="88829" y="141004"/>
                      <a:pt x="103285" y="133833"/>
                      <a:pt x="113937" y="125730"/>
                    </a:cubicBezTo>
                    <a:lnTo>
                      <a:pt x="123163" y="138303"/>
                    </a:lnTo>
                    <a:cubicBezTo>
                      <a:pt x="109087" y="149106"/>
                      <a:pt x="92824" y="156650"/>
                      <a:pt x="70759" y="156650"/>
                    </a:cubicBezTo>
                    <a:cubicBezTo>
                      <a:pt x="30910" y="156650"/>
                      <a:pt x="0" y="129642"/>
                      <a:pt x="0" y="79815"/>
                    </a:cubicBezTo>
                    <a:cubicBezTo>
                      <a:pt x="0" y="26077"/>
                      <a:pt x="31575" y="0"/>
                      <a:pt x="65623" y="0"/>
                    </a:cubicBezTo>
                    <a:cubicBezTo>
                      <a:pt x="113747" y="0"/>
                      <a:pt x="128108" y="36881"/>
                      <a:pt x="128108" y="84006"/>
                    </a:cubicBezTo>
                    <a:lnTo>
                      <a:pt x="19877" y="84006"/>
                    </a:lnTo>
                    <a:close/>
                    <a:moveTo>
                      <a:pt x="65528" y="14994"/>
                    </a:moveTo>
                    <a:cubicBezTo>
                      <a:pt x="40991" y="14994"/>
                      <a:pt x="22350" y="32969"/>
                      <a:pt x="19877" y="69012"/>
                    </a:cubicBezTo>
                    <a:lnTo>
                      <a:pt x="108802" y="69012"/>
                    </a:lnTo>
                    <a:cubicBezTo>
                      <a:pt x="108231" y="32690"/>
                      <a:pt x="92824" y="14994"/>
                      <a:pt x="65623" y="14994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2D553D6D-25F5-F648-728A-50D6A99019F5}"/>
                  </a:ext>
                </a:extLst>
              </p:cNvPr>
              <p:cNvSpPr/>
              <p:nvPr/>
            </p:nvSpPr>
            <p:spPr>
              <a:xfrm>
                <a:off x="4595317" y="3352071"/>
                <a:ext cx="123828" cy="213368"/>
              </a:xfrm>
              <a:custGeom>
                <a:avLst/>
                <a:gdLst>
                  <a:gd name="connsiteX0" fmla="*/ 62865 w 123828"/>
                  <a:gd name="connsiteY0" fmla="*/ 156650 h 213368"/>
                  <a:gd name="connsiteX1" fmla="*/ 19687 w 123828"/>
                  <a:gd name="connsiteY1" fmla="*/ 138676 h 213368"/>
                  <a:gd name="connsiteX2" fmla="*/ 19687 w 123828"/>
                  <a:gd name="connsiteY2" fmla="*/ 213368 h 213368"/>
                  <a:gd name="connsiteX3" fmla="*/ 951 w 123828"/>
                  <a:gd name="connsiteY3" fmla="*/ 213368 h 213368"/>
                  <a:gd name="connsiteX4" fmla="*/ 951 w 123828"/>
                  <a:gd name="connsiteY4" fmla="*/ 31479 h 213368"/>
                  <a:gd name="connsiteX5" fmla="*/ 0 w 123828"/>
                  <a:gd name="connsiteY5" fmla="*/ 3260 h 213368"/>
                  <a:gd name="connsiteX6" fmla="*/ 15597 w 123828"/>
                  <a:gd name="connsiteY6" fmla="*/ 3260 h 213368"/>
                  <a:gd name="connsiteX7" fmla="*/ 17119 w 123828"/>
                  <a:gd name="connsiteY7" fmla="*/ 26077 h 213368"/>
                  <a:gd name="connsiteX8" fmla="*/ 65243 w 123828"/>
                  <a:gd name="connsiteY8" fmla="*/ 0 h 213368"/>
                  <a:gd name="connsiteX9" fmla="*/ 123828 w 123828"/>
                  <a:gd name="connsiteY9" fmla="*/ 76835 h 213368"/>
                  <a:gd name="connsiteX10" fmla="*/ 62865 w 123828"/>
                  <a:gd name="connsiteY10" fmla="*/ 156650 h 213368"/>
                  <a:gd name="connsiteX11" fmla="*/ 61058 w 123828"/>
                  <a:gd name="connsiteY11" fmla="*/ 15274 h 213368"/>
                  <a:gd name="connsiteX12" fmla="*/ 19687 w 123828"/>
                  <a:gd name="connsiteY12" fmla="*/ 42003 h 213368"/>
                  <a:gd name="connsiteX13" fmla="*/ 19687 w 123828"/>
                  <a:gd name="connsiteY13" fmla="*/ 123309 h 213368"/>
                  <a:gd name="connsiteX14" fmla="*/ 58300 w 123828"/>
                  <a:gd name="connsiteY14" fmla="*/ 141283 h 213368"/>
                  <a:gd name="connsiteX15" fmla="*/ 104237 w 123828"/>
                  <a:gd name="connsiteY15" fmla="*/ 78232 h 213368"/>
                  <a:gd name="connsiteX16" fmla="*/ 61058 w 123828"/>
                  <a:gd name="connsiteY16" fmla="*/ 15181 h 213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3828" h="213368">
                    <a:moveTo>
                      <a:pt x="62865" y="156650"/>
                    </a:moveTo>
                    <a:cubicBezTo>
                      <a:pt x="44129" y="156650"/>
                      <a:pt x="28817" y="149758"/>
                      <a:pt x="19687" y="138676"/>
                    </a:cubicBezTo>
                    <a:lnTo>
                      <a:pt x="19687" y="213368"/>
                    </a:lnTo>
                    <a:lnTo>
                      <a:pt x="951" y="213368"/>
                    </a:lnTo>
                    <a:lnTo>
                      <a:pt x="951" y="31479"/>
                    </a:lnTo>
                    <a:cubicBezTo>
                      <a:pt x="951" y="24308"/>
                      <a:pt x="380" y="9872"/>
                      <a:pt x="0" y="3260"/>
                    </a:cubicBezTo>
                    <a:lnTo>
                      <a:pt x="15597" y="3260"/>
                    </a:lnTo>
                    <a:lnTo>
                      <a:pt x="17119" y="26077"/>
                    </a:lnTo>
                    <a:cubicBezTo>
                      <a:pt x="27200" y="13132"/>
                      <a:pt x="40420" y="0"/>
                      <a:pt x="65243" y="0"/>
                    </a:cubicBezTo>
                    <a:cubicBezTo>
                      <a:pt x="102334" y="0"/>
                      <a:pt x="123828" y="32131"/>
                      <a:pt x="123828" y="76835"/>
                    </a:cubicBezTo>
                    <a:cubicBezTo>
                      <a:pt x="123828" y="121539"/>
                      <a:pt x="102049" y="156650"/>
                      <a:pt x="62865" y="156650"/>
                    </a:cubicBezTo>
                    <a:close/>
                    <a:moveTo>
                      <a:pt x="61058" y="15274"/>
                    </a:moveTo>
                    <a:cubicBezTo>
                      <a:pt x="40515" y="15274"/>
                      <a:pt x="26440" y="32410"/>
                      <a:pt x="19687" y="42003"/>
                    </a:cubicBezTo>
                    <a:lnTo>
                      <a:pt x="19687" y="123309"/>
                    </a:lnTo>
                    <a:cubicBezTo>
                      <a:pt x="28247" y="132622"/>
                      <a:pt x="39564" y="141283"/>
                      <a:pt x="58300" y="141283"/>
                    </a:cubicBezTo>
                    <a:cubicBezTo>
                      <a:pt x="83123" y="141283"/>
                      <a:pt x="104237" y="121446"/>
                      <a:pt x="104237" y="78232"/>
                    </a:cubicBezTo>
                    <a:cubicBezTo>
                      <a:pt x="104237" y="35018"/>
                      <a:pt x="86166" y="15181"/>
                      <a:pt x="61058" y="15181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26E3CA2F-26FE-0782-98F7-5DC45CA9FE78}"/>
                  </a:ext>
                </a:extLst>
              </p:cNvPr>
              <p:cNvSpPr/>
              <p:nvPr/>
            </p:nvSpPr>
            <p:spPr>
              <a:xfrm>
                <a:off x="4752813" y="3351978"/>
                <a:ext cx="136762" cy="156743"/>
              </a:xfrm>
              <a:custGeom>
                <a:avLst/>
                <a:gdLst>
                  <a:gd name="connsiteX0" fmla="*/ 68381 w 136762"/>
                  <a:gd name="connsiteY0" fmla="*/ 156743 h 156743"/>
                  <a:gd name="connsiteX1" fmla="*/ 0 w 136762"/>
                  <a:gd name="connsiteY1" fmla="*/ 77766 h 156743"/>
                  <a:gd name="connsiteX2" fmla="*/ 68381 w 136762"/>
                  <a:gd name="connsiteY2" fmla="*/ 0 h 156743"/>
                  <a:gd name="connsiteX3" fmla="*/ 136763 w 136762"/>
                  <a:gd name="connsiteY3" fmla="*/ 77766 h 156743"/>
                  <a:gd name="connsiteX4" fmla="*/ 68381 w 136762"/>
                  <a:gd name="connsiteY4" fmla="*/ 156743 h 156743"/>
                  <a:gd name="connsiteX5" fmla="*/ 68381 w 136762"/>
                  <a:gd name="connsiteY5" fmla="*/ 15367 h 156743"/>
                  <a:gd name="connsiteX6" fmla="*/ 19687 w 136762"/>
                  <a:gd name="connsiteY6" fmla="*/ 77766 h 156743"/>
                  <a:gd name="connsiteX7" fmla="*/ 68381 w 136762"/>
                  <a:gd name="connsiteY7" fmla="*/ 141376 h 156743"/>
                  <a:gd name="connsiteX8" fmla="*/ 117076 w 136762"/>
                  <a:gd name="connsiteY8" fmla="*/ 77766 h 156743"/>
                  <a:gd name="connsiteX9" fmla="*/ 68381 w 136762"/>
                  <a:gd name="connsiteY9" fmla="*/ 15367 h 156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6762" h="156743">
                    <a:moveTo>
                      <a:pt x="68381" y="156743"/>
                    </a:moveTo>
                    <a:cubicBezTo>
                      <a:pt x="21494" y="156743"/>
                      <a:pt x="0" y="120701"/>
                      <a:pt x="0" y="77766"/>
                    </a:cubicBezTo>
                    <a:cubicBezTo>
                      <a:pt x="0" y="34832"/>
                      <a:pt x="22635" y="0"/>
                      <a:pt x="68381" y="0"/>
                    </a:cubicBezTo>
                    <a:cubicBezTo>
                      <a:pt x="114128" y="0"/>
                      <a:pt x="136763" y="36043"/>
                      <a:pt x="136763" y="77766"/>
                    </a:cubicBezTo>
                    <a:cubicBezTo>
                      <a:pt x="136763" y="119490"/>
                      <a:pt x="116220" y="156743"/>
                      <a:pt x="68381" y="156743"/>
                    </a:cubicBezTo>
                    <a:close/>
                    <a:moveTo>
                      <a:pt x="68381" y="15367"/>
                    </a:moveTo>
                    <a:cubicBezTo>
                      <a:pt x="36806" y="15367"/>
                      <a:pt x="19687" y="41817"/>
                      <a:pt x="19687" y="77766"/>
                    </a:cubicBezTo>
                    <a:cubicBezTo>
                      <a:pt x="19687" y="113716"/>
                      <a:pt x="35665" y="141376"/>
                      <a:pt x="68381" y="141376"/>
                    </a:cubicBezTo>
                    <a:cubicBezTo>
                      <a:pt x="101098" y="141376"/>
                      <a:pt x="117076" y="114088"/>
                      <a:pt x="117076" y="77766"/>
                    </a:cubicBezTo>
                    <a:cubicBezTo>
                      <a:pt x="117076" y="41444"/>
                      <a:pt x="100813" y="15367"/>
                      <a:pt x="68381" y="15367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C4E93C68-430F-43AE-BA63-3246431AF41C}"/>
                  </a:ext>
                </a:extLst>
              </p:cNvPr>
              <p:cNvSpPr/>
              <p:nvPr/>
            </p:nvSpPr>
            <p:spPr>
              <a:xfrm>
                <a:off x="4912686" y="3355331"/>
                <a:ext cx="210089" cy="150037"/>
              </a:xfrm>
              <a:custGeom>
                <a:avLst/>
                <a:gdLst>
                  <a:gd name="connsiteX0" fmla="*/ 165390 w 210089"/>
                  <a:gd name="connsiteY0" fmla="*/ 150038 h 150037"/>
                  <a:gd name="connsiteX1" fmla="*/ 141518 w 210089"/>
                  <a:gd name="connsiteY1" fmla="*/ 150038 h 150037"/>
                  <a:gd name="connsiteX2" fmla="*/ 115174 w 210089"/>
                  <a:gd name="connsiteY2" fmla="*/ 60909 h 150037"/>
                  <a:gd name="connsiteX3" fmla="*/ 105092 w 210089"/>
                  <a:gd name="connsiteY3" fmla="*/ 23376 h 150037"/>
                  <a:gd name="connsiteX4" fmla="*/ 95011 w 210089"/>
                  <a:gd name="connsiteY4" fmla="*/ 60909 h 150037"/>
                  <a:gd name="connsiteX5" fmla="*/ 67716 w 210089"/>
                  <a:gd name="connsiteY5" fmla="*/ 150038 h 150037"/>
                  <a:gd name="connsiteX6" fmla="*/ 44129 w 210089"/>
                  <a:gd name="connsiteY6" fmla="*/ 150038 h 150037"/>
                  <a:gd name="connsiteX7" fmla="*/ 0 w 210089"/>
                  <a:gd name="connsiteY7" fmla="*/ 0 h 150037"/>
                  <a:gd name="connsiteX8" fmla="*/ 19877 w 210089"/>
                  <a:gd name="connsiteY8" fmla="*/ 0 h 150037"/>
                  <a:gd name="connsiteX9" fmla="*/ 48029 w 210089"/>
                  <a:gd name="connsiteY9" fmla="*/ 95741 h 150037"/>
                  <a:gd name="connsiteX10" fmla="*/ 56588 w 210089"/>
                  <a:gd name="connsiteY10" fmla="*/ 129921 h 150037"/>
                  <a:gd name="connsiteX11" fmla="*/ 65814 w 210089"/>
                  <a:gd name="connsiteY11" fmla="*/ 95741 h 150037"/>
                  <a:gd name="connsiteX12" fmla="*/ 94631 w 210089"/>
                  <a:gd name="connsiteY12" fmla="*/ 0 h 150037"/>
                  <a:gd name="connsiteX13" fmla="*/ 116410 w 210089"/>
                  <a:gd name="connsiteY13" fmla="*/ 0 h 150037"/>
                  <a:gd name="connsiteX14" fmla="*/ 145227 w 210089"/>
                  <a:gd name="connsiteY14" fmla="*/ 95741 h 150037"/>
                  <a:gd name="connsiteX15" fmla="*/ 154072 w 210089"/>
                  <a:gd name="connsiteY15" fmla="*/ 129921 h 150037"/>
                  <a:gd name="connsiteX16" fmla="*/ 162917 w 210089"/>
                  <a:gd name="connsiteY16" fmla="*/ 95741 h 150037"/>
                  <a:gd name="connsiteX17" fmla="*/ 191734 w 210089"/>
                  <a:gd name="connsiteY17" fmla="*/ 0 h 150037"/>
                  <a:gd name="connsiteX18" fmla="*/ 210090 w 210089"/>
                  <a:gd name="connsiteY18" fmla="*/ 0 h 150037"/>
                  <a:gd name="connsiteX19" fmla="*/ 165295 w 210089"/>
                  <a:gd name="connsiteY19" fmla="*/ 150038 h 150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10089" h="150037">
                    <a:moveTo>
                      <a:pt x="165390" y="150038"/>
                    </a:moveTo>
                    <a:lnTo>
                      <a:pt x="141518" y="150038"/>
                    </a:lnTo>
                    <a:lnTo>
                      <a:pt x="115174" y="60909"/>
                    </a:lnTo>
                    <a:cubicBezTo>
                      <a:pt x="111179" y="47125"/>
                      <a:pt x="105092" y="23376"/>
                      <a:pt x="105092" y="23376"/>
                    </a:cubicBezTo>
                    <a:cubicBezTo>
                      <a:pt x="105092" y="23376"/>
                      <a:pt x="99291" y="46474"/>
                      <a:pt x="95011" y="60909"/>
                    </a:cubicBezTo>
                    <a:lnTo>
                      <a:pt x="67716" y="150038"/>
                    </a:lnTo>
                    <a:lnTo>
                      <a:pt x="44129" y="150038"/>
                    </a:lnTo>
                    <a:lnTo>
                      <a:pt x="0" y="0"/>
                    </a:lnTo>
                    <a:lnTo>
                      <a:pt x="19877" y="0"/>
                    </a:lnTo>
                    <a:lnTo>
                      <a:pt x="48029" y="95741"/>
                    </a:lnTo>
                    <a:cubicBezTo>
                      <a:pt x="51738" y="108314"/>
                      <a:pt x="56588" y="129921"/>
                      <a:pt x="56588" y="129921"/>
                    </a:cubicBezTo>
                    <a:cubicBezTo>
                      <a:pt x="56588" y="129921"/>
                      <a:pt x="62104" y="108314"/>
                      <a:pt x="65814" y="95741"/>
                    </a:cubicBezTo>
                    <a:lnTo>
                      <a:pt x="94631" y="0"/>
                    </a:lnTo>
                    <a:lnTo>
                      <a:pt x="116410" y="0"/>
                    </a:lnTo>
                    <a:lnTo>
                      <a:pt x="145227" y="95741"/>
                    </a:lnTo>
                    <a:cubicBezTo>
                      <a:pt x="149222" y="109245"/>
                      <a:pt x="154072" y="129921"/>
                      <a:pt x="154072" y="129921"/>
                    </a:cubicBezTo>
                    <a:cubicBezTo>
                      <a:pt x="154072" y="129921"/>
                      <a:pt x="159018" y="108873"/>
                      <a:pt x="162917" y="95741"/>
                    </a:cubicBezTo>
                    <a:lnTo>
                      <a:pt x="191734" y="0"/>
                    </a:lnTo>
                    <a:lnTo>
                      <a:pt x="210090" y="0"/>
                    </a:lnTo>
                    <a:lnTo>
                      <a:pt x="165295" y="150038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7B25B92D-DA53-6AF2-3BA1-D7562BECA213}"/>
                  </a:ext>
                </a:extLst>
              </p:cNvPr>
              <p:cNvSpPr/>
              <p:nvPr/>
            </p:nvSpPr>
            <p:spPr>
              <a:xfrm>
                <a:off x="5146838" y="3352071"/>
                <a:ext cx="128108" cy="156650"/>
              </a:xfrm>
              <a:custGeom>
                <a:avLst/>
                <a:gdLst>
                  <a:gd name="connsiteX0" fmla="*/ 19877 w 128108"/>
                  <a:gd name="connsiteY0" fmla="*/ 84006 h 156650"/>
                  <a:gd name="connsiteX1" fmla="*/ 70759 w 128108"/>
                  <a:gd name="connsiteY1" fmla="*/ 141004 h 156650"/>
                  <a:gd name="connsiteX2" fmla="*/ 113937 w 128108"/>
                  <a:gd name="connsiteY2" fmla="*/ 125730 h 156650"/>
                  <a:gd name="connsiteX3" fmla="*/ 123163 w 128108"/>
                  <a:gd name="connsiteY3" fmla="*/ 138303 h 156650"/>
                  <a:gd name="connsiteX4" fmla="*/ 70759 w 128108"/>
                  <a:gd name="connsiteY4" fmla="*/ 156650 h 156650"/>
                  <a:gd name="connsiteX5" fmla="*/ 0 w 128108"/>
                  <a:gd name="connsiteY5" fmla="*/ 79815 h 156650"/>
                  <a:gd name="connsiteX6" fmla="*/ 65623 w 128108"/>
                  <a:gd name="connsiteY6" fmla="*/ 0 h 156650"/>
                  <a:gd name="connsiteX7" fmla="*/ 128108 w 128108"/>
                  <a:gd name="connsiteY7" fmla="*/ 84006 h 156650"/>
                  <a:gd name="connsiteX8" fmla="*/ 19877 w 128108"/>
                  <a:gd name="connsiteY8" fmla="*/ 84006 h 156650"/>
                  <a:gd name="connsiteX9" fmla="*/ 65528 w 128108"/>
                  <a:gd name="connsiteY9" fmla="*/ 14994 h 156650"/>
                  <a:gd name="connsiteX10" fmla="*/ 19877 w 128108"/>
                  <a:gd name="connsiteY10" fmla="*/ 69012 h 156650"/>
                  <a:gd name="connsiteX11" fmla="*/ 108802 w 128108"/>
                  <a:gd name="connsiteY11" fmla="*/ 69012 h 156650"/>
                  <a:gd name="connsiteX12" fmla="*/ 65623 w 128108"/>
                  <a:gd name="connsiteY12" fmla="*/ 14994 h 156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8108" h="156650">
                    <a:moveTo>
                      <a:pt x="19877" y="84006"/>
                    </a:moveTo>
                    <a:cubicBezTo>
                      <a:pt x="21399" y="122377"/>
                      <a:pt x="44700" y="141004"/>
                      <a:pt x="70759" y="141004"/>
                    </a:cubicBezTo>
                    <a:cubicBezTo>
                      <a:pt x="88829" y="141004"/>
                      <a:pt x="103285" y="133833"/>
                      <a:pt x="113937" y="125730"/>
                    </a:cubicBezTo>
                    <a:lnTo>
                      <a:pt x="123163" y="138303"/>
                    </a:lnTo>
                    <a:cubicBezTo>
                      <a:pt x="109087" y="149106"/>
                      <a:pt x="92824" y="156650"/>
                      <a:pt x="70759" y="156650"/>
                    </a:cubicBezTo>
                    <a:cubicBezTo>
                      <a:pt x="30910" y="156650"/>
                      <a:pt x="0" y="129642"/>
                      <a:pt x="0" y="79815"/>
                    </a:cubicBezTo>
                    <a:cubicBezTo>
                      <a:pt x="0" y="26077"/>
                      <a:pt x="31575" y="0"/>
                      <a:pt x="65623" y="0"/>
                    </a:cubicBezTo>
                    <a:cubicBezTo>
                      <a:pt x="113747" y="0"/>
                      <a:pt x="128108" y="36881"/>
                      <a:pt x="128108" y="84006"/>
                    </a:cubicBezTo>
                    <a:lnTo>
                      <a:pt x="19877" y="84006"/>
                    </a:lnTo>
                    <a:close/>
                    <a:moveTo>
                      <a:pt x="65528" y="14994"/>
                    </a:moveTo>
                    <a:cubicBezTo>
                      <a:pt x="40991" y="14994"/>
                      <a:pt x="22350" y="32969"/>
                      <a:pt x="19877" y="69012"/>
                    </a:cubicBezTo>
                    <a:lnTo>
                      <a:pt x="108802" y="69012"/>
                    </a:lnTo>
                    <a:cubicBezTo>
                      <a:pt x="108231" y="32690"/>
                      <a:pt x="92824" y="14994"/>
                      <a:pt x="65623" y="14994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2E428504-84DF-B1E7-7518-B5B0A41248FD}"/>
                  </a:ext>
                </a:extLst>
              </p:cNvPr>
              <p:cNvSpPr/>
              <p:nvPr/>
            </p:nvSpPr>
            <p:spPr>
              <a:xfrm>
                <a:off x="5314796" y="3351978"/>
                <a:ext cx="81506" cy="153390"/>
              </a:xfrm>
              <a:custGeom>
                <a:avLst/>
                <a:gdLst>
                  <a:gd name="connsiteX0" fmla="*/ 76370 w 81506"/>
                  <a:gd name="connsiteY0" fmla="*/ 21700 h 153390"/>
                  <a:gd name="connsiteX1" fmla="*/ 59822 w 81506"/>
                  <a:gd name="connsiteY1" fmla="*/ 17509 h 153390"/>
                  <a:gd name="connsiteX2" fmla="*/ 19687 w 81506"/>
                  <a:gd name="connsiteY2" fmla="*/ 46287 h 153390"/>
                  <a:gd name="connsiteX3" fmla="*/ 19687 w 81506"/>
                  <a:gd name="connsiteY3" fmla="*/ 153391 h 153390"/>
                  <a:gd name="connsiteX4" fmla="*/ 951 w 81506"/>
                  <a:gd name="connsiteY4" fmla="*/ 153391 h 153390"/>
                  <a:gd name="connsiteX5" fmla="*/ 951 w 81506"/>
                  <a:gd name="connsiteY5" fmla="*/ 30641 h 153390"/>
                  <a:gd name="connsiteX6" fmla="*/ 0 w 81506"/>
                  <a:gd name="connsiteY6" fmla="*/ 3353 h 153390"/>
                  <a:gd name="connsiteX7" fmla="*/ 15027 w 81506"/>
                  <a:gd name="connsiteY7" fmla="*/ 3353 h 153390"/>
                  <a:gd name="connsiteX8" fmla="*/ 16834 w 81506"/>
                  <a:gd name="connsiteY8" fmla="*/ 28219 h 153390"/>
                  <a:gd name="connsiteX9" fmla="*/ 63721 w 81506"/>
                  <a:gd name="connsiteY9" fmla="*/ 0 h 153390"/>
                  <a:gd name="connsiteX10" fmla="*/ 81506 w 81506"/>
                  <a:gd name="connsiteY10" fmla="*/ 2701 h 153390"/>
                  <a:gd name="connsiteX11" fmla="*/ 76275 w 81506"/>
                  <a:gd name="connsiteY11" fmla="*/ 21607 h 153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1506" h="153390">
                    <a:moveTo>
                      <a:pt x="76370" y="21700"/>
                    </a:moveTo>
                    <a:cubicBezTo>
                      <a:pt x="71425" y="18999"/>
                      <a:pt x="66289" y="17509"/>
                      <a:pt x="59822" y="17509"/>
                    </a:cubicBezTo>
                    <a:cubicBezTo>
                      <a:pt x="41086" y="17509"/>
                      <a:pt x="29768" y="28871"/>
                      <a:pt x="19687" y="46287"/>
                    </a:cubicBezTo>
                    <a:lnTo>
                      <a:pt x="19687" y="153391"/>
                    </a:lnTo>
                    <a:lnTo>
                      <a:pt x="951" y="153391"/>
                    </a:lnTo>
                    <a:lnTo>
                      <a:pt x="951" y="30641"/>
                    </a:lnTo>
                    <a:cubicBezTo>
                      <a:pt x="951" y="25519"/>
                      <a:pt x="380" y="8475"/>
                      <a:pt x="0" y="3353"/>
                    </a:cubicBezTo>
                    <a:lnTo>
                      <a:pt x="15027" y="3353"/>
                    </a:lnTo>
                    <a:lnTo>
                      <a:pt x="16834" y="28219"/>
                    </a:lnTo>
                    <a:cubicBezTo>
                      <a:pt x="26059" y="11083"/>
                      <a:pt x="41371" y="0"/>
                      <a:pt x="63721" y="0"/>
                    </a:cubicBezTo>
                    <a:cubicBezTo>
                      <a:pt x="70189" y="0"/>
                      <a:pt x="76275" y="931"/>
                      <a:pt x="81506" y="2701"/>
                    </a:cubicBezTo>
                    <a:lnTo>
                      <a:pt x="76275" y="21607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8B363BFF-2396-118B-16B4-AB4AF68BDDA6}"/>
                  </a:ext>
                </a:extLst>
              </p:cNvPr>
              <p:cNvSpPr/>
              <p:nvPr/>
            </p:nvSpPr>
            <p:spPr>
              <a:xfrm>
                <a:off x="5510715" y="3289300"/>
                <a:ext cx="123923" cy="219422"/>
              </a:xfrm>
              <a:custGeom>
                <a:avLst/>
                <a:gdLst>
                  <a:gd name="connsiteX0" fmla="*/ 63436 w 123923"/>
                  <a:gd name="connsiteY0" fmla="*/ 219422 h 219422"/>
                  <a:gd name="connsiteX1" fmla="*/ 17119 w 123923"/>
                  <a:gd name="connsiteY1" fmla="*/ 199026 h 219422"/>
                  <a:gd name="connsiteX2" fmla="*/ 15597 w 123923"/>
                  <a:gd name="connsiteY2" fmla="*/ 216162 h 219422"/>
                  <a:gd name="connsiteX3" fmla="*/ 0 w 123923"/>
                  <a:gd name="connsiteY3" fmla="*/ 216162 h 219422"/>
                  <a:gd name="connsiteX4" fmla="*/ 951 w 123923"/>
                  <a:gd name="connsiteY4" fmla="*/ 187943 h 219422"/>
                  <a:gd name="connsiteX5" fmla="*/ 951 w 123923"/>
                  <a:gd name="connsiteY5" fmla="*/ 0 h 219422"/>
                  <a:gd name="connsiteX6" fmla="*/ 19687 w 123923"/>
                  <a:gd name="connsiteY6" fmla="*/ 0 h 219422"/>
                  <a:gd name="connsiteX7" fmla="*/ 19687 w 123923"/>
                  <a:gd name="connsiteY7" fmla="*/ 86707 h 219422"/>
                  <a:gd name="connsiteX8" fmla="*/ 65053 w 123923"/>
                  <a:gd name="connsiteY8" fmla="*/ 62679 h 219422"/>
                  <a:gd name="connsiteX9" fmla="*/ 123924 w 123923"/>
                  <a:gd name="connsiteY9" fmla="*/ 140445 h 219422"/>
                  <a:gd name="connsiteX10" fmla="*/ 63531 w 123923"/>
                  <a:gd name="connsiteY10" fmla="*/ 219422 h 219422"/>
                  <a:gd name="connsiteX11" fmla="*/ 60963 w 123923"/>
                  <a:gd name="connsiteY11" fmla="*/ 78046 h 219422"/>
                  <a:gd name="connsiteX12" fmla="*/ 19592 w 123923"/>
                  <a:gd name="connsiteY12" fmla="*/ 105334 h 219422"/>
                  <a:gd name="connsiteX13" fmla="*/ 19592 w 123923"/>
                  <a:gd name="connsiteY13" fmla="*/ 186080 h 219422"/>
                  <a:gd name="connsiteX14" fmla="*/ 58776 w 123923"/>
                  <a:gd name="connsiteY14" fmla="*/ 204055 h 219422"/>
                  <a:gd name="connsiteX15" fmla="*/ 104141 w 123923"/>
                  <a:gd name="connsiteY15" fmla="*/ 141004 h 219422"/>
                  <a:gd name="connsiteX16" fmla="*/ 60963 w 123923"/>
                  <a:gd name="connsiteY16" fmla="*/ 77953 h 219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3923" h="219422">
                    <a:moveTo>
                      <a:pt x="63436" y="219422"/>
                    </a:moveTo>
                    <a:cubicBezTo>
                      <a:pt x="41086" y="219422"/>
                      <a:pt x="27010" y="211040"/>
                      <a:pt x="17119" y="199026"/>
                    </a:cubicBezTo>
                    <a:lnTo>
                      <a:pt x="15597" y="216162"/>
                    </a:lnTo>
                    <a:lnTo>
                      <a:pt x="0" y="216162"/>
                    </a:lnTo>
                    <a:cubicBezTo>
                      <a:pt x="285" y="209550"/>
                      <a:pt x="951" y="195114"/>
                      <a:pt x="951" y="187943"/>
                    </a:cubicBezTo>
                    <a:lnTo>
                      <a:pt x="951" y="0"/>
                    </a:lnTo>
                    <a:lnTo>
                      <a:pt x="19687" y="0"/>
                    </a:lnTo>
                    <a:lnTo>
                      <a:pt x="19687" y="86707"/>
                    </a:lnTo>
                    <a:cubicBezTo>
                      <a:pt x="27961" y="75904"/>
                      <a:pt x="40801" y="62679"/>
                      <a:pt x="65053" y="62679"/>
                    </a:cubicBezTo>
                    <a:cubicBezTo>
                      <a:pt x="100908" y="62679"/>
                      <a:pt x="123924" y="92668"/>
                      <a:pt x="123924" y="140445"/>
                    </a:cubicBezTo>
                    <a:cubicBezTo>
                      <a:pt x="123924" y="184311"/>
                      <a:pt x="103381" y="219422"/>
                      <a:pt x="63531" y="219422"/>
                    </a:cubicBezTo>
                    <a:close/>
                    <a:moveTo>
                      <a:pt x="60963" y="78046"/>
                    </a:moveTo>
                    <a:cubicBezTo>
                      <a:pt x="39849" y="78046"/>
                      <a:pt x="26059" y="95462"/>
                      <a:pt x="19592" y="105334"/>
                    </a:cubicBezTo>
                    <a:lnTo>
                      <a:pt x="19592" y="186080"/>
                    </a:lnTo>
                    <a:cubicBezTo>
                      <a:pt x="29673" y="196325"/>
                      <a:pt x="39849" y="204055"/>
                      <a:pt x="58776" y="204055"/>
                    </a:cubicBezTo>
                    <a:cubicBezTo>
                      <a:pt x="85405" y="204055"/>
                      <a:pt x="104141" y="180679"/>
                      <a:pt x="104141" y="141004"/>
                    </a:cubicBezTo>
                    <a:cubicBezTo>
                      <a:pt x="104141" y="93878"/>
                      <a:pt x="82647" y="77953"/>
                      <a:pt x="60963" y="77953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514074C1-6886-C3DB-0CF0-06BECE89AC59}"/>
                  </a:ext>
                </a:extLst>
              </p:cNvPr>
              <p:cNvSpPr/>
              <p:nvPr/>
            </p:nvSpPr>
            <p:spPr>
              <a:xfrm>
                <a:off x="5668021" y="3352071"/>
                <a:ext cx="128108" cy="156650"/>
              </a:xfrm>
              <a:custGeom>
                <a:avLst/>
                <a:gdLst>
                  <a:gd name="connsiteX0" fmla="*/ 19877 w 128108"/>
                  <a:gd name="connsiteY0" fmla="*/ 84006 h 156650"/>
                  <a:gd name="connsiteX1" fmla="*/ 70759 w 128108"/>
                  <a:gd name="connsiteY1" fmla="*/ 141004 h 156650"/>
                  <a:gd name="connsiteX2" fmla="*/ 113937 w 128108"/>
                  <a:gd name="connsiteY2" fmla="*/ 125730 h 156650"/>
                  <a:gd name="connsiteX3" fmla="*/ 123163 w 128108"/>
                  <a:gd name="connsiteY3" fmla="*/ 138303 h 156650"/>
                  <a:gd name="connsiteX4" fmla="*/ 70759 w 128108"/>
                  <a:gd name="connsiteY4" fmla="*/ 156650 h 156650"/>
                  <a:gd name="connsiteX5" fmla="*/ 0 w 128108"/>
                  <a:gd name="connsiteY5" fmla="*/ 79815 h 156650"/>
                  <a:gd name="connsiteX6" fmla="*/ 65623 w 128108"/>
                  <a:gd name="connsiteY6" fmla="*/ 0 h 156650"/>
                  <a:gd name="connsiteX7" fmla="*/ 128108 w 128108"/>
                  <a:gd name="connsiteY7" fmla="*/ 84006 h 156650"/>
                  <a:gd name="connsiteX8" fmla="*/ 19877 w 128108"/>
                  <a:gd name="connsiteY8" fmla="*/ 84006 h 156650"/>
                  <a:gd name="connsiteX9" fmla="*/ 65528 w 128108"/>
                  <a:gd name="connsiteY9" fmla="*/ 14994 h 156650"/>
                  <a:gd name="connsiteX10" fmla="*/ 19877 w 128108"/>
                  <a:gd name="connsiteY10" fmla="*/ 69012 h 156650"/>
                  <a:gd name="connsiteX11" fmla="*/ 108802 w 128108"/>
                  <a:gd name="connsiteY11" fmla="*/ 69012 h 156650"/>
                  <a:gd name="connsiteX12" fmla="*/ 65623 w 128108"/>
                  <a:gd name="connsiteY12" fmla="*/ 14994 h 156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8108" h="156650">
                    <a:moveTo>
                      <a:pt x="19877" y="84006"/>
                    </a:moveTo>
                    <a:cubicBezTo>
                      <a:pt x="21399" y="122377"/>
                      <a:pt x="44700" y="141004"/>
                      <a:pt x="70759" y="141004"/>
                    </a:cubicBezTo>
                    <a:cubicBezTo>
                      <a:pt x="88829" y="141004"/>
                      <a:pt x="103285" y="133833"/>
                      <a:pt x="113937" y="125730"/>
                    </a:cubicBezTo>
                    <a:lnTo>
                      <a:pt x="123163" y="138303"/>
                    </a:lnTo>
                    <a:cubicBezTo>
                      <a:pt x="109087" y="149106"/>
                      <a:pt x="92824" y="156650"/>
                      <a:pt x="70759" y="156650"/>
                    </a:cubicBezTo>
                    <a:cubicBezTo>
                      <a:pt x="30910" y="156650"/>
                      <a:pt x="0" y="129642"/>
                      <a:pt x="0" y="79815"/>
                    </a:cubicBezTo>
                    <a:cubicBezTo>
                      <a:pt x="0" y="26077"/>
                      <a:pt x="31575" y="0"/>
                      <a:pt x="65623" y="0"/>
                    </a:cubicBezTo>
                    <a:cubicBezTo>
                      <a:pt x="113747" y="0"/>
                      <a:pt x="128108" y="36881"/>
                      <a:pt x="128108" y="84006"/>
                    </a:cubicBezTo>
                    <a:lnTo>
                      <a:pt x="19877" y="84006"/>
                    </a:lnTo>
                    <a:close/>
                    <a:moveTo>
                      <a:pt x="65528" y="14994"/>
                    </a:moveTo>
                    <a:cubicBezTo>
                      <a:pt x="40991" y="14994"/>
                      <a:pt x="22350" y="32969"/>
                      <a:pt x="19877" y="69012"/>
                    </a:cubicBezTo>
                    <a:lnTo>
                      <a:pt x="108802" y="69012"/>
                    </a:lnTo>
                    <a:cubicBezTo>
                      <a:pt x="108231" y="32690"/>
                      <a:pt x="92824" y="14994"/>
                      <a:pt x="65623" y="14994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9" name="Freeform 58">
                <a:extLst>
                  <a:ext uri="{FF2B5EF4-FFF2-40B4-BE49-F238E27FC236}">
                    <a16:creationId xmlns:a16="http://schemas.microsoft.com/office/drawing/2014/main" id="{323CB9CF-7AE9-2C27-0A27-F8C47E8B02FF}"/>
                  </a:ext>
                </a:extLst>
              </p:cNvPr>
              <p:cNvSpPr/>
              <p:nvPr/>
            </p:nvSpPr>
            <p:spPr>
              <a:xfrm>
                <a:off x="5836835" y="3289300"/>
                <a:ext cx="113461" cy="216162"/>
              </a:xfrm>
              <a:custGeom>
                <a:avLst/>
                <a:gdLst>
                  <a:gd name="connsiteX0" fmla="*/ 94726 w 113461"/>
                  <a:gd name="connsiteY0" fmla="*/ 216069 h 216162"/>
                  <a:gd name="connsiteX1" fmla="*/ 94726 w 113461"/>
                  <a:gd name="connsiteY1" fmla="*/ 120701 h 216162"/>
                  <a:gd name="connsiteX2" fmla="*/ 58586 w 113461"/>
                  <a:gd name="connsiteY2" fmla="*/ 78418 h 216162"/>
                  <a:gd name="connsiteX3" fmla="*/ 18736 w 113461"/>
                  <a:gd name="connsiteY3" fmla="*/ 102726 h 216162"/>
                  <a:gd name="connsiteX4" fmla="*/ 18736 w 113461"/>
                  <a:gd name="connsiteY4" fmla="*/ 216162 h 216162"/>
                  <a:gd name="connsiteX5" fmla="*/ 0 w 113461"/>
                  <a:gd name="connsiteY5" fmla="*/ 216162 h 216162"/>
                  <a:gd name="connsiteX6" fmla="*/ 0 w 113461"/>
                  <a:gd name="connsiteY6" fmla="*/ 0 h 216162"/>
                  <a:gd name="connsiteX7" fmla="*/ 18736 w 113461"/>
                  <a:gd name="connsiteY7" fmla="*/ 0 h 216162"/>
                  <a:gd name="connsiteX8" fmla="*/ 18736 w 113461"/>
                  <a:gd name="connsiteY8" fmla="*/ 84658 h 216162"/>
                  <a:gd name="connsiteX9" fmla="*/ 62580 w 113461"/>
                  <a:gd name="connsiteY9" fmla="*/ 62772 h 216162"/>
                  <a:gd name="connsiteX10" fmla="*/ 113462 w 113461"/>
                  <a:gd name="connsiteY10" fmla="*/ 122191 h 216162"/>
                  <a:gd name="connsiteX11" fmla="*/ 113462 w 113461"/>
                  <a:gd name="connsiteY11" fmla="*/ 216162 h 216162"/>
                  <a:gd name="connsiteX12" fmla="*/ 94726 w 113461"/>
                  <a:gd name="connsiteY12" fmla="*/ 216162 h 216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3461" h="216162">
                    <a:moveTo>
                      <a:pt x="94726" y="216069"/>
                    </a:moveTo>
                    <a:lnTo>
                      <a:pt x="94726" y="120701"/>
                    </a:lnTo>
                    <a:cubicBezTo>
                      <a:pt x="94726" y="93133"/>
                      <a:pt x="83694" y="78418"/>
                      <a:pt x="58586" y="78418"/>
                    </a:cubicBezTo>
                    <a:cubicBezTo>
                      <a:pt x="39850" y="78418"/>
                      <a:pt x="26725" y="90991"/>
                      <a:pt x="18736" y="102726"/>
                    </a:cubicBezTo>
                    <a:lnTo>
                      <a:pt x="18736" y="216162"/>
                    </a:lnTo>
                    <a:lnTo>
                      <a:pt x="0" y="216162"/>
                    </a:lnTo>
                    <a:lnTo>
                      <a:pt x="0" y="0"/>
                    </a:lnTo>
                    <a:lnTo>
                      <a:pt x="18736" y="0"/>
                    </a:lnTo>
                    <a:lnTo>
                      <a:pt x="18736" y="84658"/>
                    </a:lnTo>
                    <a:cubicBezTo>
                      <a:pt x="28532" y="71713"/>
                      <a:pt x="43844" y="62772"/>
                      <a:pt x="62580" y="62772"/>
                    </a:cubicBezTo>
                    <a:cubicBezTo>
                      <a:pt x="101193" y="62772"/>
                      <a:pt x="113462" y="86800"/>
                      <a:pt x="113462" y="122191"/>
                    </a:cubicBezTo>
                    <a:lnTo>
                      <a:pt x="113462" y="216162"/>
                    </a:lnTo>
                    <a:lnTo>
                      <a:pt x="94726" y="21616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60" name="Freeform 59">
                <a:extLst>
                  <a:ext uri="{FF2B5EF4-FFF2-40B4-BE49-F238E27FC236}">
                    <a16:creationId xmlns:a16="http://schemas.microsoft.com/office/drawing/2014/main" id="{BD12B773-FF70-C32D-A402-E460194CFBC7}"/>
                  </a:ext>
                </a:extLst>
              </p:cNvPr>
              <p:cNvSpPr/>
              <p:nvPr/>
            </p:nvSpPr>
            <p:spPr>
              <a:xfrm>
                <a:off x="5999371" y="3289300"/>
                <a:ext cx="21779" cy="216069"/>
              </a:xfrm>
              <a:custGeom>
                <a:avLst/>
                <a:gdLst>
                  <a:gd name="connsiteX0" fmla="*/ 0 w 21779"/>
                  <a:gd name="connsiteY0" fmla="*/ 23097 h 216069"/>
                  <a:gd name="connsiteX1" fmla="*/ 0 w 21779"/>
                  <a:gd name="connsiteY1" fmla="*/ 0 h 216069"/>
                  <a:gd name="connsiteX2" fmla="*/ 21779 w 21779"/>
                  <a:gd name="connsiteY2" fmla="*/ 0 h 216069"/>
                  <a:gd name="connsiteX3" fmla="*/ 21779 w 21779"/>
                  <a:gd name="connsiteY3" fmla="*/ 23097 h 216069"/>
                  <a:gd name="connsiteX4" fmla="*/ 0 w 21779"/>
                  <a:gd name="connsiteY4" fmla="*/ 23097 h 216069"/>
                  <a:gd name="connsiteX5" fmla="*/ 1522 w 21779"/>
                  <a:gd name="connsiteY5" fmla="*/ 216069 h 216069"/>
                  <a:gd name="connsiteX6" fmla="*/ 1522 w 21779"/>
                  <a:gd name="connsiteY6" fmla="*/ 66032 h 216069"/>
                  <a:gd name="connsiteX7" fmla="*/ 20258 w 21779"/>
                  <a:gd name="connsiteY7" fmla="*/ 66032 h 216069"/>
                  <a:gd name="connsiteX8" fmla="*/ 20258 w 21779"/>
                  <a:gd name="connsiteY8" fmla="*/ 216069 h 216069"/>
                  <a:gd name="connsiteX9" fmla="*/ 1522 w 21779"/>
                  <a:gd name="connsiteY9" fmla="*/ 216069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779" h="216069">
                    <a:moveTo>
                      <a:pt x="0" y="23097"/>
                    </a:moveTo>
                    <a:lnTo>
                      <a:pt x="0" y="0"/>
                    </a:lnTo>
                    <a:lnTo>
                      <a:pt x="21779" y="0"/>
                    </a:lnTo>
                    <a:lnTo>
                      <a:pt x="21779" y="23097"/>
                    </a:lnTo>
                    <a:lnTo>
                      <a:pt x="0" y="23097"/>
                    </a:lnTo>
                    <a:close/>
                    <a:moveTo>
                      <a:pt x="1522" y="216069"/>
                    </a:moveTo>
                    <a:lnTo>
                      <a:pt x="1522" y="66032"/>
                    </a:lnTo>
                    <a:lnTo>
                      <a:pt x="20258" y="66032"/>
                    </a:lnTo>
                    <a:lnTo>
                      <a:pt x="20258" y="216069"/>
                    </a:lnTo>
                    <a:lnTo>
                      <a:pt x="1522" y="21606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61" name="Freeform 60">
                <a:extLst>
                  <a:ext uri="{FF2B5EF4-FFF2-40B4-BE49-F238E27FC236}">
                    <a16:creationId xmlns:a16="http://schemas.microsoft.com/office/drawing/2014/main" id="{24B2CCD8-CCCB-DEF5-13F7-4FFC38550AA4}"/>
                  </a:ext>
                </a:extLst>
              </p:cNvPr>
              <p:cNvSpPr/>
              <p:nvPr/>
            </p:nvSpPr>
            <p:spPr>
              <a:xfrm>
                <a:off x="6069179" y="3351978"/>
                <a:ext cx="114222" cy="153390"/>
              </a:xfrm>
              <a:custGeom>
                <a:avLst/>
                <a:gdLst>
                  <a:gd name="connsiteX0" fmla="*/ 95677 w 114222"/>
                  <a:gd name="connsiteY0" fmla="*/ 153391 h 153390"/>
                  <a:gd name="connsiteX1" fmla="*/ 95677 w 114222"/>
                  <a:gd name="connsiteY1" fmla="*/ 58301 h 153390"/>
                  <a:gd name="connsiteX2" fmla="*/ 59537 w 114222"/>
                  <a:gd name="connsiteY2" fmla="*/ 15646 h 153390"/>
                  <a:gd name="connsiteX3" fmla="*/ 19687 w 114222"/>
                  <a:gd name="connsiteY3" fmla="*/ 39954 h 153390"/>
                  <a:gd name="connsiteX4" fmla="*/ 19687 w 114222"/>
                  <a:gd name="connsiteY4" fmla="*/ 153391 h 153390"/>
                  <a:gd name="connsiteX5" fmla="*/ 951 w 114222"/>
                  <a:gd name="connsiteY5" fmla="*/ 153391 h 153390"/>
                  <a:gd name="connsiteX6" fmla="*/ 951 w 114222"/>
                  <a:gd name="connsiteY6" fmla="*/ 30920 h 153390"/>
                  <a:gd name="connsiteX7" fmla="*/ 0 w 114222"/>
                  <a:gd name="connsiteY7" fmla="*/ 3353 h 153390"/>
                  <a:gd name="connsiteX8" fmla="*/ 15598 w 114222"/>
                  <a:gd name="connsiteY8" fmla="*/ 3353 h 153390"/>
                  <a:gd name="connsiteX9" fmla="*/ 17119 w 114222"/>
                  <a:gd name="connsiteY9" fmla="*/ 24028 h 153390"/>
                  <a:gd name="connsiteX10" fmla="*/ 63056 w 114222"/>
                  <a:gd name="connsiteY10" fmla="*/ 0 h 153390"/>
                  <a:gd name="connsiteX11" fmla="*/ 114223 w 114222"/>
                  <a:gd name="connsiteY11" fmla="*/ 59419 h 153390"/>
                  <a:gd name="connsiteX12" fmla="*/ 114223 w 114222"/>
                  <a:gd name="connsiteY12" fmla="*/ 153391 h 153390"/>
                  <a:gd name="connsiteX13" fmla="*/ 95487 w 114222"/>
                  <a:gd name="connsiteY13" fmla="*/ 153391 h 153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14222" h="153390">
                    <a:moveTo>
                      <a:pt x="95677" y="153391"/>
                    </a:moveTo>
                    <a:lnTo>
                      <a:pt x="95677" y="58301"/>
                    </a:lnTo>
                    <a:cubicBezTo>
                      <a:pt x="95677" y="31013"/>
                      <a:pt x="84359" y="15646"/>
                      <a:pt x="59537" y="15646"/>
                    </a:cubicBezTo>
                    <a:cubicBezTo>
                      <a:pt x="39279" y="15646"/>
                      <a:pt x="27010" y="29151"/>
                      <a:pt x="19687" y="39954"/>
                    </a:cubicBezTo>
                    <a:lnTo>
                      <a:pt x="19687" y="153391"/>
                    </a:lnTo>
                    <a:lnTo>
                      <a:pt x="951" y="153391"/>
                    </a:lnTo>
                    <a:lnTo>
                      <a:pt x="951" y="30920"/>
                    </a:lnTo>
                    <a:cubicBezTo>
                      <a:pt x="951" y="25798"/>
                      <a:pt x="381" y="8382"/>
                      <a:pt x="0" y="3353"/>
                    </a:cubicBezTo>
                    <a:lnTo>
                      <a:pt x="15598" y="3353"/>
                    </a:lnTo>
                    <a:lnTo>
                      <a:pt x="17119" y="24028"/>
                    </a:lnTo>
                    <a:cubicBezTo>
                      <a:pt x="26344" y="10803"/>
                      <a:pt x="42513" y="0"/>
                      <a:pt x="63056" y="0"/>
                    </a:cubicBezTo>
                    <a:cubicBezTo>
                      <a:pt x="100432" y="0"/>
                      <a:pt x="114223" y="23097"/>
                      <a:pt x="114223" y="59419"/>
                    </a:cubicBezTo>
                    <a:lnTo>
                      <a:pt x="114223" y="153391"/>
                    </a:lnTo>
                    <a:lnTo>
                      <a:pt x="95487" y="153391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62" name="Freeform 61">
                <a:extLst>
                  <a:ext uri="{FF2B5EF4-FFF2-40B4-BE49-F238E27FC236}">
                    <a16:creationId xmlns:a16="http://schemas.microsoft.com/office/drawing/2014/main" id="{9F2A53BA-B5A7-681A-2FE9-E78B15DCBB68}"/>
                  </a:ext>
                </a:extLst>
              </p:cNvPr>
              <p:cNvSpPr/>
              <p:nvPr/>
            </p:nvSpPr>
            <p:spPr>
              <a:xfrm>
                <a:off x="6224013" y="3289300"/>
                <a:ext cx="125730" cy="219328"/>
              </a:xfrm>
              <a:custGeom>
                <a:avLst/>
                <a:gdLst>
                  <a:gd name="connsiteX0" fmla="*/ 109753 w 125730"/>
                  <a:gd name="connsiteY0" fmla="*/ 216069 h 219328"/>
                  <a:gd name="connsiteX1" fmla="*/ 108231 w 125730"/>
                  <a:gd name="connsiteY1" fmla="*/ 192320 h 219328"/>
                  <a:gd name="connsiteX2" fmla="*/ 60392 w 125730"/>
                  <a:gd name="connsiteY2" fmla="*/ 219329 h 219328"/>
                  <a:gd name="connsiteX3" fmla="*/ 0 w 125730"/>
                  <a:gd name="connsiteY3" fmla="*/ 140352 h 219328"/>
                  <a:gd name="connsiteX4" fmla="*/ 63151 w 125730"/>
                  <a:gd name="connsiteY4" fmla="*/ 62586 h 219328"/>
                  <a:gd name="connsiteX5" fmla="*/ 106044 w 125730"/>
                  <a:gd name="connsiteY5" fmla="*/ 79350 h 219328"/>
                  <a:gd name="connsiteX6" fmla="*/ 106044 w 125730"/>
                  <a:gd name="connsiteY6" fmla="*/ 0 h 219328"/>
                  <a:gd name="connsiteX7" fmla="*/ 124779 w 125730"/>
                  <a:gd name="connsiteY7" fmla="*/ 0 h 219328"/>
                  <a:gd name="connsiteX8" fmla="*/ 124779 w 125730"/>
                  <a:gd name="connsiteY8" fmla="*/ 187850 h 219328"/>
                  <a:gd name="connsiteX9" fmla="*/ 125730 w 125730"/>
                  <a:gd name="connsiteY9" fmla="*/ 216069 h 219328"/>
                  <a:gd name="connsiteX10" fmla="*/ 109753 w 125730"/>
                  <a:gd name="connsiteY10" fmla="*/ 216069 h 219328"/>
                  <a:gd name="connsiteX11" fmla="*/ 106044 w 125730"/>
                  <a:gd name="connsiteY11" fmla="*/ 95369 h 219328"/>
                  <a:gd name="connsiteX12" fmla="*/ 67145 w 125730"/>
                  <a:gd name="connsiteY12" fmla="*/ 77953 h 219328"/>
                  <a:gd name="connsiteX13" fmla="*/ 19592 w 125730"/>
                  <a:gd name="connsiteY13" fmla="*/ 141004 h 219328"/>
                  <a:gd name="connsiteX14" fmla="*/ 64958 w 125730"/>
                  <a:gd name="connsiteY14" fmla="*/ 204055 h 219328"/>
                  <a:gd name="connsiteX15" fmla="*/ 106044 w 125730"/>
                  <a:gd name="connsiteY15" fmla="*/ 177046 h 219328"/>
                  <a:gd name="connsiteX16" fmla="*/ 106044 w 125730"/>
                  <a:gd name="connsiteY16" fmla="*/ 95462 h 2193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5730" h="219328">
                    <a:moveTo>
                      <a:pt x="109753" y="216069"/>
                    </a:moveTo>
                    <a:lnTo>
                      <a:pt x="108231" y="192320"/>
                    </a:lnTo>
                    <a:cubicBezTo>
                      <a:pt x="99386" y="204893"/>
                      <a:pt x="84645" y="219329"/>
                      <a:pt x="60392" y="219329"/>
                    </a:cubicBezTo>
                    <a:cubicBezTo>
                      <a:pt x="19592" y="219329"/>
                      <a:pt x="0" y="183938"/>
                      <a:pt x="0" y="140352"/>
                    </a:cubicBezTo>
                    <a:cubicBezTo>
                      <a:pt x="0" y="91736"/>
                      <a:pt x="28151" y="62586"/>
                      <a:pt x="63151" y="62586"/>
                    </a:cubicBezTo>
                    <a:cubicBezTo>
                      <a:pt x="82172" y="62586"/>
                      <a:pt x="97199" y="70409"/>
                      <a:pt x="106044" y="79350"/>
                    </a:cubicBezTo>
                    <a:lnTo>
                      <a:pt x="106044" y="0"/>
                    </a:lnTo>
                    <a:lnTo>
                      <a:pt x="124779" y="0"/>
                    </a:lnTo>
                    <a:lnTo>
                      <a:pt x="124779" y="187850"/>
                    </a:lnTo>
                    <a:cubicBezTo>
                      <a:pt x="124779" y="195021"/>
                      <a:pt x="125350" y="209457"/>
                      <a:pt x="125730" y="216069"/>
                    </a:cubicBezTo>
                    <a:lnTo>
                      <a:pt x="109753" y="216069"/>
                    </a:lnTo>
                    <a:close/>
                    <a:moveTo>
                      <a:pt x="106044" y="95369"/>
                    </a:moveTo>
                    <a:cubicBezTo>
                      <a:pt x="96533" y="86335"/>
                      <a:pt x="86737" y="77953"/>
                      <a:pt x="67145" y="77953"/>
                    </a:cubicBezTo>
                    <a:cubicBezTo>
                      <a:pt x="47553" y="77953"/>
                      <a:pt x="19592" y="93878"/>
                      <a:pt x="19592" y="141004"/>
                    </a:cubicBezTo>
                    <a:cubicBezTo>
                      <a:pt x="19592" y="178257"/>
                      <a:pt x="36140" y="204055"/>
                      <a:pt x="64958" y="204055"/>
                    </a:cubicBezTo>
                    <a:cubicBezTo>
                      <a:pt x="84264" y="204055"/>
                      <a:pt x="97484" y="190271"/>
                      <a:pt x="106044" y="177046"/>
                    </a:cubicBezTo>
                    <a:lnTo>
                      <a:pt x="106044" y="9546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</p:grpSp>
        <p:grpSp>
          <p:nvGrpSpPr>
            <p:cNvPr id="36" name="Graphic 17">
              <a:extLst>
                <a:ext uri="{FF2B5EF4-FFF2-40B4-BE49-F238E27FC236}">
                  <a16:creationId xmlns:a16="http://schemas.microsoft.com/office/drawing/2014/main" id="{730A25F0-3986-FA42-EED1-16FA9CDB55FE}"/>
                </a:ext>
              </a:extLst>
            </p:cNvPr>
            <p:cNvGrpSpPr/>
            <p:nvPr/>
          </p:nvGrpSpPr>
          <p:grpSpPr>
            <a:xfrm>
              <a:off x="6465963" y="3289300"/>
              <a:ext cx="1730364" cy="282193"/>
              <a:chOff x="6465963" y="3289300"/>
              <a:chExt cx="1730364" cy="282193"/>
            </a:xfrm>
            <a:grpFill/>
          </p:grpSpPr>
          <p:sp>
            <p:nvSpPr>
              <p:cNvPr id="37" name="Freeform 36">
                <a:extLst>
                  <a:ext uri="{FF2B5EF4-FFF2-40B4-BE49-F238E27FC236}">
                    <a16:creationId xmlns:a16="http://schemas.microsoft.com/office/drawing/2014/main" id="{DEF2580C-8FDE-8FFC-1A83-E844730DFDC3}"/>
                  </a:ext>
                </a:extLst>
              </p:cNvPr>
              <p:cNvSpPr/>
              <p:nvPr/>
            </p:nvSpPr>
            <p:spPr>
              <a:xfrm>
                <a:off x="6465963" y="3355424"/>
                <a:ext cx="145512" cy="216069"/>
              </a:xfrm>
              <a:custGeom>
                <a:avLst/>
                <a:gdLst>
                  <a:gd name="connsiteX0" fmla="*/ 93204 w 145512"/>
                  <a:gd name="connsiteY0" fmla="*/ 161121 h 216069"/>
                  <a:gd name="connsiteX1" fmla="*/ 18451 w 145512"/>
                  <a:gd name="connsiteY1" fmla="*/ 216069 h 216069"/>
                  <a:gd name="connsiteX2" fmla="*/ 13220 w 145512"/>
                  <a:gd name="connsiteY2" fmla="*/ 189061 h 216069"/>
                  <a:gd name="connsiteX3" fmla="*/ 58871 w 145512"/>
                  <a:gd name="connsiteY3" fmla="*/ 159072 h 216069"/>
                  <a:gd name="connsiteX4" fmla="*/ 61914 w 145512"/>
                  <a:gd name="connsiteY4" fmla="*/ 149479 h 216069"/>
                  <a:gd name="connsiteX5" fmla="*/ 0 w 145512"/>
                  <a:gd name="connsiteY5" fmla="*/ 0 h 216069"/>
                  <a:gd name="connsiteX6" fmla="*/ 36426 w 145512"/>
                  <a:gd name="connsiteY6" fmla="*/ 0 h 216069"/>
                  <a:gd name="connsiteX7" fmla="*/ 63056 w 145512"/>
                  <a:gd name="connsiteY7" fmla="*/ 68453 h 216069"/>
                  <a:gd name="connsiteX8" fmla="*/ 78368 w 145512"/>
                  <a:gd name="connsiteY8" fmla="*/ 114368 h 216069"/>
                  <a:gd name="connsiteX9" fmla="*/ 111179 w 145512"/>
                  <a:gd name="connsiteY9" fmla="*/ 0 h 216069"/>
                  <a:gd name="connsiteX10" fmla="*/ 145513 w 145512"/>
                  <a:gd name="connsiteY10" fmla="*/ 0 h 216069"/>
                  <a:gd name="connsiteX11" fmla="*/ 93109 w 145512"/>
                  <a:gd name="connsiteY11" fmla="*/ 161214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5512" h="216069">
                    <a:moveTo>
                      <a:pt x="93204" y="161121"/>
                    </a:moveTo>
                    <a:cubicBezTo>
                      <a:pt x="80650" y="199492"/>
                      <a:pt x="52118" y="211878"/>
                      <a:pt x="18451" y="216069"/>
                    </a:cubicBezTo>
                    <a:lnTo>
                      <a:pt x="13220" y="189061"/>
                    </a:lnTo>
                    <a:cubicBezTo>
                      <a:pt x="37472" y="185428"/>
                      <a:pt x="53640" y="175277"/>
                      <a:pt x="58871" y="159072"/>
                    </a:cubicBezTo>
                    <a:lnTo>
                      <a:pt x="61914" y="149479"/>
                    </a:lnTo>
                    <a:lnTo>
                      <a:pt x="0" y="0"/>
                    </a:lnTo>
                    <a:lnTo>
                      <a:pt x="36426" y="0"/>
                    </a:lnTo>
                    <a:lnTo>
                      <a:pt x="63056" y="68453"/>
                    </a:lnTo>
                    <a:cubicBezTo>
                      <a:pt x="70379" y="87638"/>
                      <a:pt x="78368" y="114368"/>
                      <a:pt x="78368" y="114368"/>
                    </a:cubicBezTo>
                    <a:lnTo>
                      <a:pt x="111179" y="0"/>
                    </a:lnTo>
                    <a:lnTo>
                      <a:pt x="145513" y="0"/>
                    </a:lnTo>
                    <a:lnTo>
                      <a:pt x="93109" y="161214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38" name="Freeform 37">
                <a:extLst>
                  <a:ext uri="{FF2B5EF4-FFF2-40B4-BE49-F238E27FC236}">
                    <a16:creationId xmlns:a16="http://schemas.microsoft.com/office/drawing/2014/main" id="{D6F66D5D-5469-26A7-26D1-C029C1483187}"/>
                  </a:ext>
                </a:extLst>
              </p:cNvPr>
              <p:cNvSpPr/>
              <p:nvPr/>
            </p:nvSpPr>
            <p:spPr>
              <a:xfrm>
                <a:off x="6629927" y="3351140"/>
                <a:ext cx="147795" cy="158419"/>
              </a:xfrm>
              <a:custGeom>
                <a:avLst/>
                <a:gdLst>
                  <a:gd name="connsiteX0" fmla="*/ 73898 w 147795"/>
                  <a:gd name="connsiteY0" fmla="*/ 158420 h 158419"/>
                  <a:gd name="connsiteX1" fmla="*/ 0 w 147795"/>
                  <a:gd name="connsiteY1" fmla="*/ 78605 h 158419"/>
                  <a:gd name="connsiteX2" fmla="*/ 73898 w 147795"/>
                  <a:gd name="connsiteY2" fmla="*/ 0 h 158419"/>
                  <a:gd name="connsiteX3" fmla="*/ 147795 w 147795"/>
                  <a:gd name="connsiteY3" fmla="*/ 78605 h 158419"/>
                  <a:gd name="connsiteX4" fmla="*/ 73898 w 147795"/>
                  <a:gd name="connsiteY4" fmla="*/ 158420 h 158419"/>
                  <a:gd name="connsiteX5" fmla="*/ 73898 w 147795"/>
                  <a:gd name="connsiteY5" fmla="*/ 26357 h 158419"/>
                  <a:gd name="connsiteX6" fmla="*/ 34714 w 147795"/>
                  <a:gd name="connsiteY6" fmla="*/ 78605 h 158419"/>
                  <a:gd name="connsiteX7" fmla="*/ 73898 w 147795"/>
                  <a:gd name="connsiteY7" fmla="*/ 132063 h 158419"/>
                  <a:gd name="connsiteX8" fmla="*/ 113081 w 147795"/>
                  <a:gd name="connsiteY8" fmla="*/ 78605 h 158419"/>
                  <a:gd name="connsiteX9" fmla="*/ 73898 w 147795"/>
                  <a:gd name="connsiteY9" fmla="*/ 26357 h 158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7795" h="158419">
                    <a:moveTo>
                      <a:pt x="73898" y="158420"/>
                    </a:moveTo>
                    <a:cubicBezTo>
                      <a:pt x="26725" y="158420"/>
                      <a:pt x="0" y="124799"/>
                      <a:pt x="0" y="78605"/>
                    </a:cubicBezTo>
                    <a:cubicBezTo>
                      <a:pt x="0" y="32410"/>
                      <a:pt x="27581" y="0"/>
                      <a:pt x="73898" y="0"/>
                    </a:cubicBezTo>
                    <a:cubicBezTo>
                      <a:pt x="120214" y="0"/>
                      <a:pt x="147795" y="32410"/>
                      <a:pt x="147795" y="78605"/>
                    </a:cubicBezTo>
                    <a:cubicBezTo>
                      <a:pt x="147795" y="124799"/>
                      <a:pt x="120214" y="158420"/>
                      <a:pt x="73898" y="158420"/>
                    </a:cubicBezTo>
                    <a:close/>
                    <a:moveTo>
                      <a:pt x="73898" y="26357"/>
                    </a:moveTo>
                    <a:cubicBezTo>
                      <a:pt x="47838" y="26357"/>
                      <a:pt x="34714" y="47405"/>
                      <a:pt x="34714" y="78605"/>
                    </a:cubicBezTo>
                    <a:cubicBezTo>
                      <a:pt x="34714" y="109804"/>
                      <a:pt x="48504" y="132063"/>
                      <a:pt x="73898" y="132063"/>
                    </a:cubicBezTo>
                    <a:cubicBezTo>
                      <a:pt x="99291" y="132063"/>
                      <a:pt x="113081" y="109897"/>
                      <a:pt x="113081" y="78605"/>
                    </a:cubicBezTo>
                    <a:cubicBezTo>
                      <a:pt x="113081" y="47312"/>
                      <a:pt x="99005" y="26357"/>
                      <a:pt x="73898" y="26357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39" name="Freeform 38">
                <a:extLst>
                  <a:ext uri="{FF2B5EF4-FFF2-40B4-BE49-F238E27FC236}">
                    <a16:creationId xmlns:a16="http://schemas.microsoft.com/office/drawing/2014/main" id="{FC74A5D5-6378-A161-C615-813ADC11BC68}"/>
                  </a:ext>
                </a:extLst>
              </p:cNvPr>
              <p:cNvSpPr/>
              <p:nvPr/>
            </p:nvSpPr>
            <p:spPr>
              <a:xfrm>
                <a:off x="6812911" y="3355331"/>
                <a:ext cx="127252" cy="153949"/>
              </a:xfrm>
              <a:custGeom>
                <a:avLst/>
                <a:gdLst>
                  <a:gd name="connsiteX0" fmla="*/ 99957 w 127252"/>
                  <a:gd name="connsiteY0" fmla="*/ 150038 h 153949"/>
                  <a:gd name="connsiteX1" fmla="*/ 97199 w 127252"/>
                  <a:gd name="connsiteY1" fmla="*/ 132622 h 153949"/>
                  <a:gd name="connsiteX2" fmla="*/ 53069 w 127252"/>
                  <a:gd name="connsiteY2" fmla="*/ 153949 h 153949"/>
                  <a:gd name="connsiteX3" fmla="*/ 0 w 127252"/>
                  <a:gd name="connsiteY3" fmla="*/ 95462 h 153949"/>
                  <a:gd name="connsiteX4" fmla="*/ 0 w 127252"/>
                  <a:gd name="connsiteY4" fmla="*/ 0 h 153949"/>
                  <a:gd name="connsiteX5" fmla="*/ 34048 w 127252"/>
                  <a:gd name="connsiteY5" fmla="*/ 0 h 153949"/>
                  <a:gd name="connsiteX6" fmla="*/ 34048 w 127252"/>
                  <a:gd name="connsiteY6" fmla="*/ 90619 h 153949"/>
                  <a:gd name="connsiteX7" fmla="*/ 60107 w 127252"/>
                  <a:gd name="connsiteY7" fmla="*/ 127220 h 153949"/>
                  <a:gd name="connsiteX8" fmla="*/ 91682 w 127252"/>
                  <a:gd name="connsiteY8" fmla="*/ 108035 h 153949"/>
                  <a:gd name="connsiteX9" fmla="*/ 91682 w 127252"/>
                  <a:gd name="connsiteY9" fmla="*/ 0 h 153949"/>
                  <a:gd name="connsiteX10" fmla="*/ 125731 w 127252"/>
                  <a:gd name="connsiteY10" fmla="*/ 0 h 153949"/>
                  <a:gd name="connsiteX11" fmla="*/ 125731 w 127252"/>
                  <a:gd name="connsiteY11" fmla="*/ 123029 h 153949"/>
                  <a:gd name="connsiteX12" fmla="*/ 127252 w 127252"/>
                  <a:gd name="connsiteY12" fmla="*/ 150038 h 153949"/>
                  <a:gd name="connsiteX13" fmla="*/ 99957 w 127252"/>
                  <a:gd name="connsiteY13" fmla="*/ 150038 h 153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7252" h="153949">
                    <a:moveTo>
                      <a:pt x="99957" y="150038"/>
                    </a:moveTo>
                    <a:lnTo>
                      <a:pt x="97199" y="132622"/>
                    </a:lnTo>
                    <a:cubicBezTo>
                      <a:pt x="86452" y="146126"/>
                      <a:pt x="71425" y="153949"/>
                      <a:pt x="53069" y="153949"/>
                    </a:cubicBezTo>
                    <a:cubicBezTo>
                      <a:pt x="15027" y="153949"/>
                      <a:pt x="0" y="131784"/>
                      <a:pt x="0" y="95462"/>
                    </a:cubicBezTo>
                    <a:lnTo>
                      <a:pt x="0" y="0"/>
                    </a:lnTo>
                    <a:lnTo>
                      <a:pt x="34048" y="0"/>
                    </a:lnTo>
                    <a:lnTo>
                      <a:pt x="34048" y="90619"/>
                    </a:lnTo>
                    <a:cubicBezTo>
                      <a:pt x="34048" y="117069"/>
                      <a:pt x="39850" y="127220"/>
                      <a:pt x="60107" y="127220"/>
                    </a:cubicBezTo>
                    <a:cubicBezTo>
                      <a:pt x="76085" y="127220"/>
                      <a:pt x="86452" y="115485"/>
                      <a:pt x="91682" y="108035"/>
                    </a:cubicBezTo>
                    <a:lnTo>
                      <a:pt x="91682" y="0"/>
                    </a:lnTo>
                    <a:lnTo>
                      <a:pt x="125731" y="0"/>
                    </a:lnTo>
                    <a:lnTo>
                      <a:pt x="125731" y="123029"/>
                    </a:lnTo>
                    <a:cubicBezTo>
                      <a:pt x="125731" y="128151"/>
                      <a:pt x="126967" y="144915"/>
                      <a:pt x="127252" y="150038"/>
                    </a:cubicBezTo>
                    <a:lnTo>
                      <a:pt x="99957" y="150038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7C85FD81-7439-B818-D939-C95E421A237C}"/>
                  </a:ext>
                </a:extLst>
              </p:cNvPr>
              <p:cNvSpPr/>
              <p:nvPr/>
            </p:nvSpPr>
            <p:spPr>
              <a:xfrm>
                <a:off x="6980013" y="3351140"/>
                <a:ext cx="93204" cy="154228"/>
              </a:xfrm>
              <a:custGeom>
                <a:avLst/>
                <a:gdLst>
                  <a:gd name="connsiteX0" fmla="*/ 83123 w 93204"/>
                  <a:gd name="connsiteY0" fmla="*/ 37160 h 154228"/>
                  <a:gd name="connsiteX1" fmla="*/ 68381 w 93204"/>
                  <a:gd name="connsiteY1" fmla="*/ 32690 h 154228"/>
                  <a:gd name="connsiteX2" fmla="*/ 35570 w 93204"/>
                  <a:gd name="connsiteY2" fmla="*/ 56066 h 154228"/>
                  <a:gd name="connsiteX3" fmla="*/ 35570 w 93204"/>
                  <a:gd name="connsiteY3" fmla="*/ 154229 h 154228"/>
                  <a:gd name="connsiteX4" fmla="*/ 1521 w 93204"/>
                  <a:gd name="connsiteY4" fmla="*/ 154229 h 154228"/>
                  <a:gd name="connsiteX5" fmla="*/ 1521 w 93204"/>
                  <a:gd name="connsiteY5" fmla="*/ 32410 h 154228"/>
                  <a:gd name="connsiteX6" fmla="*/ 0 w 93204"/>
                  <a:gd name="connsiteY6" fmla="*/ 4191 h 154228"/>
                  <a:gd name="connsiteX7" fmla="*/ 26059 w 93204"/>
                  <a:gd name="connsiteY7" fmla="*/ 4191 h 154228"/>
                  <a:gd name="connsiteX8" fmla="*/ 28817 w 93204"/>
                  <a:gd name="connsiteY8" fmla="*/ 29710 h 154228"/>
                  <a:gd name="connsiteX9" fmla="*/ 77892 w 93204"/>
                  <a:gd name="connsiteY9" fmla="*/ 0 h 154228"/>
                  <a:gd name="connsiteX10" fmla="*/ 93204 w 93204"/>
                  <a:gd name="connsiteY10" fmla="*/ 2421 h 154228"/>
                  <a:gd name="connsiteX11" fmla="*/ 83123 w 93204"/>
                  <a:gd name="connsiteY11" fmla="*/ 37253 h 1542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93204" h="154228">
                    <a:moveTo>
                      <a:pt x="83123" y="37160"/>
                    </a:moveTo>
                    <a:cubicBezTo>
                      <a:pt x="78177" y="34180"/>
                      <a:pt x="73898" y="32690"/>
                      <a:pt x="68381" y="32690"/>
                    </a:cubicBezTo>
                    <a:cubicBezTo>
                      <a:pt x="53640" y="32690"/>
                      <a:pt x="44129" y="42934"/>
                      <a:pt x="35570" y="56066"/>
                    </a:cubicBezTo>
                    <a:lnTo>
                      <a:pt x="35570" y="154229"/>
                    </a:lnTo>
                    <a:lnTo>
                      <a:pt x="1521" y="154229"/>
                    </a:lnTo>
                    <a:lnTo>
                      <a:pt x="1521" y="32410"/>
                    </a:lnTo>
                    <a:cubicBezTo>
                      <a:pt x="1521" y="27288"/>
                      <a:pt x="285" y="9313"/>
                      <a:pt x="0" y="4191"/>
                    </a:cubicBezTo>
                    <a:lnTo>
                      <a:pt x="26059" y="4191"/>
                    </a:lnTo>
                    <a:lnTo>
                      <a:pt x="28817" y="29710"/>
                    </a:lnTo>
                    <a:cubicBezTo>
                      <a:pt x="37091" y="14063"/>
                      <a:pt x="51452" y="0"/>
                      <a:pt x="77892" y="0"/>
                    </a:cubicBezTo>
                    <a:cubicBezTo>
                      <a:pt x="83123" y="0"/>
                      <a:pt x="88924" y="931"/>
                      <a:pt x="93204" y="2421"/>
                    </a:cubicBezTo>
                    <a:lnTo>
                      <a:pt x="83123" y="37253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91A25841-1EE5-C581-50FD-95AA9E184D37}"/>
                  </a:ext>
                </a:extLst>
              </p:cNvPr>
              <p:cNvSpPr/>
              <p:nvPr/>
            </p:nvSpPr>
            <p:spPr>
              <a:xfrm>
                <a:off x="7192956" y="3351140"/>
                <a:ext cx="218744" cy="154321"/>
              </a:xfrm>
              <a:custGeom>
                <a:avLst/>
                <a:gdLst>
                  <a:gd name="connsiteX0" fmla="*/ 184982 w 218744"/>
                  <a:gd name="connsiteY0" fmla="*/ 154229 h 154321"/>
                  <a:gd name="connsiteX1" fmla="*/ 184982 w 218744"/>
                  <a:gd name="connsiteY1" fmla="*/ 67242 h 154321"/>
                  <a:gd name="connsiteX2" fmla="*/ 157972 w 218744"/>
                  <a:gd name="connsiteY2" fmla="*/ 27288 h 154321"/>
                  <a:gd name="connsiteX3" fmla="*/ 126682 w 218744"/>
                  <a:gd name="connsiteY3" fmla="*/ 47405 h 154321"/>
                  <a:gd name="connsiteX4" fmla="*/ 127252 w 218744"/>
                  <a:gd name="connsiteY4" fmla="*/ 57277 h 154321"/>
                  <a:gd name="connsiteX5" fmla="*/ 127252 w 218744"/>
                  <a:gd name="connsiteY5" fmla="*/ 154229 h 154321"/>
                  <a:gd name="connsiteX6" fmla="*/ 93204 w 218744"/>
                  <a:gd name="connsiteY6" fmla="*/ 154229 h 154321"/>
                  <a:gd name="connsiteX7" fmla="*/ 93204 w 218744"/>
                  <a:gd name="connsiteY7" fmla="*/ 67522 h 154321"/>
                  <a:gd name="connsiteX8" fmla="*/ 66194 w 218744"/>
                  <a:gd name="connsiteY8" fmla="*/ 27288 h 154321"/>
                  <a:gd name="connsiteX9" fmla="*/ 35570 w 218744"/>
                  <a:gd name="connsiteY9" fmla="*/ 47405 h 154321"/>
                  <a:gd name="connsiteX10" fmla="*/ 35570 w 218744"/>
                  <a:gd name="connsiteY10" fmla="*/ 154229 h 154321"/>
                  <a:gd name="connsiteX11" fmla="*/ 1522 w 218744"/>
                  <a:gd name="connsiteY11" fmla="*/ 154229 h 154321"/>
                  <a:gd name="connsiteX12" fmla="*/ 1522 w 218744"/>
                  <a:gd name="connsiteY12" fmla="*/ 31200 h 154321"/>
                  <a:gd name="connsiteX13" fmla="*/ 0 w 218744"/>
                  <a:gd name="connsiteY13" fmla="*/ 4191 h 154321"/>
                  <a:gd name="connsiteX14" fmla="*/ 26630 w 218744"/>
                  <a:gd name="connsiteY14" fmla="*/ 4191 h 154321"/>
                  <a:gd name="connsiteX15" fmla="*/ 29958 w 218744"/>
                  <a:gd name="connsiteY15" fmla="*/ 22818 h 154321"/>
                  <a:gd name="connsiteX16" fmla="*/ 72281 w 218744"/>
                  <a:gd name="connsiteY16" fmla="*/ 0 h 154321"/>
                  <a:gd name="connsiteX17" fmla="*/ 118217 w 218744"/>
                  <a:gd name="connsiteY17" fmla="*/ 24028 h 154321"/>
                  <a:gd name="connsiteX18" fmla="*/ 164154 w 218744"/>
                  <a:gd name="connsiteY18" fmla="*/ 0 h 154321"/>
                  <a:gd name="connsiteX19" fmla="*/ 218745 w 218744"/>
                  <a:gd name="connsiteY19" fmla="*/ 68453 h 154321"/>
                  <a:gd name="connsiteX20" fmla="*/ 218745 w 218744"/>
                  <a:gd name="connsiteY20" fmla="*/ 154322 h 154321"/>
                  <a:gd name="connsiteX21" fmla="*/ 184697 w 218744"/>
                  <a:gd name="connsiteY21" fmla="*/ 154322 h 1543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18744" h="154321">
                    <a:moveTo>
                      <a:pt x="184982" y="154229"/>
                    </a:moveTo>
                    <a:lnTo>
                      <a:pt x="184982" y="67242"/>
                    </a:lnTo>
                    <a:cubicBezTo>
                      <a:pt x="184982" y="42655"/>
                      <a:pt x="179180" y="27288"/>
                      <a:pt x="157972" y="27288"/>
                    </a:cubicBezTo>
                    <a:cubicBezTo>
                      <a:pt x="144181" y="27288"/>
                      <a:pt x="133719" y="37160"/>
                      <a:pt x="126682" y="47405"/>
                    </a:cubicBezTo>
                    <a:cubicBezTo>
                      <a:pt x="126967" y="50106"/>
                      <a:pt x="127252" y="54297"/>
                      <a:pt x="127252" y="57277"/>
                    </a:cubicBezTo>
                    <a:lnTo>
                      <a:pt x="127252" y="154229"/>
                    </a:lnTo>
                    <a:lnTo>
                      <a:pt x="93204" y="154229"/>
                    </a:lnTo>
                    <a:lnTo>
                      <a:pt x="93204" y="67522"/>
                    </a:lnTo>
                    <a:cubicBezTo>
                      <a:pt x="93204" y="41724"/>
                      <a:pt x="88639" y="27288"/>
                      <a:pt x="66194" y="27288"/>
                    </a:cubicBezTo>
                    <a:cubicBezTo>
                      <a:pt x="53355" y="27288"/>
                      <a:pt x="42322" y="38092"/>
                      <a:pt x="35570" y="47405"/>
                    </a:cubicBezTo>
                    <a:lnTo>
                      <a:pt x="35570" y="154229"/>
                    </a:lnTo>
                    <a:lnTo>
                      <a:pt x="1522" y="154229"/>
                    </a:lnTo>
                    <a:lnTo>
                      <a:pt x="1522" y="31200"/>
                    </a:lnTo>
                    <a:cubicBezTo>
                      <a:pt x="1522" y="26077"/>
                      <a:pt x="285" y="9313"/>
                      <a:pt x="0" y="4191"/>
                    </a:cubicBezTo>
                    <a:lnTo>
                      <a:pt x="26630" y="4191"/>
                    </a:lnTo>
                    <a:lnTo>
                      <a:pt x="29958" y="22818"/>
                    </a:lnTo>
                    <a:cubicBezTo>
                      <a:pt x="40991" y="9872"/>
                      <a:pt x="55067" y="0"/>
                      <a:pt x="72281" y="0"/>
                    </a:cubicBezTo>
                    <a:cubicBezTo>
                      <a:pt x="96153" y="0"/>
                      <a:pt x="109087" y="9034"/>
                      <a:pt x="118217" y="24028"/>
                    </a:cubicBezTo>
                    <a:cubicBezTo>
                      <a:pt x="128013" y="11083"/>
                      <a:pt x="142755" y="0"/>
                      <a:pt x="164154" y="0"/>
                    </a:cubicBezTo>
                    <a:cubicBezTo>
                      <a:pt x="202481" y="0"/>
                      <a:pt x="218745" y="20676"/>
                      <a:pt x="218745" y="68453"/>
                    </a:cubicBezTo>
                    <a:lnTo>
                      <a:pt x="218745" y="154322"/>
                    </a:lnTo>
                    <a:lnTo>
                      <a:pt x="184697" y="15432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DAF38C2C-F6DC-FA51-E15F-BF8F58BC825B}"/>
                  </a:ext>
                </a:extLst>
              </p:cNvPr>
              <p:cNvSpPr/>
              <p:nvPr/>
            </p:nvSpPr>
            <p:spPr>
              <a:xfrm>
                <a:off x="7454879" y="3289300"/>
                <a:ext cx="36425" cy="216069"/>
              </a:xfrm>
              <a:custGeom>
                <a:avLst/>
                <a:gdLst>
                  <a:gd name="connsiteX0" fmla="*/ 0 w 36425"/>
                  <a:gd name="connsiteY0" fmla="*/ 32969 h 216069"/>
                  <a:gd name="connsiteX1" fmla="*/ 0 w 36425"/>
                  <a:gd name="connsiteY1" fmla="*/ 0 h 216069"/>
                  <a:gd name="connsiteX2" fmla="*/ 36426 w 36425"/>
                  <a:gd name="connsiteY2" fmla="*/ 0 h 216069"/>
                  <a:gd name="connsiteX3" fmla="*/ 36426 w 36425"/>
                  <a:gd name="connsiteY3" fmla="*/ 32969 h 216069"/>
                  <a:gd name="connsiteX4" fmla="*/ 0 w 36425"/>
                  <a:gd name="connsiteY4" fmla="*/ 32969 h 216069"/>
                  <a:gd name="connsiteX5" fmla="*/ 1236 w 36425"/>
                  <a:gd name="connsiteY5" fmla="*/ 216069 h 216069"/>
                  <a:gd name="connsiteX6" fmla="*/ 1236 w 36425"/>
                  <a:gd name="connsiteY6" fmla="*/ 66032 h 216069"/>
                  <a:gd name="connsiteX7" fmla="*/ 35284 w 36425"/>
                  <a:gd name="connsiteY7" fmla="*/ 66032 h 216069"/>
                  <a:gd name="connsiteX8" fmla="*/ 35284 w 36425"/>
                  <a:gd name="connsiteY8" fmla="*/ 216069 h 216069"/>
                  <a:gd name="connsiteX9" fmla="*/ 1236 w 36425"/>
                  <a:gd name="connsiteY9" fmla="*/ 216069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6425" h="216069">
                    <a:moveTo>
                      <a:pt x="0" y="32969"/>
                    </a:moveTo>
                    <a:lnTo>
                      <a:pt x="0" y="0"/>
                    </a:lnTo>
                    <a:lnTo>
                      <a:pt x="36426" y="0"/>
                    </a:lnTo>
                    <a:lnTo>
                      <a:pt x="36426" y="32969"/>
                    </a:lnTo>
                    <a:lnTo>
                      <a:pt x="0" y="32969"/>
                    </a:lnTo>
                    <a:close/>
                    <a:moveTo>
                      <a:pt x="1236" y="216069"/>
                    </a:moveTo>
                    <a:lnTo>
                      <a:pt x="1236" y="66032"/>
                    </a:lnTo>
                    <a:lnTo>
                      <a:pt x="35284" y="66032"/>
                    </a:lnTo>
                    <a:lnTo>
                      <a:pt x="35284" y="216069"/>
                    </a:lnTo>
                    <a:lnTo>
                      <a:pt x="1236" y="21606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C1535F5D-8941-4401-ADFA-1A29BCFDADD3}"/>
                  </a:ext>
                </a:extLst>
              </p:cNvPr>
              <p:cNvSpPr/>
              <p:nvPr/>
            </p:nvSpPr>
            <p:spPr>
              <a:xfrm>
                <a:off x="7520502" y="3351326"/>
                <a:ext cx="120689" cy="157954"/>
              </a:xfrm>
              <a:custGeom>
                <a:avLst/>
                <a:gdLst>
                  <a:gd name="connsiteX0" fmla="*/ 61914 w 120689"/>
                  <a:gd name="connsiteY0" fmla="*/ 157954 h 157954"/>
                  <a:gd name="connsiteX1" fmla="*/ 0 w 120689"/>
                  <a:gd name="connsiteY1" fmla="*/ 139048 h 157954"/>
                  <a:gd name="connsiteX2" fmla="*/ 15598 w 120689"/>
                  <a:gd name="connsiteY2" fmla="*/ 115299 h 157954"/>
                  <a:gd name="connsiteX3" fmla="*/ 60678 w 120689"/>
                  <a:gd name="connsiteY3" fmla="*/ 131784 h 157954"/>
                  <a:gd name="connsiteX4" fmla="*/ 85786 w 120689"/>
                  <a:gd name="connsiteY4" fmla="*/ 115020 h 157954"/>
                  <a:gd name="connsiteX5" fmla="*/ 55732 w 120689"/>
                  <a:gd name="connsiteY5" fmla="*/ 91271 h 157954"/>
                  <a:gd name="connsiteX6" fmla="*/ 6372 w 120689"/>
                  <a:gd name="connsiteY6" fmla="*/ 44145 h 157954"/>
                  <a:gd name="connsiteX7" fmla="*/ 64577 w 120689"/>
                  <a:gd name="connsiteY7" fmla="*/ 0 h 157954"/>
                  <a:gd name="connsiteX8" fmla="*/ 118788 w 120689"/>
                  <a:gd name="connsiteY8" fmla="*/ 16205 h 157954"/>
                  <a:gd name="connsiteX9" fmla="*/ 104427 w 120689"/>
                  <a:gd name="connsiteY9" fmla="*/ 39302 h 157954"/>
                  <a:gd name="connsiteX10" fmla="*/ 65528 w 120689"/>
                  <a:gd name="connsiteY10" fmla="*/ 26077 h 157954"/>
                  <a:gd name="connsiteX11" fmla="*/ 41276 w 120689"/>
                  <a:gd name="connsiteY11" fmla="*/ 41724 h 157954"/>
                  <a:gd name="connsiteX12" fmla="*/ 75895 w 120689"/>
                  <a:gd name="connsiteY12" fmla="*/ 64821 h 157954"/>
                  <a:gd name="connsiteX13" fmla="*/ 120690 w 120689"/>
                  <a:gd name="connsiteY13" fmla="*/ 113716 h 157954"/>
                  <a:gd name="connsiteX14" fmla="*/ 61819 w 120689"/>
                  <a:gd name="connsiteY14" fmla="*/ 157861 h 157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0689" h="157954">
                    <a:moveTo>
                      <a:pt x="61914" y="157954"/>
                    </a:moveTo>
                    <a:cubicBezTo>
                      <a:pt x="33097" y="157954"/>
                      <a:pt x="16263" y="149572"/>
                      <a:pt x="0" y="139048"/>
                    </a:cubicBezTo>
                    <a:lnTo>
                      <a:pt x="15598" y="115299"/>
                    </a:lnTo>
                    <a:cubicBezTo>
                      <a:pt x="28817" y="124612"/>
                      <a:pt x="44129" y="131784"/>
                      <a:pt x="60678" y="131784"/>
                    </a:cubicBezTo>
                    <a:cubicBezTo>
                      <a:pt x="77226" y="131784"/>
                      <a:pt x="85786" y="124612"/>
                      <a:pt x="85786" y="115020"/>
                    </a:cubicBezTo>
                    <a:cubicBezTo>
                      <a:pt x="85786" y="101795"/>
                      <a:pt x="76941" y="96672"/>
                      <a:pt x="55732" y="91271"/>
                    </a:cubicBezTo>
                    <a:cubicBezTo>
                      <a:pt x="32146" y="85310"/>
                      <a:pt x="6372" y="73855"/>
                      <a:pt x="6372" y="44145"/>
                    </a:cubicBezTo>
                    <a:cubicBezTo>
                      <a:pt x="6372" y="16578"/>
                      <a:pt x="30244" y="0"/>
                      <a:pt x="64577" y="0"/>
                    </a:cubicBezTo>
                    <a:cubicBezTo>
                      <a:pt x="86356" y="0"/>
                      <a:pt x="101669" y="4191"/>
                      <a:pt x="118788" y="16205"/>
                    </a:cubicBezTo>
                    <a:lnTo>
                      <a:pt x="104427" y="39302"/>
                    </a:lnTo>
                    <a:cubicBezTo>
                      <a:pt x="91207" y="29430"/>
                      <a:pt x="74659" y="26077"/>
                      <a:pt x="65528" y="26077"/>
                    </a:cubicBezTo>
                    <a:cubicBezTo>
                      <a:pt x="48029" y="26077"/>
                      <a:pt x="41276" y="32410"/>
                      <a:pt x="41276" y="41724"/>
                    </a:cubicBezTo>
                    <a:cubicBezTo>
                      <a:pt x="41276" y="54669"/>
                      <a:pt x="52594" y="58488"/>
                      <a:pt x="75895" y="64821"/>
                    </a:cubicBezTo>
                    <a:cubicBezTo>
                      <a:pt x="95487" y="69943"/>
                      <a:pt x="120690" y="80095"/>
                      <a:pt x="120690" y="113716"/>
                    </a:cubicBezTo>
                    <a:cubicBezTo>
                      <a:pt x="120690" y="144915"/>
                      <a:pt x="90922" y="157861"/>
                      <a:pt x="61819" y="157861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E8BC516D-C469-BE34-F4D7-29DA3B9741D4}"/>
                  </a:ext>
                </a:extLst>
              </p:cNvPr>
              <p:cNvSpPr/>
              <p:nvPr/>
            </p:nvSpPr>
            <p:spPr>
              <a:xfrm>
                <a:off x="7658502" y="3351326"/>
                <a:ext cx="120689" cy="157954"/>
              </a:xfrm>
              <a:custGeom>
                <a:avLst/>
                <a:gdLst>
                  <a:gd name="connsiteX0" fmla="*/ 61914 w 120689"/>
                  <a:gd name="connsiteY0" fmla="*/ 157954 h 157954"/>
                  <a:gd name="connsiteX1" fmla="*/ 0 w 120689"/>
                  <a:gd name="connsiteY1" fmla="*/ 139048 h 157954"/>
                  <a:gd name="connsiteX2" fmla="*/ 15597 w 120689"/>
                  <a:gd name="connsiteY2" fmla="*/ 115299 h 157954"/>
                  <a:gd name="connsiteX3" fmla="*/ 60678 w 120689"/>
                  <a:gd name="connsiteY3" fmla="*/ 131784 h 157954"/>
                  <a:gd name="connsiteX4" fmla="*/ 85786 w 120689"/>
                  <a:gd name="connsiteY4" fmla="*/ 115020 h 157954"/>
                  <a:gd name="connsiteX5" fmla="*/ 55732 w 120689"/>
                  <a:gd name="connsiteY5" fmla="*/ 91271 h 157954"/>
                  <a:gd name="connsiteX6" fmla="*/ 6372 w 120689"/>
                  <a:gd name="connsiteY6" fmla="*/ 44145 h 157954"/>
                  <a:gd name="connsiteX7" fmla="*/ 64577 w 120689"/>
                  <a:gd name="connsiteY7" fmla="*/ 0 h 157954"/>
                  <a:gd name="connsiteX8" fmla="*/ 118788 w 120689"/>
                  <a:gd name="connsiteY8" fmla="*/ 16205 h 157954"/>
                  <a:gd name="connsiteX9" fmla="*/ 104427 w 120689"/>
                  <a:gd name="connsiteY9" fmla="*/ 39302 h 157954"/>
                  <a:gd name="connsiteX10" fmla="*/ 65528 w 120689"/>
                  <a:gd name="connsiteY10" fmla="*/ 26077 h 157954"/>
                  <a:gd name="connsiteX11" fmla="*/ 41276 w 120689"/>
                  <a:gd name="connsiteY11" fmla="*/ 41724 h 157954"/>
                  <a:gd name="connsiteX12" fmla="*/ 75895 w 120689"/>
                  <a:gd name="connsiteY12" fmla="*/ 64821 h 157954"/>
                  <a:gd name="connsiteX13" fmla="*/ 120690 w 120689"/>
                  <a:gd name="connsiteY13" fmla="*/ 113716 h 157954"/>
                  <a:gd name="connsiteX14" fmla="*/ 61819 w 120689"/>
                  <a:gd name="connsiteY14" fmla="*/ 157861 h 157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0689" h="157954">
                    <a:moveTo>
                      <a:pt x="61914" y="157954"/>
                    </a:moveTo>
                    <a:cubicBezTo>
                      <a:pt x="33097" y="157954"/>
                      <a:pt x="16263" y="149572"/>
                      <a:pt x="0" y="139048"/>
                    </a:cubicBezTo>
                    <a:lnTo>
                      <a:pt x="15597" y="115299"/>
                    </a:lnTo>
                    <a:cubicBezTo>
                      <a:pt x="28817" y="124612"/>
                      <a:pt x="44129" y="131784"/>
                      <a:pt x="60678" y="131784"/>
                    </a:cubicBezTo>
                    <a:cubicBezTo>
                      <a:pt x="77226" y="131784"/>
                      <a:pt x="85786" y="124612"/>
                      <a:pt x="85786" y="115020"/>
                    </a:cubicBezTo>
                    <a:cubicBezTo>
                      <a:pt x="85786" y="101795"/>
                      <a:pt x="76941" y="96672"/>
                      <a:pt x="55732" y="91271"/>
                    </a:cubicBezTo>
                    <a:cubicBezTo>
                      <a:pt x="32146" y="85310"/>
                      <a:pt x="6372" y="73855"/>
                      <a:pt x="6372" y="44145"/>
                    </a:cubicBezTo>
                    <a:cubicBezTo>
                      <a:pt x="6372" y="16578"/>
                      <a:pt x="30244" y="0"/>
                      <a:pt x="64577" y="0"/>
                    </a:cubicBezTo>
                    <a:cubicBezTo>
                      <a:pt x="86356" y="0"/>
                      <a:pt x="101669" y="4191"/>
                      <a:pt x="118788" y="16205"/>
                    </a:cubicBezTo>
                    <a:lnTo>
                      <a:pt x="104427" y="39302"/>
                    </a:lnTo>
                    <a:cubicBezTo>
                      <a:pt x="91207" y="29430"/>
                      <a:pt x="74659" y="26077"/>
                      <a:pt x="65528" y="26077"/>
                    </a:cubicBezTo>
                    <a:cubicBezTo>
                      <a:pt x="48029" y="26077"/>
                      <a:pt x="41276" y="32410"/>
                      <a:pt x="41276" y="41724"/>
                    </a:cubicBezTo>
                    <a:cubicBezTo>
                      <a:pt x="41276" y="54669"/>
                      <a:pt x="52594" y="58488"/>
                      <a:pt x="75895" y="64821"/>
                    </a:cubicBezTo>
                    <a:cubicBezTo>
                      <a:pt x="95487" y="69943"/>
                      <a:pt x="120690" y="80095"/>
                      <a:pt x="120690" y="113716"/>
                    </a:cubicBezTo>
                    <a:cubicBezTo>
                      <a:pt x="120690" y="144915"/>
                      <a:pt x="90922" y="157861"/>
                      <a:pt x="61819" y="157861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66854FBF-917C-F6E0-7A02-39E8F953B331}"/>
                  </a:ext>
                </a:extLst>
              </p:cNvPr>
              <p:cNvSpPr/>
              <p:nvPr/>
            </p:nvSpPr>
            <p:spPr>
              <a:xfrm>
                <a:off x="7812954" y="3289300"/>
                <a:ext cx="36425" cy="216069"/>
              </a:xfrm>
              <a:custGeom>
                <a:avLst/>
                <a:gdLst>
                  <a:gd name="connsiteX0" fmla="*/ 0 w 36425"/>
                  <a:gd name="connsiteY0" fmla="*/ 32969 h 216069"/>
                  <a:gd name="connsiteX1" fmla="*/ 0 w 36425"/>
                  <a:gd name="connsiteY1" fmla="*/ 0 h 216069"/>
                  <a:gd name="connsiteX2" fmla="*/ 36426 w 36425"/>
                  <a:gd name="connsiteY2" fmla="*/ 0 h 216069"/>
                  <a:gd name="connsiteX3" fmla="*/ 36426 w 36425"/>
                  <a:gd name="connsiteY3" fmla="*/ 32969 h 216069"/>
                  <a:gd name="connsiteX4" fmla="*/ 0 w 36425"/>
                  <a:gd name="connsiteY4" fmla="*/ 32969 h 216069"/>
                  <a:gd name="connsiteX5" fmla="*/ 1236 w 36425"/>
                  <a:gd name="connsiteY5" fmla="*/ 216069 h 216069"/>
                  <a:gd name="connsiteX6" fmla="*/ 1236 w 36425"/>
                  <a:gd name="connsiteY6" fmla="*/ 66032 h 216069"/>
                  <a:gd name="connsiteX7" fmla="*/ 35284 w 36425"/>
                  <a:gd name="connsiteY7" fmla="*/ 66032 h 216069"/>
                  <a:gd name="connsiteX8" fmla="*/ 35284 w 36425"/>
                  <a:gd name="connsiteY8" fmla="*/ 216069 h 216069"/>
                  <a:gd name="connsiteX9" fmla="*/ 1236 w 36425"/>
                  <a:gd name="connsiteY9" fmla="*/ 216069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6425" h="216069">
                    <a:moveTo>
                      <a:pt x="0" y="32969"/>
                    </a:moveTo>
                    <a:lnTo>
                      <a:pt x="0" y="0"/>
                    </a:lnTo>
                    <a:lnTo>
                      <a:pt x="36426" y="0"/>
                    </a:lnTo>
                    <a:lnTo>
                      <a:pt x="36426" y="32969"/>
                    </a:lnTo>
                    <a:lnTo>
                      <a:pt x="0" y="32969"/>
                    </a:lnTo>
                    <a:close/>
                    <a:moveTo>
                      <a:pt x="1236" y="216069"/>
                    </a:moveTo>
                    <a:lnTo>
                      <a:pt x="1236" y="66032"/>
                    </a:lnTo>
                    <a:lnTo>
                      <a:pt x="35284" y="66032"/>
                    </a:lnTo>
                    <a:lnTo>
                      <a:pt x="35284" y="216069"/>
                    </a:lnTo>
                    <a:lnTo>
                      <a:pt x="1236" y="21606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E7AAE016-47D0-67A1-AD9E-22BEF88DDCA3}"/>
                  </a:ext>
                </a:extLst>
              </p:cNvPr>
              <p:cNvSpPr/>
              <p:nvPr/>
            </p:nvSpPr>
            <p:spPr>
              <a:xfrm>
                <a:off x="7884664" y="3351140"/>
                <a:ext cx="147795" cy="158419"/>
              </a:xfrm>
              <a:custGeom>
                <a:avLst/>
                <a:gdLst>
                  <a:gd name="connsiteX0" fmla="*/ 73898 w 147795"/>
                  <a:gd name="connsiteY0" fmla="*/ 158420 h 158419"/>
                  <a:gd name="connsiteX1" fmla="*/ 0 w 147795"/>
                  <a:gd name="connsiteY1" fmla="*/ 78605 h 158419"/>
                  <a:gd name="connsiteX2" fmla="*/ 73898 w 147795"/>
                  <a:gd name="connsiteY2" fmla="*/ 0 h 158419"/>
                  <a:gd name="connsiteX3" fmla="*/ 147795 w 147795"/>
                  <a:gd name="connsiteY3" fmla="*/ 78605 h 158419"/>
                  <a:gd name="connsiteX4" fmla="*/ 73898 w 147795"/>
                  <a:gd name="connsiteY4" fmla="*/ 158420 h 158419"/>
                  <a:gd name="connsiteX5" fmla="*/ 73898 w 147795"/>
                  <a:gd name="connsiteY5" fmla="*/ 26357 h 158419"/>
                  <a:gd name="connsiteX6" fmla="*/ 34714 w 147795"/>
                  <a:gd name="connsiteY6" fmla="*/ 78605 h 158419"/>
                  <a:gd name="connsiteX7" fmla="*/ 73898 w 147795"/>
                  <a:gd name="connsiteY7" fmla="*/ 132063 h 158419"/>
                  <a:gd name="connsiteX8" fmla="*/ 113081 w 147795"/>
                  <a:gd name="connsiteY8" fmla="*/ 78605 h 158419"/>
                  <a:gd name="connsiteX9" fmla="*/ 73898 w 147795"/>
                  <a:gd name="connsiteY9" fmla="*/ 26357 h 158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7795" h="158419">
                    <a:moveTo>
                      <a:pt x="73898" y="158420"/>
                    </a:moveTo>
                    <a:cubicBezTo>
                      <a:pt x="26725" y="158420"/>
                      <a:pt x="0" y="124799"/>
                      <a:pt x="0" y="78605"/>
                    </a:cubicBezTo>
                    <a:cubicBezTo>
                      <a:pt x="0" y="32410"/>
                      <a:pt x="27581" y="0"/>
                      <a:pt x="73898" y="0"/>
                    </a:cubicBezTo>
                    <a:cubicBezTo>
                      <a:pt x="120214" y="0"/>
                      <a:pt x="147795" y="32410"/>
                      <a:pt x="147795" y="78605"/>
                    </a:cubicBezTo>
                    <a:cubicBezTo>
                      <a:pt x="147795" y="124799"/>
                      <a:pt x="120214" y="158420"/>
                      <a:pt x="73898" y="158420"/>
                    </a:cubicBezTo>
                    <a:close/>
                    <a:moveTo>
                      <a:pt x="73898" y="26357"/>
                    </a:moveTo>
                    <a:cubicBezTo>
                      <a:pt x="47838" y="26357"/>
                      <a:pt x="34714" y="47405"/>
                      <a:pt x="34714" y="78605"/>
                    </a:cubicBezTo>
                    <a:cubicBezTo>
                      <a:pt x="34714" y="109804"/>
                      <a:pt x="48504" y="132063"/>
                      <a:pt x="73898" y="132063"/>
                    </a:cubicBezTo>
                    <a:cubicBezTo>
                      <a:pt x="99291" y="132063"/>
                      <a:pt x="113081" y="109897"/>
                      <a:pt x="113081" y="78605"/>
                    </a:cubicBezTo>
                    <a:cubicBezTo>
                      <a:pt x="113081" y="47312"/>
                      <a:pt x="99006" y="26357"/>
                      <a:pt x="73898" y="26357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B40E914A-A24D-9215-27F7-24EEB53C6D92}"/>
                  </a:ext>
                </a:extLst>
              </p:cNvPr>
              <p:cNvSpPr/>
              <p:nvPr/>
            </p:nvSpPr>
            <p:spPr>
              <a:xfrm>
                <a:off x="8066222" y="3351140"/>
                <a:ext cx="130105" cy="154228"/>
              </a:xfrm>
              <a:custGeom>
                <a:avLst/>
                <a:gdLst>
                  <a:gd name="connsiteX0" fmla="*/ 96248 w 130105"/>
                  <a:gd name="connsiteY0" fmla="*/ 154229 h 154228"/>
                  <a:gd name="connsiteX1" fmla="*/ 96248 w 130105"/>
                  <a:gd name="connsiteY1" fmla="*/ 67242 h 154228"/>
                  <a:gd name="connsiteX2" fmla="*/ 67716 w 130105"/>
                  <a:gd name="connsiteY2" fmla="*/ 27288 h 154228"/>
                  <a:gd name="connsiteX3" fmla="*/ 35570 w 130105"/>
                  <a:gd name="connsiteY3" fmla="*/ 47684 h 154228"/>
                  <a:gd name="connsiteX4" fmla="*/ 35570 w 130105"/>
                  <a:gd name="connsiteY4" fmla="*/ 154229 h 154228"/>
                  <a:gd name="connsiteX5" fmla="*/ 1522 w 130105"/>
                  <a:gd name="connsiteY5" fmla="*/ 154229 h 154228"/>
                  <a:gd name="connsiteX6" fmla="*/ 1522 w 130105"/>
                  <a:gd name="connsiteY6" fmla="*/ 31200 h 154228"/>
                  <a:gd name="connsiteX7" fmla="*/ 0 w 130105"/>
                  <a:gd name="connsiteY7" fmla="*/ 4191 h 154228"/>
                  <a:gd name="connsiteX8" fmla="*/ 26630 w 130105"/>
                  <a:gd name="connsiteY8" fmla="*/ 4191 h 154228"/>
                  <a:gd name="connsiteX9" fmla="*/ 29958 w 130105"/>
                  <a:gd name="connsiteY9" fmla="*/ 23376 h 154228"/>
                  <a:gd name="connsiteX10" fmla="*/ 75895 w 130105"/>
                  <a:gd name="connsiteY10" fmla="*/ 0 h 154228"/>
                  <a:gd name="connsiteX11" fmla="*/ 130105 w 130105"/>
                  <a:gd name="connsiteY11" fmla="*/ 69291 h 154228"/>
                  <a:gd name="connsiteX12" fmla="*/ 130105 w 130105"/>
                  <a:gd name="connsiteY12" fmla="*/ 154229 h 154228"/>
                  <a:gd name="connsiteX13" fmla="*/ 96057 w 130105"/>
                  <a:gd name="connsiteY13" fmla="*/ 154229 h 1542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30105" h="154228">
                    <a:moveTo>
                      <a:pt x="96248" y="154229"/>
                    </a:moveTo>
                    <a:lnTo>
                      <a:pt x="96248" y="67242"/>
                    </a:lnTo>
                    <a:cubicBezTo>
                      <a:pt x="96248" y="42934"/>
                      <a:pt x="91017" y="27288"/>
                      <a:pt x="67716" y="27288"/>
                    </a:cubicBezTo>
                    <a:cubicBezTo>
                      <a:pt x="53925" y="27288"/>
                      <a:pt x="43178" y="37533"/>
                      <a:pt x="35570" y="47684"/>
                    </a:cubicBezTo>
                    <a:lnTo>
                      <a:pt x="35570" y="154229"/>
                    </a:lnTo>
                    <a:lnTo>
                      <a:pt x="1522" y="154229"/>
                    </a:lnTo>
                    <a:lnTo>
                      <a:pt x="1522" y="31200"/>
                    </a:lnTo>
                    <a:cubicBezTo>
                      <a:pt x="1522" y="26077"/>
                      <a:pt x="285" y="9313"/>
                      <a:pt x="0" y="4191"/>
                    </a:cubicBezTo>
                    <a:lnTo>
                      <a:pt x="26630" y="4191"/>
                    </a:lnTo>
                    <a:lnTo>
                      <a:pt x="29958" y="23376"/>
                    </a:lnTo>
                    <a:cubicBezTo>
                      <a:pt x="39184" y="10803"/>
                      <a:pt x="54781" y="0"/>
                      <a:pt x="75895" y="0"/>
                    </a:cubicBezTo>
                    <a:cubicBezTo>
                      <a:pt x="115459" y="0"/>
                      <a:pt x="130105" y="21048"/>
                      <a:pt x="130105" y="69291"/>
                    </a:cubicBezTo>
                    <a:lnTo>
                      <a:pt x="130105" y="154229"/>
                    </a:lnTo>
                    <a:lnTo>
                      <a:pt x="96057" y="15422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39975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35">
          <p15:clr>
            <a:srgbClr val="A4A3A4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Image Lef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531A82A-AF92-79CB-9321-C5864AA363A6}"/>
              </a:ext>
            </a:extLst>
          </p:cNvPr>
          <p:cNvSpPr/>
          <p:nvPr/>
        </p:nvSpPr>
        <p:spPr>
          <a:xfrm>
            <a:off x="6096001" y="1308116"/>
            <a:ext cx="6095999" cy="5549884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tx2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641DD1-7679-677C-E5F7-106CA2181E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64312" y="2276475"/>
            <a:ext cx="5184775" cy="2305050"/>
          </a:xfrm>
        </p:spPr>
        <p:txBody>
          <a:bodyPr anchor="b" anchorCtr="0">
            <a:normAutofit/>
          </a:bodyPr>
          <a:lstStyle>
            <a:lvl1pPr algn="l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D6AF788A-E08C-BD2E-6C5D-C8C5954A02D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67162" y="53134"/>
            <a:ext cx="1897200" cy="1044114"/>
          </a:xfrm>
          <a:prstGeom prst="rect">
            <a:avLst/>
          </a:prstGeom>
        </p:spPr>
      </p:pic>
      <p:sp>
        <p:nvSpPr>
          <p:cNvPr id="66" name="Subtitle 2">
            <a:extLst>
              <a:ext uri="{FF2B5EF4-FFF2-40B4-BE49-F238E27FC236}">
                <a16:creationId xmlns:a16="http://schemas.microsoft.com/office/drawing/2014/main" id="{6158DD4A-0AEF-ADF8-8A5B-02CBF2DC58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64312" y="4972430"/>
            <a:ext cx="5184000" cy="307777"/>
          </a:xfrm>
        </p:spPr>
        <p:txBody>
          <a:bodyPr wrap="square" anchor="t" anchorCtr="0">
            <a:sp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K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074E8E-AF1A-C055-0556-7E54011A30E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98761"/>
            <a:ext cx="12192000" cy="307777"/>
          </a:xfrm>
          <a:prstGeom prst="rect">
            <a:avLst/>
          </a:prstGeom>
        </p:spPr>
      </p:pic>
      <p:pic>
        <p:nvPicPr>
          <p:cNvPr id="37" name="Picture 36" descr="A person holding a phone&#10;&#10;Description automatically generated with medium confidence">
            <a:extLst>
              <a:ext uri="{FF2B5EF4-FFF2-40B4-BE49-F238E27FC236}">
                <a16:creationId xmlns:a16="http://schemas.microsoft.com/office/drawing/2014/main" id="{FA736670-0CA6-1E99-A656-2C003B609434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406539"/>
            <a:ext cx="6095999" cy="5451462"/>
          </a:xfrm>
          <a:prstGeom prst="rect">
            <a:avLst/>
          </a:prstGeom>
        </p:spPr>
      </p:pic>
      <p:grpSp>
        <p:nvGrpSpPr>
          <p:cNvPr id="38" name="Graphic 17">
            <a:extLst>
              <a:ext uri="{FF2B5EF4-FFF2-40B4-BE49-F238E27FC236}">
                <a16:creationId xmlns:a16="http://schemas.microsoft.com/office/drawing/2014/main" id="{85405142-75C2-BA45-40EF-1A05A85D65F4}"/>
              </a:ext>
            </a:extLst>
          </p:cNvPr>
          <p:cNvGrpSpPr>
            <a:grpSpLocks noChangeAspect="1"/>
          </p:cNvGrpSpPr>
          <p:nvPr/>
        </p:nvGrpSpPr>
        <p:grpSpPr>
          <a:xfrm>
            <a:off x="9103088" y="6458998"/>
            <a:ext cx="2646000" cy="177687"/>
            <a:chOff x="3994150" y="3289300"/>
            <a:chExt cx="4202178" cy="282193"/>
          </a:xfrm>
          <a:solidFill>
            <a:schemeClr val="bg1"/>
          </a:solidFill>
        </p:grpSpPr>
        <p:grpSp>
          <p:nvGrpSpPr>
            <p:cNvPr id="39" name="Graphic 17">
              <a:extLst>
                <a:ext uri="{FF2B5EF4-FFF2-40B4-BE49-F238E27FC236}">
                  <a16:creationId xmlns:a16="http://schemas.microsoft.com/office/drawing/2014/main" id="{F07744B5-4A45-B426-9F4F-6905911990AB}"/>
                </a:ext>
              </a:extLst>
            </p:cNvPr>
            <p:cNvGrpSpPr/>
            <p:nvPr/>
          </p:nvGrpSpPr>
          <p:grpSpPr>
            <a:xfrm>
              <a:off x="3994150" y="3289300"/>
              <a:ext cx="2355593" cy="276140"/>
              <a:chOff x="3994150" y="3289300"/>
              <a:chExt cx="2355593" cy="276140"/>
            </a:xfrm>
            <a:grpFill/>
          </p:grpSpPr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031CB907-EACB-B4AC-8255-DBA5614AF57D}"/>
                  </a:ext>
                </a:extLst>
              </p:cNvPr>
              <p:cNvSpPr/>
              <p:nvPr/>
            </p:nvSpPr>
            <p:spPr>
              <a:xfrm>
                <a:off x="3994150" y="3293770"/>
                <a:ext cx="153596" cy="211598"/>
              </a:xfrm>
              <a:custGeom>
                <a:avLst/>
                <a:gdLst>
                  <a:gd name="connsiteX0" fmla="*/ 86452 w 153596"/>
                  <a:gd name="connsiteY0" fmla="*/ 16857 h 211598"/>
                  <a:gd name="connsiteX1" fmla="*/ 86452 w 153596"/>
                  <a:gd name="connsiteY1" fmla="*/ 211599 h 211598"/>
                  <a:gd name="connsiteX2" fmla="*/ 67145 w 153596"/>
                  <a:gd name="connsiteY2" fmla="*/ 211599 h 211598"/>
                  <a:gd name="connsiteX3" fmla="*/ 67145 w 153596"/>
                  <a:gd name="connsiteY3" fmla="*/ 16857 h 211598"/>
                  <a:gd name="connsiteX4" fmla="*/ 0 w 153596"/>
                  <a:gd name="connsiteY4" fmla="*/ 16857 h 211598"/>
                  <a:gd name="connsiteX5" fmla="*/ 0 w 153596"/>
                  <a:gd name="connsiteY5" fmla="*/ 0 h 211598"/>
                  <a:gd name="connsiteX6" fmla="*/ 153597 w 153596"/>
                  <a:gd name="connsiteY6" fmla="*/ 0 h 211598"/>
                  <a:gd name="connsiteX7" fmla="*/ 153597 w 153596"/>
                  <a:gd name="connsiteY7" fmla="*/ 16764 h 211598"/>
                  <a:gd name="connsiteX8" fmla="*/ 86452 w 153596"/>
                  <a:gd name="connsiteY8" fmla="*/ 16764 h 2115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3596" h="211598">
                    <a:moveTo>
                      <a:pt x="86452" y="16857"/>
                    </a:moveTo>
                    <a:lnTo>
                      <a:pt x="86452" y="211599"/>
                    </a:lnTo>
                    <a:lnTo>
                      <a:pt x="67145" y="211599"/>
                    </a:lnTo>
                    <a:lnTo>
                      <a:pt x="67145" y="16857"/>
                    </a:lnTo>
                    <a:lnTo>
                      <a:pt x="0" y="16857"/>
                    </a:lnTo>
                    <a:lnTo>
                      <a:pt x="0" y="0"/>
                    </a:lnTo>
                    <a:lnTo>
                      <a:pt x="153597" y="0"/>
                    </a:lnTo>
                    <a:lnTo>
                      <a:pt x="153597" y="16764"/>
                    </a:lnTo>
                    <a:lnTo>
                      <a:pt x="86452" y="16764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DFF51F42-6BD2-B2C5-D700-3FC7CD75BA56}"/>
                  </a:ext>
                </a:extLst>
              </p:cNvPr>
              <p:cNvSpPr/>
              <p:nvPr/>
            </p:nvSpPr>
            <p:spPr>
              <a:xfrm>
                <a:off x="4182936" y="3289300"/>
                <a:ext cx="113461" cy="216162"/>
              </a:xfrm>
              <a:custGeom>
                <a:avLst/>
                <a:gdLst>
                  <a:gd name="connsiteX0" fmla="*/ 94726 w 113461"/>
                  <a:gd name="connsiteY0" fmla="*/ 216069 h 216162"/>
                  <a:gd name="connsiteX1" fmla="*/ 94726 w 113461"/>
                  <a:gd name="connsiteY1" fmla="*/ 120701 h 216162"/>
                  <a:gd name="connsiteX2" fmla="*/ 58586 w 113461"/>
                  <a:gd name="connsiteY2" fmla="*/ 78418 h 216162"/>
                  <a:gd name="connsiteX3" fmla="*/ 18736 w 113461"/>
                  <a:gd name="connsiteY3" fmla="*/ 102726 h 216162"/>
                  <a:gd name="connsiteX4" fmla="*/ 18736 w 113461"/>
                  <a:gd name="connsiteY4" fmla="*/ 216162 h 216162"/>
                  <a:gd name="connsiteX5" fmla="*/ 0 w 113461"/>
                  <a:gd name="connsiteY5" fmla="*/ 216162 h 216162"/>
                  <a:gd name="connsiteX6" fmla="*/ 0 w 113461"/>
                  <a:gd name="connsiteY6" fmla="*/ 0 h 216162"/>
                  <a:gd name="connsiteX7" fmla="*/ 18736 w 113461"/>
                  <a:gd name="connsiteY7" fmla="*/ 0 h 216162"/>
                  <a:gd name="connsiteX8" fmla="*/ 18736 w 113461"/>
                  <a:gd name="connsiteY8" fmla="*/ 84658 h 216162"/>
                  <a:gd name="connsiteX9" fmla="*/ 62580 w 113461"/>
                  <a:gd name="connsiteY9" fmla="*/ 62772 h 216162"/>
                  <a:gd name="connsiteX10" fmla="*/ 113462 w 113461"/>
                  <a:gd name="connsiteY10" fmla="*/ 122191 h 216162"/>
                  <a:gd name="connsiteX11" fmla="*/ 113462 w 113461"/>
                  <a:gd name="connsiteY11" fmla="*/ 216162 h 216162"/>
                  <a:gd name="connsiteX12" fmla="*/ 94726 w 113461"/>
                  <a:gd name="connsiteY12" fmla="*/ 216162 h 216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3461" h="216162">
                    <a:moveTo>
                      <a:pt x="94726" y="216069"/>
                    </a:moveTo>
                    <a:lnTo>
                      <a:pt x="94726" y="120701"/>
                    </a:lnTo>
                    <a:cubicBezTo>
                      <a:pt x="94726" y="93133"/>
                      <a:pt x="83694" y="78418"/>
                      <a:pt x="58586" y="78418"/>
                    </a:cubicBezTo>
                    <a:cubicBezTo>
                      <a:pt x="39850" y="78418"/>
                      <a:pt x="26725" y="90991"/>
                      <a:pt x="18736" y="102726"/>
                    </a:cubicBezTo>
                    <a:lnTo>
                      <a:pt x="18736" y="216162"/>
                    </a:lnTo>
                    <a:lnTo>
                      <a:pt x="0" y="216162"/>
                    </a:lnTo>
                    <a:lnTo>
                      <a:pt x="0" y="0"/>
                    </a:lnTo>
                    <a:lnTo>
                      <a:pt x="18736" y="0"/>
                    </a:lnTo>
                    <a:lnTo>
                      <a:pt x="18736" y="84658"/>
                    </a:lnTo>
                    <a:cubicBezTo>
                      <a:pt x="28532" y="71713"/>
                      <a:pt x="43844" y="62772"/>
                      <a:pt x="62580" y="62772"/>
                    </a:cubicBezTo>
                    <a:cubicBezTo>
                      <a:pt x="101193" y="62772"/>
                      <a:pt x="113462" y="86800"/>
                      <a:pt x="113462" y="122191"/>
                    </a:cubicBezTo>
                    <a:lnTo>
                      <a:pt x="113462" y="216162"/>
                    </a:lnTo>
                    <a:lnTo>
                      <a:pt x="94726" y="21616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6D688711-0456-27ED-80A5-4C3447B33177}"/>
                  </a:ext>
                </a:extLst>
              </p:cNvPr>
              <p:cNvSpPr/>
              <p:nvPr/>
            </p:nvSpPr>
            <p:spPr>
              <a:xfrm>
                <a:off x="4338434" y="3352071"/>
                <a:ext cx="128108" cy="156650"/>
              </a:xfrm>
              <a:custGeom>
                <a:avLst/>
                <a:gdLst>
                  <a:gd name="connsiteX0" fmla="*/ 19877 w 128108"/>
                  <a:gd name="connsiteY0" fmla="*/ 84006 h 156650"/>
                  <a:gd name="connsiteX1" fmla="*/ 70759 w 128108"/>
                  <a:gd name="connsiteY1" fmla="*/ 141004 h 156650"/>
                  <a:gd name="connsiteX2" fmla="*/ 113937 w 128108"/>
                  <a:gd name="connsiteY2" fmla="*/ 125730 h 156650"/>
                  <a:gd name="connsiteX3" fmla="*/ 123163 w 128108"/>
                  <a:gd name="connsiteY3" fmla="*/ 138303 h 156650"/>
                  <a:gd name="connsiteX4" fmla="*/ 70759 w 128108"/>
                  <a:gd name="connsiteY4" fmla="*/ 156650 h 156650"/>
                  <a:gd name="connsiteX5" fmla="*/ 0 w 128108"/>
                  <a:gd name="connsiteY5" fmla="*/ 79815 h 156650"/>
                  <a:gd name="connsiteX6" fmla="*/ 65623 w 128108"/>
                  <a:gd name="connsiteY6" fmla="*/ 0 h 156650"/>
                  <a:gd name="connsiteX7" fmla="*/ 128108 w 128108"/>
                  <a:gd name="connsiteY7" fmla="*/ 84006 h 156650"/>
                  <a:gd name="connsiteX8" fmla="*/ 19877 w 128108"/>
                  <a:gd name="connsiteY8" fmla="*/ 84006 h 156650"/>
                  <a:gd name="connsiteX9" fmla="*/ 65528 w 128108"/>
                  <a:gd name="connsiteY9" fmla="*/ 14994 h 156650"/>
                  <a:gd name="connsiteX10" fmla="*/ 19877 w 128108"/>
                  <a:gd name="connsiteY10" fmla="*/ 69012 h 156650"/>
                  <a:gd name="connsiteX11" fmla="*/ 108802 w 128108"/>
                  <a:gd name="connsiteY11" fmla="*/ 69012 h 156650"/>
                  <a:gd name="connsiteX12" fmla="*/ 65623 w 128108"/>
                  <a:gd name="connsiteY12" fmla="*/ 14994 h 156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8108" h="156650">
                    <a:moveTo>
                      <a:pt x="19877" y="84006"/>
                    </a:moveTo>
                    <a:cubicBezTo>
                      <a:pt x="21399" y="122377"/>
                      <a:pt x="44700" y="141004"/>
                      <a:pt x="70759" y="141004"/>
                    </a:cubicBezTo>
                    <a:cubicBezTo>
                      <a:pt x="88829" y="141004"/>
                      <a:pt x="103285" y="133833"/>
                      <a:pt x="113937" y="125730"/>
                    </a:cubicBezTo>
                    <a:lnTo>
                      <a:pt x="123163" y="138303"/>
                    </a:lnTo>
                    <a:cubicBezTo>
                      <a:pt x="109087" y="149106"/>
                      <a:pt x="92824" y="156650"/>
                      <a:pt x="70759" y="156650"/>
                    </a:cubicBezTo>
                    <a:cubicBezTo>
                      <a:pt x="30910" y="156650"/>
                      <a:pt x="0" y="129642"/>
                      <a:pt x="0" y="79815"/>
                    </a:cubicBezTo>
                    <a:cubicBezTo>
                      <a:pt x="0" y="26077"/>
                      <a:pt x="31575" y="0"/>
                      <a:pt x="65623" y="0"/>
                    </a:cubicBezTo>
                    <a:cubicBezTo>
                      <a:pt x="113747" y="0"/>
                      <a:pt x="128108" y="36881"/>
                      <a:pt x="128108" y="84006"/>
                    </a:cubicBezTo>
                    <a:lnTo>
                      <a:pt x="19877" y="84006"/>
                    </a:lnTo>
                    <a:close/>
                    <a:moveTo>
                      <a:pt x="65528" y="14994"/>
                    </a:moveTo>
                    <a:cubicBezTo>
                      <a:pt x="40991" y="14994"/>
                      <a:pt x="22350" y="32969"/>
                      <a:pt x="19877" y="69012"/>
                    </a:cubicBezTo>
                    <a:lnTo>
                      <a:pt x="108802" y="69012"/>
                    </a:lnTo>
                    <a:cubicBezTo>
                      <a:pt x="108231" y="32690"/>
                      <a:pt x="92824" y="14994"/>
                      <a:pt x="65623" y="14994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D723E5D0-D56A-E600-F361-88A1C46BD094}"/>
                  </a:ext>
                </a:extLst>
              </p:cNvPr>
              <p:cNvSpPr/>
              <p:nvPr/>
            </p:nvSpPr>
            <p:spPr>
              <a:xfrm>
                <a:off x="4595317" y="3352071"/>
                <a:ext cx="123828" cy="213368"/>
              </a:xfrm>
              <a:custGeom>
                <a:avLst/>
                <a:gdLst>
                  <a:gd name="connsiteX0" fmla="*/ 62865 w 123828"/>
                  <a:gd name="connsiteY0" fmla="*/ 156650 h 213368"/>
                  <a:gd name="connsiteX1" fmla="*/ 19687 w 123828"/>
                  <a:gd name="connsiteY1" fmla="*/ 138676 h 213368"/>
                  <a:gd name="connsiteX2" fmla="*/ 19687 w 123828"/>
                  <a:gd name="connsiteY2" fmla="*/ 213368 h 213368"/>
                  <a:gd name="connsiteX3" fmla="*/ 951 w 123828"/>
                  <a:gd name="connsiteY3" fmla="*/ 213368 h 213368"/>
                  <a:gd name="connsiteX4" fmla="*/ 951 w 123828"/>
                  <a:gd name="connsiteY4" fmla="*/ 31479 h 213368"/>
                  <a:gd name="connsiteX5" fmla="*/ 0 w 123828"/>
                  <a:gd name="connsiteY5" fmla="*/ 3260 h 213368"/>
                  <a:gd name="connsiteX6" fmla="*/ 15597 w 123828"/>
                  <a:gd name="connsiteY6" fmla="*/ 3260 h 213368"/>
                  <a:gd name="connsiteX7" fmla="*/ 17119 w 123828"/>
                  <a:gd name="connsiteY7" fmla="*/ 26077 h 213368"/>
                  <a:gd name="connsiteX8" fmla="*/ 65243 w 123828"/>
                  <a:gd name="connsiteY8" fmla="*/ 0 h 213368"/>
                  <a:gd name="connsiteX9" fmla="*/ 123828 w 123828"/>
                  <a:gd name="connsiteY9" fmla="*/ 76835 h 213368"/>
                  <a:gd name="connsiteX10" fmla="*/ 62865 w 123828"/>
                  <a:gd name="connsiteY10" fmla="*/ 156650 h 213368"/>
                  <a:gd name="connsiteX11" fmla="*/ 61058 w 123828"/>
                  <a:gd name="connsiteY11" fmla="*/ 15274 h 213368"/>
                  <a:gd name="connsiteX12" fmla="*/ 19687 w 123828"/>
                  <a:gd name="connsiteY12" fmla="*/ 42003 h 213368"/>
                  <a:gd name="connsiteX13" fmla="*/ 19687 w 123828"/>
                  <a:gd name="connsiteY13" fmla="*/ 123309 h 213368"/>
                  <a:gd name="connsiteX14" fmla="*/ 58300 w 123828"/>
                  <a:gd name="connsiteY14" fmla="*/ 141283 h 213368"/>
                  <a:gd name="connsiteX15" fmla="*/ 104237 w 123828"/>
                  <a:gd name="connsiteY15" fmla="*/ 78232 h 213368"/>
                  <a:gd name="connsiteX16" fmla="*/ 61058 w 123828"/>
                  <a:gd name="connsiteY16" fmla="*/ 15181 h 213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3828" h="213368">
                    <a:moveTo>
                      <a:pt x="62865" y="156650"/>
                    </a:moveTo>
                    <a:cubicBezTo>
                      <a:pt x="44129" y="156650"/>
                      <a:pt x="28817" y="149758"/>
                      <a:pt x="19687" y="138676"/>
                    </a:cubicBezTo>
                    <a:lnTo>
                      <a:pt x="19687" y="213368"/>
                    </a:lnTo>
                    <a:lnTo>
                      <a:pt x="951" y="213368"/>
                    </a:lnTo>
                    <a:lnTo>
                      <a:pt x="951" y="31479"/>
                    </a:lnTo>
                    <a:cubicBezTo>
                      <a:pt x="951" y="24308"/>
                      <a:pt x="380" y="9872"/>
                      <a:pt x="0" y="3260"/>
                    </a:cubicBezTo>
                    <a:lnTo>
                      <a:pt x="15597" y="3260"/>
                    </a:lnTo>
                    <a:lnTo>
                      <a:pt x="17119" y="26077"/>
                    </a:lnTo>
                    <a:cubicBezTo>
                      <a:pt x="27200" y="13132"/>
                      <a:pt x="40420" y="0"/>
                      <a:pt x="65243" y="0"/>
                    </a:cubicBezTo>
                    <a:cubicBezTo>
                      <a:pt x="102334" y="0"/>
                      <a:pt x="123828" y="32131"/>
                      <a:pt x="123828" y="76835"/>
                    </a:cubicBezTo>
                    <a:cubicBezTo>
                      <a:pt x="123828" y="121539"/>
                      <a:pt x="102049" y="156650"/>
                      <a:pt x="62865" y="156650"/>
                    </a:cubicBezTo>
                    <a:close/>
                    <a:moveTo>
                      <a:pt x="61058" y="15274"/>
                    </a:moveTo>
                    <a:cubicBezTo>
                      <a:pt x="40515" y="15274"/>
                      <a:pt x="26440" y="32410"/>
                      <a:pt x="19687" y="42003"/>
                    </a:cubicBezTo>
                    <a:lnTo>
                      <a:pt x="19687" y="123309"/>
                    </a:lnTo>
                    <a:cubicBezTo>
                      <a:pt x="28247" y="132622"/>
                      <a:pt x="39564" y="141283"/>
                      <a:pt x="58300" y="141283"/>
                    </a:cubicBezTo>
                    <a:cubicBezTo>
                      <a:pt x="83123" y="141283"/>
                      <a:pt x="104237" y="121446"/>
                      <a:pt x="104237" y="78232"/>
                    </a:cubicBezTo>
                    <a:cubicBezTo>
                      <a:pt x="104237" y="35018"/>
                      <a:pt x="86166" y="15181"/>
                      <a:pt x="61058" y="15181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BEBB0BAD-4CAF-B277-5082-0BEFD762322A}"/>
                  </a:ext>
                </a:extLst>
              </p:cNvPr>
              <p:cNvSpPr/>
              <p:nvPr/>
            </p:nvSpPr>
            <p:spPr>
              <a:xfrm>
                <a:off x="4752813" y="3351978"/>
                <a:ext cx="136762" cy="156743"/>
              </a:xfrm>
              <a:custGeom>
                <a:avLst/>
                <a:gdLst>
                  <a:gd name="connsiteX0" fmla="*/ 68381 w 136762"/>
                  <a:gd name="connsiteY0" fmla="*/ 156743 h 156743"/>
                  <a:gd name="connsiteX1" fmla="*/ 0 w 136762"/>
                  <a:gd name="connsiteY1" fmla="*/ 77766 h 156743"/>
                  <a:gd name="connsiteX2" fmla="*/ 68381 w 136762"/>
                  <a:gd name="connsiteY2" fmla="*/ 0 h 156743"/>
                  <a:gd name="connsiteX3" fmla="*/ 136763 w 136762"/>
                  <a:gd name="connsiteY3" fmla="*/ 77766 h 156743"/>
                  <a:gd name="connsiteX4" fmla="*/ 68381 w 136762"/>
                  <a:gd name="connsiteY4" fmla="*/ 156743 h 156743"/>
                  <a:gd name="connsiteX5" fmla="*/ 68381 w 136762"/>
                  <a:gd name="connsiteY5" fmla="*/ 15367 h 156743"/>
                  <a:gd name="connsiteX6" fmla="*/ 19687 w 136762"/>
                  <a:gd name="connsiteY6" fmla="*/ 77766 h 156743"/>
                  <a:gd name="connsiteX7" fmla="*/ 68381 w 136762"/>
                  <a:gd name="connsiteY7" fmla="*/ 141376 h 156743"/>
                  <a:gd name="connsiteX8" fmla="*/ 117076 w 136762"/>
                  <a:gd name="connsiteY8" fmla="*/ 77766 h 156743"/>
                  <a:gd name="connsiteX9" fmla="*/ 68381 w 136762"/>
                  <a:gd name="connsiteY9" fmla="*/ 15367 h 156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6762" h="156743">
                    <a:moveTo>
                      <a:pt x="68381" y="156743"/>
                    </a:moveTo>
                    <a:cubicBezTo>
                      <a:pt x="21494" y="156743"/>
                      <a:pt x="0" y="120701"/>
                      <a:pt x="0" y="77766"/>
                    </a:cubicBezTo>
                    <a:cubicBezTo>
                      <a:pt x="0" y="34832"/>
                      <a:pt x="22635" y="0"/>
                      <a:pt x="68381" y="0"/>
                    </a:cubicBezTo>
                    <a:cubicBezTo>
                      <a:pt x="114128" y="0"/>
                      <a:pt x="136763" y="36043"/>
                      <a:pt x="136763" y="77766"/>
                    </a:cubicBezTo>
                    <a:cubicBezTo>
                      <a:pt x="136763" y="119490"/>
                      <a:pt x="116220" y="156743"/>
                      <a:pt x="68381" y="156743"/>
                    </a:cubicBezTo>
                    <a:close/>
                    <a:moveTo>
                      <a:pt x="68381" y="15367"/>
                    </a:moveTo>
                    <a:cubicBezTo>
                      <a:pt x="36806" y="15367"/>
                      <a:pt x="19687" y="41817"/>
                      <a:pt x="19687" y="77766"/>
                    </a:cubicBezTo>
                    <a:cubicBezTo>
                      <a:pt x="19687" y="113716"/>
                      <a:pt x="35665" y="141376"/>
                      <a:pt x="68381" y="141376"/>
                    </a:cubicBezTo>
                    <a:cubicBezTo>
                      <a:pt x="101098" y="141376"/>
                      <a:pt x="117076" y="114088"/>
                      <a:pt x="117076" y="77766"/>
                    </a:cubicBezTo>
                    <a:cubicBezTo>
                      <a:pt x="117076" y="41444"/>
                      <a:pt x="100813" y="15367"/>
                      <a:pt x="68381" y="15367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9ED10D20-3369-7C17-E3C1-FE71DACEDB6A}"/>
                  </a:ext>
                </a:extLst>
              </p:cNvPr>
              <p:cNvSpPr/>
              <p:nvPr/>
            </p:nvSpPr>
            <p:spPr>
              <a:xfrm>
                <a:off x="4912686" y="3355331"/>
                <a:ext cx="210089" cy="150037"/>
              </a:xfrm>
              <a:custGeom>
                <a:avLst/>
                <a:gdLst>
                  <a:gd name="connsiteX0" fmla="*/ 165390 w 210089"/>
                  <a:gd name="connsiteY0" fmla="*/ 150038 h 150037"/>
                  <a:gd name="connsiteX1" fmla="*/ 141518 w 210089"/>
                  <a:gd name="connsiteY1" fmla="*/ 150038 h 150037"/>
                  <a:gd name="connsiteX2" fmla="*/ 115174 w 210089"/>
                  <a:gd name="connsiteY2" fmla="*/ 60909 h 150037"/>
                  <a:gd name="connsiteX3" fmla="*/ 105092 w 210089"/>
                  <a:gd name="connsiteY3" fmla="*/ 23376 h 150037"/>
                  <a:gd name="connsiteX4" fmla="*/ 95011 w 210089"/>
                  <a:gd name="connsiteY4" fmla="*/ 60909 h 150037"/>
                  <a:gd name="connsiteX5" fmla="*/ 67716 w 210089"/>
                  <a:gd name="connsiteY5" fmla="*/ 150038 h 150037"/>
                  <a:gd name="connsiteX6" fmla="*/ 44129 w 210089"/>
                  <a:gd name="connsiteY6" fmla="*/ 150038 h 150037"/>
                  <a:gd name="connsiteX7" fmla="*/ 0 w 210089"/>
                  <a:gd name="connsiteY7" fmla="*/ 0 h 150037"/>
                  <a:gd name="connsiteX8" fmla="*/ 19877 w 210089"/>
                  <a:gd name="connsiteY8" fmla="*/ 0 h 150037"/>
                  <a:gd name="connsiteX9" fmla="*/ 48029 w 210089"/>
                  <a:gd name="connsiteY9" fmla="*/ 95741 h 150037"/>
                  <a:gd name="connsiteX10" fmla="*/ 56588 w 210089"/>
                  <a:gd name="connsiteY10" fmla="*/ 129921 h 150037"/>
                  <a:gd name="connsiteX11" fmla="*/ 65814 w 210089"/>
                  <a:gd name="connsiteY11" fmla="*/ 95741 h 150037"/>
                  <a:gd name="connsiteX12" fmla="*/ 94631 w 210089"/>
                  <a:gd name="connsiteY12" fmla="*/ 0 h 150037"/>
                  <a:gd name="connsiteX13" fmla="*/ 116410 w 210089"/>
                  <a:gd name="connsiteY13" fmla="*/ 0 h 150037"/>
                  <a:gd name="connsiteX14" fmla="*/ 145227 w 210089"/>
                  <a:gd name="connsiteY14" fmla="*/ 95741 h 150037"/>
                  <a:gd name="connsiteX15" fmla="*/ 154072 w 210089"/>
                  <a:gd name="connsiteY15" fmla="*/ 129921 h 150037"/>
                  <a:gd name="connsiteX16" fmla="*/ 162917 w 210089"/>
                  <a:gd name="connsiteY16" fmla="*/ 95741 h 150037"/>
                  <a:gd name="connsiteX17" fmla="*/ 191734 w 210089"/>
                  <a:gd name="connsiteY17" fmla="*/ 0 h 150037"/>
                  <a:gd name="connsiteX18" fmla="*/ 210090 w 210089"/>
                  <a:gd name="connsiteY18" fmla="*/ 0 h 150037"/>
                  <a:gd name="connsiteX19" fmla="*/ 165295 w 210089"/>
                  <a:gd name="connsiteY19" fmla="*/ 150038 h 150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10089" h="150037">
                    <a:moveTo>
                      <a:pt x="165390" y="150038"/>
                    </a:moveTo>
                    <a:lnTo>
                      <a:pt x="141518" y="150038"/>
                    </a:lnTo>
                    <a:lnTo>
                      <a:pt x="115174" y="60909"/>
                    </a:lnTo>
                    <a:cubicBezTo>
                      <a:pt x="111179" y="47125"/>
                      <a:pt x="105092" y="23376"/>
                      <a:pt x="105092" y="23376"/>
                    </a:cubicBezTo>
                    <a:cubicBezTo>
                      <a:pt x="105092" y="23376"/>
                      <a:pt x="99291" y="46474"/>
                      <a:pt x="95011" y="60909"/>
                    </a:cubicBezTo>
                    <a:lnTo>
                      <a:pt x="67716" y="150038"/>
                    </a:lnTo>
                    <a:lnTo>
                      <a:pt x="44129" y="150038"/>
                    </a:lnTo>
                    <a:lnTo>
                      <a:pt x="0" y="0"/>
                    </a:lnTo>
                    <a:lnTo>
                      <a:pt x="19877" y="0"/>
                    </a:lnTo>
                    <a:lnTo>
                      <a:pt x="48029" y="95741"/>
                    </a:lnTo>
                    <a:cubicBezTo>
                      <a:pt x="51738" y="108314"/>
                      <a:pt x="56588" y="129921"/>
                      <a:pt x="56588" y="129921"/>
                    </a:cubicBezTo>
                    <a:cubicBezTo>
                      <a:pt x="56588" y="129921"/>
                      <a:pt x="62104" y="108314"/>
                      <a:pt x="65814" y="95741"/>
                    </a:cubicBezTo>
                    <a:lnTo>
                      <a:pt x="94631" y="0"/>
                    </a:lnTo>
                    <a:lnTo>
                      <a:pt x="116410" y="0"/>
                    </a:lnTo>
                    <a:lnTo>
                      <a:pt x="145227" y="95741"/>
                    </a:lnTo>
                    <a:cubicBezTo>
                      <a:pt x="149222" y="109245"/>
                      <a:pt x="154072" y="129921"/>
                      <a:pt x="154072" y="129921"/>
                    </a:cubicBezTo>
                    <a:cubicBezTo>
                      <a:pt x="154072" y="129921"/>
                      <a:pt x="159018" y="108873"/>
                      <a:pt x="162917" y="95741"/>
                    </a:cubicBezTo>
                    <a:lnTo>
                      <a:pt x="191734" y="0"/>
                    </a:lnTo>
                    <a:lnTo>
                      <a:pt x="210090" y="0"/>
                    </a:lnTo>
                    <a:lnTo>
                      <a:pt x="165295" y="150038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9" name="Freeform 58">
                <a:extLst>
                  <a:ext uri="{FF2B5EF4-FFF2-40B4-BE49-F238E27FC236}">
                    <a16:creationId xmlns:a16="http://schemas.microsoft.com/office/drawing/2014/main" id="{79A22B0B-3AB1-BADD-268D-A7EA9D197F6D}"/>
                  </a:ext>
                </a:extLst>
              </p:cNvPr>
              <p:cNvSpPr/>
              <p:nvPr/>
            </p:nvSpPr>
            <p:spPr>
              <a:xfrm>
                <a:off x="5146838" y="3352071"/>
                <a:ext cx="128108" cy="156650"/>
              </a:xfrm>
              <a:custGeom>
                <a:avLst/>
                <a:gdLst>
                  <a:gd name="connsiteX0" fmla="*/ 19877 w 128108"/>
                  <a:gd name="connsiteY0" fmla="*/ 84006 h 156650"/>
                  <a:gd name="connsiteX1" fmla="*/ 70759 w 128108"/>
                  <a:gd name="connsiteY1" fmla="*/ 141004 h 156650"/>
                  <a:gd name="connsiteX2" fmla="*/ 113937 w 128108"/>
                  <a:gd name="connsiteY2" fmla="*/ 125730 h 156650"/>
                  <a:gd name="connsiteX3" fmla="*/ 123163 w 128108"/>
                  <a:gd name="connsiteY3" fmla="*/ 138303 h 156650"/>
                  <a:gd name="connsiteX4" fmla="*/ 70759 w 128108"/>
                  <a:gd name="connsiteY4" fmla="*/ 156650 h 156650"/>
                  <a:gd name="connsiteX5" fmla="*/ 0 w 128108"/>
                  <a:gd name="connsiteY5" fmla="*/ 79815 h 156650"/>
                  <a:gd name="connsiteX6" fmla="*/ 65623 w 128108"/>
                  <a:gd name="connsiteY6" fmla="*/ 0 h 156650"/>
                  <a:gd name="connsiteX7" fmla="*/ 128108 w 128108"/>
                  <a:gd name="connsiteY7" fmla="*/ 84006 h 156650"/>
                  <a:gd name="connsiteX8" fmla="*/ 19877 w 128108"/>
                  <a:gd name="connsiteY8" fmla="*/ 84006 h 156650"/>
                  <a:gd name="connsiteX9" fmla="*/ 65528 w 128108"/>
                  <a:gd name="connsiteY9" fmla="*/ 14994 h 156650"/>
                  <a:gd name="connsiteX10" fmla="*/ 19877 w 128108"/>
                  <a:gd name="connsiteY10" fmla="*/ 69012 h 156650"/>
                  <a:gd name="connsiteX11" fmla="*/ 108802 w 128108"/>
                  <a:gd name="connsiteY11" fmla="*/ 69012 h 156650"/>
                  <a:gd name="connsiteX12" fmla="*/ 65623 w 128108"/>
                  <a:gd name="connsiteY12" fmla="*/ 14994 h 156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8108" h="156650">
                    <a:moveTo>
                      <a:pt x="19877" y="84006"/>
                    </a:moveTo>
                    <a:cubicBezTo>
                      <a:pt x="21399" y="122377"/>
                      <a:pt x="44700" y="141004"/>
                      <a:pt x="70759" y="141004"/>
                    </a:cubicBezTo>
                    <a:cubicBezTo>
                      <a:pt x="88829" y="141004"/>
                      <a:pt x="103285" y="133833"/>
                      <a:pt x="113937" y="125730"/>
                    </a:cubicBezTo>
                    <a:lnTo>
                      <a:pt x="123163" y="138303"/>
                    </a:lnTo>
                    <a:cubicBezTo>
                      <a:pt x="109087" y="149106"/>
                      <a:pt x="92824" y="156650"/>
                      <a:pt x="70759" y="156650"/>
                    </a:cubicBezTo>
                    <a:cubicBezTo>
                      <a:pt x="30910" y="156650"/>
                      <a:pt x="0" y="129642"/>
                      <a:pt x="0" y="79815"/>
                    </a:cubicBezTo>
                    <a:cubicBezTo>
                      <a:pt x="0" y="26077"/>
                      <a:pt x="31575" y="0"/>
                      <a:pt x="65623" y="0"/>
                    </a:cubicBezTo>
                    <a:cubicBezTo>
                      <a:pt x="113747" y="0"/>
                      <a:pt x="128108" y="36881"/>
                      <a:pt x="128108" y="84006"/>
                    </a:cubicBezTo>
                    <a:lnTo>
                      <a:pt x="19877" y="84006"/>
                    </a:lnTo>
                    <a:close/>
                    <a:moveTo>
                      <a:pt x="65528" y="14994"/>
                    </a:moveTo>
                    <a:cubicBezTo>
                      <a:pt x="40991" y="14994"/>
                      <a:pt x="22350" y="32969"/>
                      <a:pt x="19877" y="69012"/>
                    </a:cubicBezTo>
                    <a:lnTo>
                      <a:pt x="108802" y="69012"/>
                    </a:lnTo>
                    <a:cubicBezTo>
                      <a:pt x="108231" y="32690"/>
                      <a:pt x="92824" y="14994"/>
                      <a:pt x="65623" y="14994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60" name="Freeform 59">
                <a:extLst>
                  <a:ext uri="{FF2B5EF4-FFF2-40B4-BE49-F238E27FC236}">
                    <a16:creationId xmlns:a16="http://schemas.microsoft.com/office/drawing/2014/main" id="{B49448F3-F534-A288-DB12-3BDFBA29F824}"/>
                  </a:ext>
                </a:extLst>
              </p:cNvPr>
              <p:cNvSpPr/>
              <p:nvPr/>
            </p:nvSpPr>
            <p:spPr>
              <a:xfrm>
                <a:off x="5314796" y="3351978"/>
                <a:ext cx="81506" cy="153390"/>
              </a:xfrm>
              <a:custGeom>
                <a:avLst/>
                <a:gdLst>
                  <a:gd name="connsiteX0" fmla="*/ 76370 w 81506"/>
                  <a:gd name="connsiteY0" fmla="*/ 21700 h 153390"/>
                  <a:gd name="connsiteX1" fmla="*/ 59822 w 81506"/>
                  <a:gd name="connsiteY1" fmla="*/ 17509 h 153390"/>
                  <a:gd name="connsiteX2" fmla="*/ 19687 w 81506"/>
                  <a:gd name="connsiteY2" fmla="*/ 46287 h 153390"/>
                  <a:gd name="connsiteX3" fmla="*/ 19687 w 81506"/>
                  <a:gd name="connsiteY3" fmla="*/ 153391 h 153390"/>
                  <a:gd name="connsiteX4" fmla="*/ 951 w 81506"/>
                  <a:gd name="connsiteY4" fmla="*/ 153391 h 153390"/>
                  <a:gd name="connsiteX5" fmla="*/ 951 w 81506"/>
                  <a:gd name="connsiteY5" fmla="*/ 30641 h 153390"/>
                  <a:gd name="connsiteX6" fmla="*/ 0 w 81506"/>
                  <a:gd name="connsiteY6" fmla="*/ 3353 h 153390"/>
                  <a:gd name="connsiteX7" fmla="*/ 15027 w 81506"/>
                  <a:gd name="connsiteY7" fmla="*/ 3353 h 153390"/>
                  <a:gd name="connsiteX8" fmla="*/ 16834 w 81506"/>
                  <a:gd name="connsiteY8" fmla="*/ 28219 h 153390"/>
                  <a:gd name="connsiteX9" fmla="*/ 63721 w 81506"/>
                  <a:gd name="connsiteY9" fmla="*/ 0 h 153390"/>
                  <a:gd name="connsiteX10" fmla="*/ 81506 w 81506"/>
                  <a:gd name="connsiteY10" fmla="*/ 2701 h 153390"/>
                  <a:gd name="connsiteX11" fmla="*/ 76275 w 81506"/>
                  <a:gd name="connsiteY11" fmla="*/ 21607 h 153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1506" h="153390">
                    <a:moveTo>
                      <a:pt x="76370" y="21700"/>
                    </a:moveTo>
                    <a:cubicBezTo>
                      <a:pt x="71425" y="18999"/>
                      <a:pt x="66289" y="17509"/>
                      <a:pt x="59822" y="17509"/>
                    </a:cubicBezTo>
                    <a:cubicBezTo>
                      <a:pt x="41086" y="17509"/>
                      <a:pt x="29768" y="28871"/>
                      <a:pt x="19687" y="46287"/>
                    </a:cubicBezTo>
                    <a:lnTo>
                      <a:pt x="19687" y="153391"/>
                    </a:lnTo>
                    <a:lnTo>
                      <a:pt x="951" y="153391"/>
                    </a:lnTo>
                    <a:lnTo>
                      <a:pt x="951" y="30641"/>
                    </a:lnTo>
                    <a:cubicBezTo>
                      <a:pt x="951" y="25519"/>
                      <a:pt x="380" y="8475"/>
                      <a:pt x="0" y="3353"/>
                    </a:cubicBezTo>
                    <a:lnTo>
                      <a:pt x="15027" y="3353"/>
                    </a:lnTo>
                    <a:lnTo>
                      <a:pt x="16834" y="28219"/>
                    </a:lnTo>
                    <a:cubicBezTo>
                      <a:pt x="26059" y="11083"/>
                      <a:pt x="41371" y="0"/>
                      <a:pt x="63721" y="0"/>
                    </a:cubicBezTo>
                    <a:cubicBezTo>
                      <a:pt x="70189" y="0"/>
                      <a:pt x="76275" y="931"/>
                      <a:pt x="81506" y="2701"/>
                    </a:cubicBezTo>
                    <a:lnTo>
                      <a:pt x="76275" y="21607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61" name="Freeform 60">
                <a:extLst>
                  <a:ext uri="{FF2B5EF4-FFF2-40B4-BE49-F238E27FC236}">
                    <a16:creationId xmlns:a16="http://schemas.microsoft.com/office/drawing/2014/main" id="{C2D4DD0D-CBD6-594D-E733-BB6A89BDA5DA}"/>
                  </a:ext>
                </a:extLst>
              </p:cNvPr>
              <p:cNvSpPr/>
              <p:nvPr/>
            </p:nvSpPr>
            <p:spPr>
              <a:xfrm>
                <a:off x="5510715" y="3289300"/>
                <a:ext cx="123923" cy="219422"/>
              </a:xfrm>
              <a:custGeom>
                <a:avLst/>
                <a:gdLst>
                  <a:gd name="connsiteX0" fmla="*/ 63436 w 123923"/>
                  <a:gd name="connsiteY0" fmla="*/ 219422 h 219422"/>
                  <a:gd name="connsiteX1" fmla="*/ 17119 w 123923"/>
                  <a:gd name="connsiteY1" fmla="*/ 199026 h 219422"/>
                  <a:gd name="connsiteX2" fmla="*/ 15597 w 123923"/>
                  <a:gd name="connsiteY2" fmla="*/ 216162 h 219422"/>
                  <a:gd name="connsiteX3" fmla="*/ 0 w 123923"/>
                  <a:gd name="connsiteY3" fmla="*/ 216162 h 219422"/>
                  <a:gd name="connsiteX4" fmla="*/ 951 w 123923"/>
                  <a:gd name="connsiteY4" fmla="*/ 187943 h 219422"/>
                  <a:gd name="connsiteX5" fmla="*/ 951 w 123923"/>
                  <a:gd name="connsiteY5" fmla="*/ 0 h 219422"/>
                  <a:gd name="connsiteX6" fmla="*/ 19687 w 123923"/>
                  <a:gd name="connsiteY6" fmla="*/ 0 h 219422"/>
                  <a:gd name="connsiteX7" fmla="*/ 19687 w 123923"/>
                  <a:gd name="connsiteY7" fmla="*/ 86707 h 219422"/>
                  <a:gd name="connsiteX8" fmla="*/ 65053 w 123923"/>
                  <a:gd name="connsiteY8" fmla="*/ 62679 h 219422"/>
                  <a:gd name="connsiteX9" fmla="*/ 123924 w 123923"/>
                  <a:gd name="connsiteY9" fmla="*/ 140445 h 219422"/>
                  <a:gd name="connsiteX10" fmla="*/ 63531 w 123923"/>
                  <a:gd name="connsiteY10" fmla="*/ 219422 h 219422"/>
                  <a:gd name="connsiteX11" fmla="*/ 60963 w 123923"/>
                  <a:gd name="connsiteY11" fmla="*/ 78046 h 219422"/>
                  <a:gd name="connsiteX12" fmla="*/ 19592 w 123923"/>
                  <a:gd name="connsiteY12" fmla="*/ 105334 h 219422"/>
                  <a:gd name="connsiteX13" fmla="*/ 19592 w 123923"/>
                  <a:gd name="connsiteY13" fmla="*/ 186080 h 219422"/>
                  <a:gd name="connsiteX14" fmla="*/ 58776 w 123923"/>
                  <a:gd name="connsiteY14" fmla="*/ 204055 h 219422"/>
                  <a:gd name="connsiteX15" fmla="*/ 104141 w 123923"/>
                  <a:gd name="connsiteY15" fmla="*/ 141004 h 219422"/>
                  <a:gd name="connsiteX16" fmla="*/ 60963 w 123923"/>
                  <a:gd name="connsiteY16" fmla="*/ 77953 h 219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3923" h="219422">
                    <a:moveTo>
                      <a:pt x="63436" y="219422"/>
                    </a:moveTo>
                    <a:cubicBezTo>
                      <a:pt x="41086" y="219422"/>
                      <a:pt x="27010" y="211040"/>
                      <a:pt x="17119" y="199026"/>
                    </a:cubicBezTo>
                    <a:lnTo>
                      <a:pt x="15597" y="216162"/>
                    </a:lnTo>
                    <a:lnTo>
                      <a:pt x="0" y="216162"/>
                    </a:lnTo>
                    <a:cubicBezTo>
                      <a:pt x="285" y="209550"/>
                      <a:pt x="951" y="195114"/>
                      <a:pt x="951" y="187943"/>
                    </a:cubicBezTo>
                    <a:lnTo>
                      <a:pt x="951" y="0"/>
                    </a:lnTo>
                    <a:lnTo>
                      <a:pt x="19687" y="0"/>
                    </a:lnTo>
                    <a:lnTo>
                      <a:pt x="19687" y="86707"/>
                    </a:lnTo>
                    <a:cubicBezTo>
                      <a:pt x="27961" y="75904"/>
                      <a:pt x="40801" y="62679"/>
                      <a:pt x="65053" y="62679"/>
                    </a:cubicBezTo>
                    <a:cubicBezTo>
                      <a:pt x="100908" y="62679"/>
                      <a:pt x="123924" y="92668"/>
                      <a:pt x="123924" y="140445"/>
                    </a:cubicBezTo>
                    <a:cubicBezTo>
                      <a:pt x="123924" y="184311"/>
                      <a:pt x="103381" y="219422"/>
                      <a:pt x="63531" y="219422"/>
                    </a:cubicBezTo>
                    <a:close/>
                    <a:moveTo>
                      <a:pt x="60963" y="78046"/>
                    </a:moveTo>
                    <a:cubicBezTo>
                      <a:pt x="39849" y="78046"/>
                      <a:pt x="26059" y="95462"/>
                      <a:pt x="19592" y="105334"/>
                    </a:cubicBezTo>
                    <a:lnTo>
                      <a:pt x="19592" y="186080"/>
                    </a:lnTo>
                    <a:cubicBezTo>
                      <a:pt x="29673" y="196325"/>
                      <a:pt x="39849" y="204055"/>
                      <a:pt x="58776" y="204055"/>
                    </a:cubicBezTo>
                    <a:cubicBezTo>
                      <a:pt x="85405" y="204055"/>
                      <a:pt x="104141" y="180679"/>
                      <a:pt x="104141" y="141004"/>
                    </a:cubicBezTo>
                    <a:cubicBezTo>
                      <a:pt x="104141" y="93878"/>
                      <a:pt x="82647" y="77953"/>
                      <a:pt x="60963" y="77953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62" name="Freeform 61">
                <a:extLst>
                  <a:ext uri="{FF2B5EF4-FFF2-40B4-BE49-F238E27FC236}">
                    <a16:creationId xmlns:a16="http://schemas.microsoft.com/office/drawing/2014/main" id="{DC94B556-7F30-57E1-8494-2A6ADDCBDC16}"/>
                  </a:ext>
                </a:extLst>
              </p:cNvPr>
              <p:cNvSpPr/>
              <p:nvPr/>
            </p:nvSpPr>
            <p:spPr>
              <a:xfrm>
                <a:off x="5668021" y="3352071"/>
                <a:ext cx="128108" cy="156650"/>
              </a:xfrm>
              <a:custGeom>
                <a:avLst/>
                <a:gdLst>
                  <a:gd name="connsiteX0" fmla="*/ 19877 w 128108"/>
                  <a:gd name="connsiteY0" fmla="*/ 84006 h 156650"/>
                  <a:gd name="connsiteX1" fmla="*/ 70759 w 128108"/>
                  <a:gd name="connsiteY1" fmla="*/ 141004 h 156650"/>
                  <a:gd name="connsiteX2" fmla="*/ 113937 w 128108"/>
                  <a:gd name="connsiteY2" fmla="*/ 125730 h 156650"/>
                  <a:gd name="connsiteX3" fmla="*/ 123163 w 128108"/>
                  <a:gd name="connsiteY3" fmla="*/ 138303 h 156650"/>
                  <a:gd name="connsiteX4" fmla="*/ 70759 w 128108"/>
                  <a:gd name="connsiteY4" fmla="*/ 156650 h 156650"/>
                  <a:gd name="connsiteX5" fmla="*/ 0 w 128108"/>
                  <a:gd name="connsiteY5" fmla="*/ 79815 h 156650"/>
                  <a:gd name="connsiteX6" fmla="*/ 65623 w 128108"/>
                  <a:gd name="connsiteY6" fmla="*/ 0 h 156650"/>
                  <a:gd name="connsiteX7" fmla="*/ 128108 w 128108"/>
                  <a:gd name="connsiteY7" fmla="*/ 84006 h 156650"/>
                  <a:gd name="connsiteX8" fmla="*/ 19877 w 128108"/>
                  <a:gd name="connsiteY8" fmla="*/ 84006 h 156650"/>
                  <a:gd name="connsiteX9" fmla="*/ 65528 w 128108"/>
                  <a:gd name="connsiteY9" fmla="*/ 14994 h 156650"/>
                  <a:gd name="connsiteX10" fmla="*/ 19877 w 128108"/>
                  <a:gd name="connsiteY10" fmla="*/ 69012 h 156650"/>
                  <a:gd name="connsiteX11" fmla="*/ 108802 w 128108"/>
                  <a:gd name="connsiteY11" fmla="*/ 69012 h 156650"/>
                  <a:gd name="connsiteX12" fmla="*/ 65623 w 128108"/>
                  <a:gd name="connsiteY12" fmla="*/ 14994 h 156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8108" h="156650">
                    <a:moveTo>
                      <a:pt x="19877" y="84006"/>
                    </a:moveTo>
                    <a:cubicBezTo>
                      <a:pt x="21399" y="122377"/>
                      <a:pt x="44700" y="141004"/>
                      <a:pt x="70759" y="141004"/>
                    </a:cubicBezTo>
                    <a:cubicBezTo>
                      <a:pt x="88829" y="141004"/>
                      <a:pt x="103285" y="133833"/>
                      <a:pt x="113937" y="125730"/>
                    </a:cubicBezTo>
                    <a:lnTo>
                      <a:pt x="123163" y="138303"/>
                    </a:lnTo>
                    <a:cubicBezTo>
                      <a:pt x="109087" y="149106"/>
                      <a:pt x="92824" y="156650"/>
                      <a:pt x="70759" y="156650"/>
                    </a:cubicBezTo>
                    <a:cubicBezTo>
                      <a:pt x="30910" y="156650"/>
                      <a:pt x="0" y="129642"/>
                      <a:pt x="0" y="79815"/>
                    </a:cubicBezTo>
                    <a:cubicBezTo>
                      <a:pt x="0" y="26077"/>
                      <a:pt x="31575" y="0"/>
                      <a:pt x="65623" y="0"/>
                    </a:cubicBezTo>
                    <a:cubicBezTo>
                      <a:pt x="113747" y="0"/>
                      <a:pt x="128108" y="36881"/>
                      <a:pt x="128108" y="84006"/>
                    </a:cubicBezTo>
                    <a:lnTo>
                      <a:pt x="19877" y="84006"/>
                    </a:lnTo>
                    <a:close/>
                    <a:moveTo>
                      <a:pt x="65528" y="14994"/>
                    </a:moveTo>
                    <a:cubicBezTo>
                      <a:pt x="40991" y="14994"/>
                      <a:pt x="22350" y="32969"/>
                      <a:pt x="19877" y="69012"/>
                    </a:cubicBezTo>
                    <a:lnTo>
                      <a:pt x="108802" y="69012"/>
                    </a:lnTo>
                    <a:cubicBezTo>
                      <a:pt x="108231" y="32690"/>
                      <a:pt x="92824" y="14994"/>
                      <a:pt x="65623" y="14994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63" name="Freeform 62">
                <a:extLst>
                  <a:ext uri="{FF2B5EF4-FFF2-40B4-BE49-F238E27FC236}">
                    <a16:creationId xmlns:a16="http://schemas.microsoft.com/office/drawing/2014/main" id="{7308A454-BD68-1633-6C03-7764764E7A9A}"/>
                  </a:ext>
                </a:extLst>
              </p:cNvPr>
              <p:cNvSpPr/>
              <p:nvPr/>
            </p:nvSpPr>
            <p:spPr>
              <a:xfrm>
                <a:off x="5836835" y="3289300"/>
                <a:ext cx="113461" cy="216162"/>
              </a:xfrm>
              <a:custGeom>
                <a:avLst/>
                <a:gdLst>
                  <a:gd name="connsiteX0" fmla="*/ 94726 w 113461"/>
                  <a:gd name="connsiteY0" fmla="*/ 216069 h 216162"/>
                  <a:gd name="connsiteX1" fmla="*/ 94726 w 113461"/>
                  <a:gd name="connsiteY1" fmla="*/ 120701 h 216162"/>
                  <a:gd name="connsiteX2" fmla="*/ 58586 w 113461"/>
                  <a:gd name="connsiteY2" fmla="*/ 78418 h 216162"/>
                  <a:gd name="connsiteX3" fmla="*/ 18736 w 113461"/>
                  <a:gd name="connsiteY3" fmla="*/ 102726 h 216162"/>
                  <a:gd name="connsiteX4" fmla="*/ 18736 w 113461"/>
                  <a:gd name="connsiteY4" fmla="*/ 216162 h 216162"/>
                  <a:gd name="connsiteX5" fmla="*/ 0 w 113461"/>
                  <a:gd name="connsiteY5" fmla="*/ 216162 h 216162"/>
                  <a:gd name="connsiteX6" fmla="*/ 0 w 113461"/>
                  <a:gd name="connsiteY6" fmla="*/ 0 h 216162"/>
                  <a:gd name="connsiteX7" fmla="*/ 18736 w 113461"/>
                  <a:gd name="connsiteY7" fmla="*/ 0 h 216162"/>
                  <a:gd name="connsiteX8" fmla="*/ 18736 w 113461"/>
                  <a:gd name="connsiteY8" fmla="*/ 84658 h 216162"/>
                  <a:gd name="connsiteX9" fmla="*/ 62580 w 113461"/>
                  <a:gd name="connsiteY9" fmla="*/ 62772 h 216162"/>
                  <a:gd name="connsiteX10" fmla="*/ 113462 w 113461"/>
                  <a:gd name="connsiteY10" fmla="*/ 122191 h 216162"/>
                  <a:gd name="connsiteX11" fmla="*/ 113462 w 113461"/>
                  <a:gd name="connsiteY11" fmla="*/ 216162 h 216162"/>
                  <a:gd name="connsiteX12" fmla="*/ 94726 w 113461"/>
                  <a:gd name="connsiteY12" fmla="*/ 216162 h 216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3461" h="216162">
                    <a:moveTo>
                      <a:pt x="94726" y="216069"/>
                    </a:moveTo>
                    <a:lnTo>
                      <a:pt x="94726" y="120701"/>
                    </a:lnTo>
                    <a:cubicBezTo>
                      <a:pt x="94726" y="93133"/>
                      <a:pt x="83694" y="78418"/>
                      <a:pt x="58586" y="78418"/>
                    </a:cubicBezTo>
                    <a:cubicBezTo>
                      <a:pt x="39850" y="78418"/>
                      <a:pt x="26725" y="90991"/>
                      <a:pt x="18736" y="102726"/>
                    </a:cubicBezTo>
                    <a:lnTo>
                      <a:pt x="18736" y="216162"/>
                    </a:lnTo>
                    <a:lnTo>
                      <a:pt x="0" y="216162"/>
                    </a:lnTo>
                    <a:lnTo>
                      <a:pt x="0" y="0"/>
                    </a:lnTo>
                    <a:lnTo>
                      <a:pt x="18736" y="0"/>
                    </a:lnTo>
                    <a:lnTo>
                      <a:pt x="18736" y="84658"/>
                    </a:lnTo>
                    <a:cubicBezTo>
                      <a:pt x="28532" y="71713"/>
                      <a:pt x="43844" y="62772"/>
                      <a:pt x="62580" y="62772"/>
                    </a:cubicBezTo>
                    <a:cubicBezTo>
                      <a:pt x="101193" y="62772"/>
                      <a:pt x="113462" y="86800"/>
                      <a:pt x="113462" y="122191"/>
                    </a:cubicBezTo>
                    <a:lnTo>
                      <a:pt x="113462" y="216162"/>
                    </a:lnTo>
                    <a:lnTo>
                      <a:pt x="94726" y="21616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64" name="Freeform 63">
                <a:extLst>
                  <a:ext uri="{FF2B5EF4-FFF2-40B4-BE49-F238E27FC236}">
                    <a16:creationId xmlns:a16="http://schemas.microsoft.com/office/drawing/2014/main" id="{88D4758F-3C1C-5D3A-C088-DB6D6C909A72}"/>
                  </a:ext>
                </a:extLst>
              </p:cNvPr>
              <p:cNvSpPr/>
              <p:nvPr/>
            </p:nvSpPr>
            <p:spPr>
              <a:xfrm>
                <a:off x="5999371" y="3289300"/>
                <a:ext cx="21779" cy="216069"/>
              </a:xfrm>
              <a:custGeom>
                <a:avLst/>
                <a:gdLst>
                  <a:gd name="connsiteX0" fmla="*/ 0 w 21779"/>
                  <a:gd name="connsiteY0" fmla="*/ 23097 h 216069"/>
                  <a:gd name="connsiteX1" fmla="*/ 0 w 21779"/>
                  <a:gd name="connsiteY1" fmla="*/ 0 h 216069"/>
                  <a:gd name="connsiteX2" fmla="*/ 21779 w 21779"/>
                  <a:gd name="connsiteY2" fmla="*/ 0 h 216069"/>
                  <a:gd name="connsiteX3" fmla="*/ 21779 w 21779"/>
                  <a:gd name="connsiteY3" fmla="*/ 23097 h 216069"/>
                  <a:gd name="connsiteX4" fmla="*/ 0 w 21779"/>
                  <a:gd name="connsiteY4" fmla="*/ 23097 h 216069"/>
                  <a:gd name="connsiteX5" fmla="*/ 1522 w 21779"/>
                  <a:gd name="connsiteY5" fmla="*/ 216069 h 216069"/>
                  <a:gd name="connsiteX6" fmla="*/ 1522 w 21779"/>
                  <a:gd name="connsiteY6" fmla="*/ 66032 h 216069"/>
                  <a:gd name="connsiteX7" fmla="*/ 20258 w 21779"/>
                  <a:gd name="connsiteY7" fmla="*/ 66032 h 216069"/>
                  <a:gd name="connsiteX8" fmla="*/ 20258 w 21779"/>
                  <a:gd name="connsiteY8" fmla="*/ 216069 h 216069"/>
                  <a:gd name="connsiteX9" fmla="*/ 1522 w 21779"/>
                  <a:gd name="connsiteY9" fmla="*/ 216069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779" h="216069">
                    <a:moveTo>
                      <a:pt x="0" y="23097"/>
                    </a:moveTo>
                    <a:lnTo>
                      <a:pt x="0" y="0"/>
                    </a:lnTo>
                    <a:lnTo>
                      <a:pt x="21779" y="0"/>
                    </a:lnTo>
                    <a:lnTo>
                      <a:pt x="21779" y="23097"/>
                    </a:lnTo>
                    <a:lnTo>
                      <a:pt x="0" y="23097"/>
                    </a:lnTo>
                    <a:close/>
                    <a:moveTo>
                      <a:pt x="1522" y="216069"/>
                    </a:moveTo>
                    <a:lnTo>
                      <a:pt x="1522" y="66032"/>
                    </a:lnTo>
                    <a:lnTo>
                      <a:pt x="20258" y="66032"/>
                    </a:lnTo>
                    <a:lnTo>
                      <a:pt x="20258" y="216069"/>
                    </a:lnTo>
                    <a:lnTo>
                      <a:pt x="1522" y="21606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65" name="Freeform 64">
                <a:extLst>
                  <a:ext uri="{FF2B5EF4-FFF2-40B4-BE49-F238E27FC236}">
                    <a16:creationId xmlns:a16="http://schemas.microsoft.com/office/drawing/2014/main" id="{48E0039F-28EB-D37C-A613-1993EE27FD01}"/>
                  </a:ext>
                </a:extLst>
              </p:cNvPr>
              <p:cNvSpPr/>
              <p:nvPr/>
            </p:nvSpPr>
            <p:spPr>
              <a:xfrm>
                <a:off x="6069179" y="3351978"/>
                <a:ext cx="114222" cy="153390"/>
              </a:xfrm>
              <a:custGeom>
                <a:avLst/>
                <a:gdLst>
                  <a:gd name="connsiteX0" fmla="*/ 95677 w 114222"/>
                  <a:gd name="connsiteY0" fmla="*/ 153391 h 153390"/>
                  <a:gd name="connsiteX1" fmla="*/ 95677 w 114222"/>
                  <a:gd name="connsiteY1" fmla="*/ 58301 h 153390"/>
                  <a:gd name="connsiteX2" fmla="*/ 59537 w 114222"/>
                  <a:gd name="connsiteY2" fmla="*/ 15646 h 153390"/>
                  <a:gd name="connsiteX3" fmla="*/ 19687 w 114222"/>
                  <a:gd name="connsiteY3" fmla="*/ 39954 h 153390"/>
                  <a:gd name="connsiteX4" fmla="*/ 19687 w 114222"/>
                  <a:gd name="connsiteY4" fmla="*/ 153391 h 153390"/>
                  <a:gd name="connsiteX5" fmla="*/ 951 w 114222"/>
                  <a:gd name="connsiteY5" fmla="*/ 153391 h 153390"/>
                  <a:gd name="connsiteX6" fmla="*/ 951 w 114222"/>
                  <a:gd name="connsiteY6" fmla="*/ 30920 h 153390"/>
                  <a:gd name="connsiteX7" fmla="*/ 0 w 114222"/>
                  <a:gd name="connsiteY7" fmla="*/ 3353 h 153390"/>
                  <a:gd name="connsiteX8" fmla="*/ 15598 w 114222"/>
                  <a:gd name="connsiteY8" fmla="*/ 3353 h 153390"/>
                  <a:gd name="connsiteX9" fmla="*/ 17119 w 114222"/>
                  <a:gd name="connsiteY9" fmla="*/ 24028 h 153390"/>
                  <a:gd name="connsiteX10" fmla="*/ 63056 w 114222"/>
                  <a:gd name="connsiteY10" fmla="*/ 0 h 153390"/>
                  <a:gd name="connsiteX11" fmla="*/ 114223 w 114222"/>
                  <a:gd name="connsiteY11" fmla="*/ 59419 h 153390"/>
                  <a:gd name="connsiteX12" fmla="*/ 114223 w 114222"/>
                  <a:gd name="connsiteY12" fmla="*/ 153391 h 153390"/>
                  <a:gd name="connsiteX13" fmla="*/ 95487 w 114222"/>
                  <a:gd name="connsiteY13" fmla="*/ 153391 h 153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14222" h="153390">
                    <a:moveTo>
                      <a:pt x="95677" y="153391"/>
                    </a:moveTo>
                    <a:lnTo>
                      <a:pt x="95677" y="58301"/>
                    </a:lnTo>
                    <a:cubicBezTo>
                      <a:pt x="95677" y="31013"/>
                      <a:pt x="84359" y="15646"/>
                      <a:pt x="59537" y="15646"/>
                    </a:cubicBezTo>
                    <a:cubicBezTo>
                      <a:pt x="39279" y="15646"/>
                      <a:pt x="27010" y="29151"/>
                      <a:pt x="19687" y="39954"/>
                    </a:cubicBezTo>
                    <a:lnTo>
                      <a:pt x="19687" y="153391"/>
                    </a:lnTo>
                    <a:lnTo>
                      <a:pt x="951" y="153391"/>
                    </a:lnTo>
                    <a:lnTo>
                      <a:pt x="951" y="30920"/>
                    </a:lnTo>
                    <a:cubicBezTo>
                      <a:pt x="951" y="25798"/>
                      <a:pt x="381" y="8382"/>
                      <a:pt x="0" y="3353"/>
                    </a:cubicBezTo>
                    <a:lnTo>
                      <a:pt x="15598" y="3353"/>
                    </a:lnTo>
                    <a:lnTo>
                      <a:pt x="17119" y="24028"/>
                    </a:lnTo>
                    <a:cubicBezTo>
                      <a:pt x="26344" y="10803"/>
                      <a:pt x="42513" y="0"/>
                      <a:pt x="63056" y="0"/>
                    </a:cubicBezTo>
                    <a:cubicBezTo>
                      <a:pt x="100432" y="0"/>
                      <a:pt x="114223" y="23097"/>
                      <a:pt x="114223" y="59419"/>
                    </a:cubicBezTo>
                    <a:lnTo>
                      <a:pt x="114223" y="153391"/>
                    </a:lnTo>
                    <a:lnTo>
                      <a:pt x="95487" y="153391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67" name="Freeform 66">
                <a:extLst>
                  <a:ext uri="{FF2B5EF4-FFF2-40B4-BE49-F238E27FC236}">
                    <a16:creationId xmlns:a16="http://schemas.microsoft.com/office/drawing/2014/main" id="{D3AD0435-7658-027C-5A21-B0B64166A495}"/>
                  </a:ext>
                </a:extLst>
              </p:cNvPr>
              <p:cNvSpPr/>
              <p:nvPr/>
            </p:nvSpPr>
            <p:spPr>
              <a:xfrm>
                <a:off x="6224013" y="3289300"/>
                <a:ext cx="125730" cy="219328"/>
              </a:xfrm>
              <a:custGeom>
                <a:avLst/>
                <a:gdLst>
                  <a:gd name="connsiteX0" fmla="*/ 109753 w 125730"/>
                  <a:gd name="connsiteY0" fmla="*/ 216069 h 219328"/>
                  <a:gd name="connsiteX1" fmla="*/ 108231 w 125730"/>
                  <a:gd name="connsiteY1" fmla="*/ 192320 h 219328"/>
                  <a:gd name="connsiteX2" fmla="*/ 60392 w 125730"/>
                  <a:gd name="connsiteY2" fmla="*/ 219329 h 219328"/>
                  <a:gd name="connsiteX3" fmla="*/ 0 w 125730"/>
                  <a:gd name="connsiteY3" fmla="*/ 140352 h 219328"/>
                  <a:gd name="connsiteX4" fmla="*/ 63151 w 125730"/>
                  <a:gd name="connsiteY4" fmla="*/ 62586 h 219328"/>
                  <a:gd name="connsiteX5" fmla="*/ 106044 w 125730"/>
                  <a:gd name="connsiteY5" fmla="*/ 79350 h 219328"/>
                  <a:gd name="connsiteX6" fmla="*/ 106044 w 125730"/>
                  <a:gd name="connsiteY6" fmla="*/ 0 h 219328"/>
                  <a:gd name="connsiteX7" fmla="*/ 124779 w 125730"/>
                  <a:gd name="connsiteY7" fmla="*/ 0 h 219328"/>
                  <a:gd name="connsiteX8" fmla="*/ 124779 w 125730"/>
                  <a:gd name="connsiteY8" fmla="*/ 187850 h 219328"/>
                  <a:gd name="connsiteX9" fmla="*/ 125730 w 125730"/>
                  <a:gd name="connsiteY9" fmla="*/ 216069 h 219328"/>
                  <a:gd name="connsiteX10" fmla="*/ 109753 w 125730"/>
                  <a:gd name="connsiteY10" fmla="*/ 216069 h 219328"/>
                  <a:gd name="connsiteX11" fmla="*/ 106044 w 125730"/>
                  <a:gd name="connsiteY11" fmla="*/ 95369 h 219328"/>
                  <a:gd name="connsiteX12" fmla="*/ 67145 w 125730"/>
                  <a:gd name="connsiteY12" fmla="*/ 77953 h 219328"/>
                  <a:gd name="connsiteX13" fmla="*/ 19592 w 125730"/>
                  <a:gd name="connsiteY13" fmla="*/ 141004 h 219328"/>
                  <a:gd name="connsiteX14" fmla="*/ 64958 w 125730"/>
                  <a:gd name="connsiteY14" fmla="*/ 204055 h 219328"/>
                  <a:gd name="connsiteX15" fmla="*/ 106044 w 125730"/>
                  <a:gd name="connsiteY15" fmla="*/ 177046 h 219328"/>
                  <a:gd name="connsiteX16" fmla="*/ 106044 w 125730"/>
                  <a:gd name="connsiteY16" fmla="*/ 95462 h 2193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5730" h="219328">
                    <a:moveTo>
                      <a:pt x="109753" y="216069"/>
                    </a:moveTo>
                    <a:lnTo>
                      <a:pt x="108231" y="192320"/>
                    </a:lnTo>
                    <a:cubicBezTo>
                      <a:pt x="99386" y="204893"/>
                      <a:pt x="84645" y="219329"/>
                      <a:pt x="60392" y="219329"/>
                    </a:cubicBezTo>
                    <a:cubicBezTo>
                      <a:pt x="19592" y="219329"/>
                      <a:pt x="0" y="183938"/>
                      <a:pt x="0" y="140352"/>
                    </a:cubicBezTo>
                    <a:cubicBezTo>
                      <a:pt x="0" y="91736"/>
                      <a:pt x="28151" y="62586"/>
                      <a:pt x="63151" y="62586"/>
                    </a:cubicBezTo>
                    <a:cubicBezTo>
                      <a:pt x="82172" y="62586"/>
                      <a:pt x="97199" y="70409"/>
                      <a:pt x="106044" y="79350"/>
                    </a:cubicBezTo>
                    <a:lnTo>
                      <a:pt x="106044" y="0"/>
                    </a:lnTo>
                    <a:lnTo>
                      <a:pt x="124779" y="0"/>
                    </a:lnTo>
                    <a:lnTo>
                      <a:pt x="124779" y="187850"/>
                    </a:lnTo>
                    <a:cubicBezTo>
                      <a:pt x="124779" y="195021"/>
                      <a:pt x="125350" y="209457"/>
                      <a:pt x="125730" y="216069"/>
                    </a:cubicBezTo>
                    <a:lnTo>
                      <a:pt x="109753" y="216069"/>
                    </a:lnTo>
                    <a:close/>
                    <a:moveTo>
                      <a:pt x="106044" y="95369"/>
                    </a:moveTo>
                    <a:cubicBezTo>
                      <a:pt x="96533" y="86335"/>
                      <a:pt x="86737" y="77953"/>
                      <a:pt x="67145" y="77953"/>
                    </a:cubicBezTo>
                    <a:cubicBezTo>
                      <a:pt x="47553" y="77953"/>
                      <a:pt x="19592" y="93878"/>
                      <a:pt x="19592" y="141004"/>
                    </a:cubicBezTo>
                    <a:cubicBezTo>
                      <a:pt x="19592" y="178257"/>
                      <a:pt x="36140" y="204055"/>
                      <a:pt x="64958" y="204055"/>
                    </a:cubicBezTo>
                    <a:cubicBezTo>
                      <a:pt x="84264" y="204055"/>
                      <a:pt x="97484" y="190271"/>
                      <a:pt x="106044" y="177046"/>
                    </a:cubicBezTo>
                    <a:lnTo>
                      <a:pt x="106044" y="9546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</p:grpSp>
        <p:grpSp>
          <p:nvGrpSpPr>
            <p:cNvPr id="40" name="Graphic 17">
              <a:extLst>
                <a:ext uri="{FF2B5EF4-FFF2-40B4-BE49-F238E27FC236}">
                  <a16:creationId xmlns:a16="http://schemas.microsoft.com/office/drawing/2014/main" id="{12BFC958-1CD6-23A8-3AC7-2719EE75B4E5}"/>
                </a:ext>
              </a:extLst>
            </p:cNvPr>
            <p:cNvGrpSpPr/>
            <p:nvPr/>
          </p:nvGrpSpPr>
          <p:grpSpPr>
            <a:xfrm>
              <a:off x="6465963" y="3289300"/>
              <a:ext cx="1730364" cy="282193"/>
              <a:chOff x="6465963" y="3289300"/>
              <a:chExt cx="1730364" cy="282193"/>
            </a:xfrm>
            <a:grpFill/>
          </p:grpSpPr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7DCE75C1-6CA1-41E4-B856-29C777659862}"/>
                  </a:ext>
                </a:extLst>
              </p:cNvPr>
              <p:cNvSpPr/>
              <p:nvPr/>
            </p:nvSpPr>
            <p:spPr>
              <a:xfrm>
                <a:off x="6465963" y="3355424"/>
                <a:ext cx="145512" cy="216069"/>
              </a:xfrm>
              <a:custGeom>
                <a:avLst/>
                <a:gdLst>
                  <a:gd name="connsiteX0" fmla="*/ 93204 w 145512"/>
                  <a:gd name="connsiteY0" fmla="*/ 161121 h 216069"/>
                  <a:gd name="connsiteX1" fmla="*/ 18451 w 145512"/>
                  <a:gd name="connsiteY1" fmla="*/ 216069 h 216069"/>
                  <a:gd name="connsiteX2" fmla="*/ 13220 w 145512"/>
                  <a:gd name="connsiteY2" fmla="*/ 189061 h 216069"/>
                  <a:gd name="connsiteX3" fmla="*/ 58871 w 145512"/>
                  <a:gd name="connsiteY3" fmla="*/ 159072 h 216069"/>
                  <a:gd name="connsiteX4" fmla="*/ 61914 w 145512"/>
                  <a:gd name="connsiteY4" fmla="*/ 149479 h 216069"/>
                  <a:gd name="connsiteX5" fmla="*/ 0 w 145512"/>
                  <a:gd name="connsiteY5" fmla="*/ 0 h 216069"/>
                  <a:gd name="connsiteX6" fmla="*/ 36426 w 145512"/>
                  <a:gd name="connsiteY6" fmla="*/ 0 h 216069"/>
                  <a:gd name="connsiteX7" fmla="*/ 63056 w 145512"/>
                  <a:gd name="connsiteY7" fmla="*/ 68453 h 216069"/>
                  <a:gd name="connsiteX8" fmla="*/ 78368 w 145512"/>
                  <a:gd name="connsiteY8" fmla="*/ 114368 h 216069"/>
                  <a:gd name="connsiteX9" fmla="*/ 111179 w 145512"/>
                  <a:gd name="connsiteY9" fmla="*/ 0 h 216069"/>
                  <a:gd name="connsiteX10" fmla="*/ 145513 w 145512"/>
                  <a:gd name="connsiteY10" fmla="*/ 0 h 216069"/>
                  <a:gd name="connsiteX11" fmla="*/ 93109 w 145512"/>
                  <a:gd name="connsiteY11" fmla="*/ 161214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5512" h="216069">
                    <a:moveTo>
                      <a:pt x="93204" y="161121"/>
                    </a:moveTo>
                    <a:cubicBezTo>
                      <a:pt x="80650" y="199492"/>
                      <a:pt x="52118" y="211878"/>
                      <a:pt x="18451" y="216069"/>
                    </a:cubicBezTo>
                    <a:lnTo>
                      <a:pt x="13220" y="189061"/>
                    </a:lnTo>
                    <a:cubicBezTo>
                      <a:pt x="37472" y="185428"/>
                      <a:pt x="53640" y="175277"/>
                      <a:pt x="58871" y="159072"/>
                    </a:cubicBezTo>
                    <a:lnTo>
                      <a:pt x="61914" y="149479"/>
                    </a:lnTo>
                    <a:lnTo>
                      <a:pt x="0" y="0"/>
                    </a:lnTo>
                    <a:lnTo>
                      <a:pt x="36426" y="0"/>
                    </a:lnTo>
                    <a:lnTo>
                      <a:pt x="63056" y="68453"/>
                    </a:lnTo>
                    <a:cubicBezTo>
                      <a:pt x="70379" y="87638"/>
                      <a:pt x="78368" y="114368"/>
                      <a:pt x="78368" y="114368"/>
                    </a:cubicBezTo>
                    <a:lnTo>
                      <a:pt x="111179" y="0"/>
                    </a:lnTo>
                    <a:lnTo>
                      <a:pt x="145513" y="0"/>
                    </a:lnTo>
                    <a:lnTo>
                      <a:pt x="93109" y="161214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2BB85DD6-C9DE-5159-48F7-5017E3ED79C6}"/>
                  </a:ext>
                </a:extLst>
              </p:cNvPr>
              <p:cNvSpPr/>
              <p:nvPr/>
            </p:nvSpPr>
            <p:spPr>
              <a:xfrm>
                <a:off x="6629927" y="3351140"/>
                <a:ext cx="147795" cy="158419"/>
              </a:xfrm>
              <a:custGeom>
                <a:avLst/>
                <a:gdLst>
                  <a:gd name="connsiteX0" fmla="*/ 73898 w 147795"/>
                  <a:gd name="connsiteY0" fmla="*/ 158420 h 158419"/>
                  <a:gd name="connsiteX1" fmla="*/ 0 w 147795"/>
                  <a:gd name="connsiteY1" fmla="*/ 78605 h 158419"/>
                  <a:gd name="connsiteX2" fmla="*/ 73898 w 147795"/>
                  <a:gd name="connsiteY2" fmla="*/ 0 h 158419"/>
                  <a:gd name="connsiteX3" fmla="*/ 147795 w 147795"/>
                  <a:gd name="connsiteY3" fmla="*/ 78605 h 158419"/>
                  <a:gd name="connsiteX4" fmla="*/ 73898 w 147795"/>
                  <a:gd name="connsiteY4" fmla="*/ 158420 h 158419"/>
                  <a:gd name="connsiteX5" fmla="*/ 73898 w 147795"/>
                  <a:gd name="connsiteY5" fmla="*/ 26357 h 158419"/>
                  <a:gd name="connsiteX6" fmla="*/ 34714 w 147795"/>
                  <a:gd name="connsiteY6" fmla="*/ 78605 h 158419"/>
                  <a:gd name="connsiteX7" fmla="*/ 73898 w 147795"/>
                  <a:gd name="connsiteY7" fmla="*/ 132063 h 158419"/>
                  <a:gd name="connsiteX8" fmla="*/ 113081 w 147795"/>
                  <a:gd name="connsiteY8" fmla="*/ 78605 h 158419"/>
                  <a:gd name="connsiteX9" fmla="*/ 73898 w 147795"/>
                  <a:gd name="connsiteY9" fmla="*/ 26357 h 158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7795" h="158419">
                    <a:moveTo>
                      <a:pt x="73898" y="158420"/>
                    </a:moveTo>
                    <a:cubicBezTo>
                      <a:pt x="26725" y="158420"/>
                      <a:pt x="0" y="124799"/>
                      <a:pt x="0" y="78605"/>
                    </a:cubicBezTo>
                    <a:cubicBezTo>
                      <a:pt x="0" y="32410"/>
                      <a:pt x="27581" y="0"/>
                      <a:pt x="73898" y="0"/>
                    </a:cubicBezTo>
                    <a:cubicBezTo>
                      <a:pt x="120214" y="0"/>
                      <a:pt x="147795" y="32410"/>
                      <a:pt x="147795" y="78605"/>
                    </a:cubicBezTo>
                    <a:cubicBezTo>
                      <a:pt x="147795" y="124799"/>
                      <a:pt x="120214" y="158420"/>
                      <a:pt x="73898" y="158420"/>
                    </a:cubicBezTo>
                    <a:close/>
                    <a:moveTo>
                      <a:pt x="73898" y="26357"/>
                    </a:moveTo>
                    <a:cubicBezTo>
                      <a:pt x="47838" y="26357"/>
                      <a:pt x="34714" y="47405"/>
                      <a:pt x="34714" y="78605"/>
                    </a:cubicBezTo>
                    <a:cubicBezTo>
                      <a:pt x="34714" y="109804"/>
                      <a:pt x="48504" y="132063"/>
                      <a:pt x="73898" y="132063"/>
                    </a:cubicBezTo>
                    <a:cubicBezTo>
                      <a:pt x="99291" y="132063"/>
                      <a:pt x="113081" y="109897"/>
                      <a:pt x="113081" y="78605"/>
                    </a:cubicBezTo>
                    <a:cubicBezTo>
                      <a:pt x="113081" y="47312"/>
                      <a:pt x="99005" y="26357"/>
                      <a:pt x="73898" y="26357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E00709BC-93E1-92C7-0C7B-0BAB32A152D5}"/>
                  </a:ext>
                </a:extLst>
              </p:cNvPr>
              <p:cNvSpPr/>
              <p:nvPr/>
            </p:nvSpPr>
            <p:spPr>
              <a:xfrm>
                <a:off x="6812911" y="3355331"/>
                <a:ext cx="127252" cy="153949"/>
              </a:xfrm>
              <a:custGeom>
                <a:avLst/>
                <a:gdLst>
                  <a:gd name="connsiteX0" fmla="*/ 99957 w 127252"/>
                  <a:gd name="connsiteY0" fmla="*/ 150038 h 153949"/>
                  <a:gd name="connsiteX1" fmla="*/ 97199 w 127252"/>
                  <a:gd name="connsiteY1" fmla="*/ 132622 h 153949"/>
                  <a:gd name="connsiteX2" fmla="*/ 53069 w 127252"/>
                  <a:gd name="connsiteY2" fmla="*/ 153949 h 153949"/>
                  <a:gd name="connsiteX3" fmla="*/ 0 w 127252"/>
                  <a:gd name="connsiteY3" fmla="*/ 95462 h 153949"/>
                  <a:gd name="connsiteX4" fmla="*/ 0 w 127252"/>
                  <a:gd name="connsiteY4" fmla="*/ 0 h 153949"/>
                  <a:gd name="connsiteX5" fmla="*/ 34048 w 127252"/>
                  <a:gd name="connsiteY5" fmla="*/ 0 h 153949"/>
                  <a:gd name="connsiteX6" fmla="*/ 34048 w 127252"/>
                  <a:gd name="connsiteY6" fmla="*/ 90619 h 153949"/>
                  <a:gd name="connsiteX7" fmla="*/ 60107 w 127252"/>
                  <a:gd name="connsiteY7" fmla="*/ 127220 h 153949"/>
                  <a:gd name="connsiteX8" fmla="*/ 91682 w 127252"/>
                  <a:gd name="connsiteY8" fmla="*/ 108035 h 153949"/>
                  <a:gd name="connsiteX9" fmla="*/ 91682 w 127252"/>
                  <a:gd name="connsiteY9" fmla="*/ 0 h 153949"/>
                  <a:gd name="connsiteX10" fmla="*/ 125731 w 127252"/>
                  <a:gd name="connsiteY10" fmla="*/ 0 h 153949"/>
                  <a:gd name="connsiteX11" fmla="*/ 125731 w 127252"/>
                  <a:gd name="connsiteY11" fmla="*/ 123029 h 153949"/>
                  <a:gd name="connsiteX12" fmla="*/ 127252 w 127252"/>
                  <a:gd name="connsiteY12" fmla="*/ 150038 h 153949"/>
                  <a:gd name="connsiteX13" fmla="*/ 99957 w 127252"/>
                  <a:gd name="connsiteY13" fmla="*/ 150038 h 153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7252" h="153949">
                    <a:moveTo>
                      <a:pt x="99957" y="150038"/>
                    </a:moveTo>
                    <a:lnTo>
                      <a:pt x="97199" y="132622"/>
                    </a:lnTo>
                    <a:cubicBezTo>
                      <a:pt x="86452" y="146126"/>
                      <a:pt x="71425" y="153949"/>
                      <a:pt x="53069" y="153949"/>
                    </a:cubicBezTo>
                    <a:cubicBezTo>
                      <a:pt x="15027" y="153949"/>
                      <a:pt x="0" y="131784"/>
                      <a:pt x="0" y="95462"/>
                    </a:cubicBezTo>
                    <a:lnTo>
                      <a:pt x="0" y="0"/>
                    </a:lnTo>
                    <a:lnTo>
                      <a:pt x="34048" y="0"/>
                    </a:lnTo>
                    <a:lnTo>
                      <a:pt x="34048" y="90619"/>
                    </a:lnTo>
                    <a:cubicBezTo>
                      <a:pt x="34048" y="117069"/>
                      <a:pt x="39850" y="127220"/>
                      <a:pt x="60107" y="127220"/>
                    </a:cubicBezTo>
                    <a:cubicBezTo>
                      <a:pt x="76085" y="127220"/>
                      <a:pt x="86452" y="115485"/>
                      <a:pt x="91682" y="108035"/>
                    </a:cubicBezTo>
                    <a:lnTo>
                      <a:pt x="91682" y="0"/>
                    </a:lnTo>
                    <a:lnTo>
                      <a:pt x="125731" y="0"/>
                    </a:lnTo>
                    <a:lnTo>
                      <a:pt x="125731" y="123029"/>
                    </a:lnTo>
                    <a:cubicBezTo>
                      <a:pt x="125731" y="128151"/>
                      <a:pt x="126967" y="144915"/>
                      <a:pt x="127252" y="150038"/>
                    </a:cubicBezTo>
                    <a:lnTo>
                      <a:pt x="99957" y="150038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E50F2D5C-F9ED-F9BB-981F-7563B6AB9997}"/>
                  </a:ext>
                </a:extLst>
              </p:cNvPr>
              <p:cNvSpPr/>
              <p:nvPr/>
            </p:nvSpPr>
            <p:spPr>
              <a:xfrm>
                <a:off x="6980013" y="3351140"/>
                <a:ext cx="93204" cy="154228"/>
              </a:xfrm>
              <a:custGeom>
                <a:avLst/>
                <a:gdLst>
                  <a:gd name="connsiteX0" fmla="*/ 83123 w 93204"/>
                  <a:gd name="connsiteY0" fmla="*/ 37160 h 154228"/>
                  <a:gd name="connsiteX1" fmla="*/ 68381 w 93204"/>
                  <a:gd name="connsiteY1" fmla="*/ 32690 h 154228"/>
                  <a:gd name="connsiteX2" fmla="*/ 35570 w 93204"/>
                  <a:gd name="connsiteY2" fmla="*/ 56066 h 154228"/>
                  <a:gd name="connsiteX3" fmla="*/ 35570 w 93204"/>
                  <a:gd name="connsiteY3" fmla="*/ 154229 h 154228"/>
                  <a:gd name="connsiteX4" fmla="*/ 1521 w 93204"/>
                  <a:gd name="connsiteY4" fmla="*/ 154229 h 154228"/>
                  <a:gd name="connsiteX5" fmla="*/ 1521 w 93204"/>
                  <a:gd name="connsiteY5" fmla="*/ 32410 h 154228"/>
                  <a:gd name="connsiteX6" fmla="*/ 0 w 93204"/>
                  <a:gd name="connsiteY6" fmla="*/ 4191 h 154228"/>
                  <a:gd name="connsiteX7" fmla="*/ 26059 w 93204"/>
                  <a:gd name="connsiteY7" fmla="*/ 4191 h 154228"/>
                  <a:gd name="connsiteX8" fmla="*/ 28817 w 93204"/>
                  <a:gd name="connsiteY8" fmla="*/ 29710 h 154228"/>
                  <a:gd name="connsiteX9" fmla="*/ 77892 w 93204"/>
                  <a:gd name="connsiteY9" fmla="*/ 0 h 154228"/>
                  <a:gd name="connsiteX10" fmla="*/ 93204 w 93204"/>
                  <a:gd name="connsiteY10" fmla="*/ 2421 h 154228"/>
                  <a:gd name="connsiteX11" fmla="*/ 83123 w 93204"/>
                  <a:gd name="connsiteY11" fmla="*/ 37253 h 1542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93204" h="154228">
                    <a:moveTo>
                      <a:pt x="83123" y="37160"/>
                    </a:moveTo>
                    <a:cubicBezTo>
                      <a:pt x="78177" y="34180"/>
                      <a:pt x="73898" y="32690"/>
                      <a:pt x="68381" y="32690"/>
                    </a:cubicBezTo>
                    <a:cubicBezTo>
                      <a:pt x="53640" y="32690"/>
                      <a:pt x="44129" y="42934"/>
                      <a:pt x="35570" y="56066"/>
                    </a:cubicBezTo>
                    <a:lnTo>
                      <a:pt x="35570" y="154229"/>
                    </a:lnTo>
                    <a:lnTo>
                      <a:pt x="1521" y="154229"/>
                    </a:lnTo>
                    <a:lnTo>
                      <a:pt x="1521" y="32410"/>
                    </a:lnTo>
                    <a:cubicBezTo>
                      <a:pt x="1521" y="27288"/>
                      <a:pt x="285" y="9313"/>
                      <a:pt x="0" y="4191"/>
                    </a:cubicBezTo>
                    <a:lnTo>
                      <a:pt x="26059" y="4191"/>
                    </a:lnTo>
                    <a:lnTo>
                      <a:pt x="28817" y="29710"/>
                    </a:lnTo>
                    <a:cubicBezTo>
                      <a:pt x="37091" y="14063"/>
                      <a:pt x="51452" y="0"/>
                      <a:pt x="77892" y="0"/>
                    </a:cubicBezTo>
                    <a:cubicBezTo>
                      <a:pt x="83123" y="0"/>
                      <a:pt x="88924" y="931"/>
                      <a:pt x="93204" y="2421"/>
                    </a:cubicBezTo>
                    <a:lnTo>
                      <a:pt x="83123" y="37253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DA7D13EA-F270-54AD-8D6D-125D7A25AFB6}"/>
                  </a:ext>
                </a:extLst>
              </p:cNvPr>
              <p:cNvSpPr/>
              <p:nvPr/>
            </p:nvSpPr>
            <p:spPr>
              <a:xfrm>
                <a:off x="7192956" y="3351140"/>
                <a:ext cx="218744" cy="154321"/>
              </a:xfrm>
              <a:custGeom>
                <a:avLst/>
                <a:gdLst>
                  <a:gd name="connsiteX0" fmla="*/ 184982 w 218744"/>
                  <a:gd name="connsiteY0" fmla="*/ 154229 h 154321"/>
                  <a:gd name="connsiteX1" fmla="*/ 184982 w 218744"/>
                  <a:gd name="connsiteY1" fmla="*/ 67242 h 154321"/>
                  <a:gd name="connsiteX2" fmla="*/ 157972 w 218744"/>
                  <a:gd name="connsiteY2" fmla="*/ 27288 h 154321"/>
                  <a:gd name="connsiteX3" fmla="*/ 126682 w 218744"/>
                  <a:gd name="connsiteY3" fmla="*/ 47405 h 154321"/>
                  <a:gd name="connsiteX4" fmla="*/ 127252 w 218744"/>
                  <a:gd name="connsiteY4" fmla="*/ 57277 h 154321"/>
                  <a:gd name="connsiteX5" fmla="*/ 127252 w 218744"/>
                  <a:gd name="connsiteY5" fmla="*/ 154229 h 154321"/>
                  <a:gd name="connsiteX6" fmla="*/ 93204 w 218744"/>
                  <a:gd name="connsiteY6" fmla="*/ 154229 h 154321"/>
                  <a:gd name="connsiteX7" fmla="*/ 93204 w 218744"/>
                  <a:gd name="connsiteY7" fmla="*/ 67522 h 154321"/>
                  <a:gd name="connsiteX8" fmla="*/ 66194 w 218744"/>
                  <a:gd name="connsiteY8" fmla="*/ 27288 h 154321"/>
                  <a:gd name="connsiteX9" fmla="*/ 35570 w 218744"/>
                  <a:gd name="connsiteY9" fmla="*/ 47405 h 154321"/>
                  <a:gd name="connsiteX10" fmla="*/ 35570 w 218744"/>
                  <a:gd name="connsiteY10" fmla="*/ 154229 h 154321"/>
                  <a:gd name="connsiteX11" fmla="*/ 1522 w 218744"/>
                  <a:gd name="connsiteY11" fmla="*/ 154229 h 154321"/>
                  <a:gd name="connsiteX12" fmla="*/ 1522 w 218744"/>
                  <a:gd name="connsiteY12" fmla="*/ 31200 h 154321"/>
                  <a:gd name="connsiteX13" fmla="*/ 0 w 218744"/>
                  <a:gd name="connsiteY13" fmla="*/ 4191 h 154321"/>
                  <a:gd name="connsiteX14" fmla="*/ 26630 w 218744"/>
                  <a:gd name="connsiteY14" fmla="*/ 4191 h 154321"/>
                  <a:gd name="connsiteX15" fmla="*/ 29958 w 218744"/>
                  <a:gd name="connsiteY15" fmla="*/ 22818 h 154321"/>
                  <a:gd name="connsiteX16" fmla="*/ 72281 w 218744"/>
                  <a:gd name="connsiteY16" fmla="*/ 0 h 154321"/>
                  <a:gd name="connsiteX17" fmla="*/ 118217 w 218744"/>
                  <a:gd name="connsiteY17" fmla="*/ 24028 h 154321"/>
                  <a:gd name="connsiteX18" fmla="*/ 164154 w 218744"/>
                  <a:gd name="connsiteY18" fmla="*/ 0 h 154321"/>
                  <a:gd name="connsiteX19" fmla="*/ 218745 w 218744"/>
                  <a:gd name="connsiteY19" fmla="*/ 68453 h 154321"/>
                  <a:gd name="connsiteX20" fmla="*/ 218745 w 218744"/>
                  <a:gd name="connsiteY20" fmla="*/ 154322 h 154321"/>
                  <a:gd name="connsiteX21" fmla="*/ 184697 w 218744"/>
                  <a:gd name="connsiteY21" fmla="*/ 154322 h 1543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18744" h="154321">
                    <a:moveTo>
                      <a:pt x="184982" y="154229"/>
                    </a:moveTo>
                    <a:lnTo>
                      <a:pt x="184982" y="67242"/>
                    </a:lnTo>
                    <a:cubicBezTo>
                      <a:pt x="184982" y="42655"/>
                      <a:pt x="179180" y="27288"/>
                      <a:pt x="157972" y="27288"/>
                    </a:cubicBezTo>
                    <a:cubicBezTo>
                      <a:pt x="144181" y="27288"/>
                      <a:pt x="133719" y="37160"/>
                      <a:pt x="126682" y="47405"/>
                    </a:cubicBezTo>
                    <a:cubicBezTo>
                      <a:pt x="126967" y="50106"/>
                      <a:pt x="127252" y="54297"/>
                      <a:pt x="127252" y="57277"/>
                    </a:cubicBezTo>
                    <a:lnTo>
                      <a:pt x="127252" y="154229"/>
                    </a:lnTo>
                    <a:lnTo>
                      <a:pt x="93204" y="154229"/>
                    </a:lnTo>
                    <a:lnTo>
                      <a:pt x="93204" y="67522"/>
                    </a:lnTo>
                    <a:cubicBezTo>
                      <a:pt x="93204" y="41724"/>
                      <a:pt x="88639" y="27288"/>
                      <a:pt x="66194" y="27288"/>
                    </a:cubicBezTo>
                    <a:cubicBezTo>
                      <a:pt x="53355" y="27288"/>
                      <a:pt x="42322" y="38092"/>
                      <a:pt x="35570" y="47405"/>
                    </a:cubicBezTo>
                    <a:lnTo>
                      <a:pt x="35570" y="154229"/>
                    </a:lnTo>
                    <a:lnTo>
                      <a:pt x="1522" y="154229"/>
                    </a:lnTo>
                    <a:lnTo>
                      <a:pt x="1522" y="31200"/>
                    </a:lnTo>
                    <a:cubicBezTo>
                      <a:pt x="1522" y="26077"/>
                      <a:pt x="285" y="9313"/>
                      <a:pt x="0" y="4191"/>
                    </a:cubicBezTo>
                    <a:lnTo>
                      <a:pt x="26630" y="4191"/>
                    </a:lnTo>
                    <a:lnTo>
                      <a:pt x="29958" y="22818"/>
                    </a:lnTo>
                    <a:cubicBezTo>
                      <a:pt x="40991" y="9872"/>
                      <a:pt x="55067" y="0"/>
                      <a:pt x="72281" y="0"/>
                    </a:cubicBezTo>
                    <a:cubicBezTo>
                      <a:pt x="96153" y="0"/>
                      <a:pt x="109087" y="9034"/>
                      <a:pt x="118217" y="24028"/>
                    </a:cubicBezTo>
                    <a:cubicBezTo>
                      <a:pt x="128013" y="11083"/>
                      <a:pt x="142755" y="0"/>
                      <a:pt x="164154" y="0"/>
                    </a:cubicBezTo>
                    <a:cubicBezTo>
                      <a:pt x="202481" y="0"/>
                      <a:pt x="218745" y="20676"/>
                      <a:pt x="218745" y="68453"/>
                    </a:cubicBezTo>
                    <a:lnTo>
                      <a:pt x="218745" y="154322"/>
                    </a:lnTo>
                    <a:lnTo>
                      <a:pt x="184697" y="15432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310333C5-3AA2-F5F2-F3FB-29C88DDB2EFB}"/>
                  </a:ext>
                </a:extLst>
              </p:cNvPr>
              <p:cNvSpPr/>
              <p:nvPr/>
            </p:nvSpPr>
            <p:spPr>
              <a:xfrm>
                <a:off x="7454879" y="3289300"/>
                <a:ext cx="36425" cy="216069"/>
              </a:xfrm>
              <a:custGeom>
                <a:avLst/>
                <a:gdLst>
                  <a:gd name="connsiteX0" fmla="*/ 0 w 36425"/>
                  <a:gd name="connsiteY0" fmla="*/ 32969 h 216069"/>
                  <a:gd name="connsiteX1" fmla="*/ 0 w 36425"/>
                  <a:gd name="connsiteY1" fmla="*/ 0 h 216069"/>
                  <a:gd name="connsiteX2" fmla="*/ 36426 w 36425"/>
                  <a:gd name="connsiteY2" fmla="*/ 0 h 216069"/>
                  <a:gd name="connsiteX3" fmla="*/ 36426 w 36425"/>
                  <a:gd name="connsiteY3" fmla="*/ 32969 h 216069"/>
                  <a:gd name="connsiteX4" fmla="*/ 0 w 36425"/>
                  <a:gd name="connsiteY4" fmla="*/ 32969 h 216069"/>
                  <a:gd name="connsiteX5" fmla="*/ 1236 w 36425"/>
                  <a:gd name="connsiteY5" fmla="*/ 216069 h 216069"/>
                  <a:gd name="connsiteX6" fmla="*/ 1236 w 36425"/>
                  <a:gd name="connsiteY6" fmla="*/ 66032 h 216069"/>
                  <a:gd name="connsiteX7" fmla="*/ 35284 w 36425"/>
                  <a:gd name="connsiteY7" fmla="*/ 66032 h 216069"/>
                  <a:gd name="connsiteX8" fmla="*/ 35284 w 36425"/>
                  <a:gd name="connsiteY8" fmla="*/ 216069 h 216069"/>
                  <a:gd name="connsiteX9" fmla="*/ 1236 w 36425"/>
                  <a:gd name="connsiteY9" fmla="*/ 216069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6425" h="216069">
                    <a:moveTo>
                      <a:pt x="0" y="32969"/>
                    </a:moveTo>
                    <a:lnTo>
                      <a:pt x="0" y="0"/>
                    </a:lnTo>
                    <a:lnTo>
                      <a:pt x="36426" y="0"/>
                    </a:lnTo>
                    <a:lnTo>
                      <a:pt x="36426" y="32969"/>
                    </a:lnTo>
                    <a:lnTo>
                      <a:pt x="0" y="32969"/>
                    </a:lnTo>
                    <a:close/>
                    <a:moveTo>
                      <a:pt x="1236" y="216069"/>
                    </a:moveTo>
                    <a:lnTo>
                      <a:pt x="1236" y="66032"/>
                    </a:lnTo>
                    <a:lnTo>
                      <a:pt x="35284" y="66032"/>
                    </a:lnTo>
                    <a:lnTo>
                      <a:pt x="35284" y="216069"/>
                    </a:lnTo>
                    <a:lnTo>
                      <a:pt x="1236" y="21606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5716727B-17A3-8563-6A18-34A14171F873}"/>
                  </a:ext>
                </a:extLst>
              </p:cNvPr>
              <p:cNvSpPr/>
              <p:nvPr/>
            </p:nvSpPr>
            <p:spPr>
              <a:xfrm>
                <a:off x="7520502" y="3351326"/>
                <a:ext cx="120689" cy="157954"/>
              </a:xfrm>
              <a:custGeom>
                <a:avLst/>
                <a:gdLst>
                  <a:gd name="connsiteX0" fmla="*/ 61914 w 120689"/>
                  <a:gd name="connsiteY0" fmla="*/ 157954 h 157954"/>
                  <a:gd name="connsiteX1" fmla="*/ 0 w 120689"/>
                  <a:gd name="connsiteY1" fmla="*/ 139048 h 157954"/>
                  <a:gd name="connsiteX2" fmla="*/ 15598 w 120689"/>
                  <a:gd name="connsiteY2" fmla="*/ 115299 h 157954"/>
                  <a:gd name="connsiteX3" fmla="*/ 60678 w 120689"/>
                  <a:gd name="connsiteY3" fmla="*/ 131784 h 157954"/>
                  <a:gd name="connsiteX4" fmla="*/ 85786 w 120689"/>
                  <a:gd name="connsiteY4" fmla="*/ 115020 h 157954"/>
                  <a:gd name="connsiteX5" fmla="*/ 55732 w 120689"/>
                  <a:gd name="connsiteY5" fmla="*/ 91271 h 157954"/>
                  <a:gd name="connsiteX6" fmla="*/ 6372 w 120689"/>
                  <a:gd name="connsiteY6" fmla="*/ 44145 h 157954"/>
                  <a:gd name="connsiteX7" fmla="*/ 64577 w 120689"/>
                  <a:gd name="connsiteY7" fmla="*/ 0 h 157954"/>
                  <a:gd name="connsiteX8" fmla="*/ 118788 w 120689"/>
                  <a:gd name="connsiteY8" fmla="*/ 16205 h 157954"/>
                  <a:gd name="connsiteX9" fmla="*/ 104427 w 120689"/>
                  <a:gd name="connsiteY9" fmla="*/ 39302 h 157954"/>
                  <a:gd name="connsiteX10" fmla="*/ 65528 w 120689"/>
                  <a:gd name="connsiteY10" fmla="*/ 26077 h 157954"/>
                  <a:gd name="connsiteX11" fmla="*/ 41276 w 120689"/>
                  <a:gd name="connsiteY11" fmla="*/ 41724 h 157954"/>
                  <a:gd name="connsiteX12" fmla="*/ 75895 w 120689"/>
                  <a:gd name="connsiteY12" fmla="*/ 64821 h 157954"/>
                  <a:gd name="connsiteX13" fmla="*/ 120690 w 120689"/>
                  <a:gd name="connsiteY13" fmla="*/ 113716 h 157954"/>
                  <a:gd name="connsiteX14" fmla="*/ 61819 w 120689"/>
                  <a:gd name="connsiteY14" fmla="*/ 157861 h 157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0689" h="157954">
                    <a:moveTo>
                      <a:pt x="61914" y="157954"/>
                    </a:moveTo>
                    <a:cubicBezTo>
                      <a:pt x="33097" y="157954"/>
                      <a:pt x="16263" y="149572"/>
                      <a:pt x="0" y="139048"/>
                    </a:cubicBezTo>
                    <a:lnTo>
                      <a:pt x="15598" y="115299"/>
                    </a:lnTo>
                    <a:cubicBezTo>
                      <a:pt x="28817" y="124612"/>
                      <a:pt x="44129" y="131784"/>
                      <a:pt x="60678" y="131784"/>
                    </a:cubicBezTo>
                    <a:cubicBezTo>
                      <a:pt x="77226" y="131784"/>
                      <a:pt x="85786" y="124612"/>
                      <a:pt x="85786" y="115020"/>
                    </a:cubicBezTo>
                    <a:cubicBezTo>
                      <a:pt x="85786" y="101795"/>
                      <a:pt x="76941" y="96672"/>
                      <a:pt x="55732" y="91271"/>
                    </a:cubicBezTo>
                    <a:cubicBezTo>
                      <a:pt x="32146" y="85310"/>
                      <a:pt x="6372" y="73855"/>
                      <a:pt x="6372" y="44145"/>
                    </a:cubicBezTo>
                    <a:cubicBezTo>
                      <a:pt x="6372" y="16578"/>
                      <a:pt x="30244" y="0"/>
                      <a:pt x="64577" y="0"/>
                    </a:cubicBezTo>
                    <a:cubicBezTo>
                      <a:pt x="86356" y="0"/>
                      <a:pt x="101669" y="4191"/>
                      <a:pt x="118788" y="16205"/>
                    </a:cubicBezTo>
                    <a:lnTo>
                      <a:pt x="104427" y="39302"/>
                    </a:lnTo>
                    <a:cubicBezTo>
                      <a:pt x="91207" y="29430"/>
                      <a:pt x="74659" y="26077"/>
                      <a:pt x="65528" y="26077"/>
                    </a:cubicBezTo>
                    <a:cubicBezTo>
                      <a:pt x="48029" y="26077"/>
                      <a:pt x="41276" y="32410"/>
                      <a:pt x="41276" y="41724"/>
                    </a:cubicBezTo>
                    <a:cubicBezTo>
                      <a:pt x="41276" y="54669"/>
                      <a:pt x="52594" y="58488"/>
                      <a:pt x="75895" y="64821"/>
                    </a:cubicBezTo>
                    <a:cubicBezTo>
                      <a:pt x="95487" y="69943"/>
                      <a:pt x="120690" y="80095"/>
                      <a:pt x="120690" y="113716"/>
                    </a:cubicBezTo>
                    <a:cubicBezTo>
                      <a:pt x="120690" y="144915"/>
                      <a:pt x="90922" y="157861"/>
                      <a:pt x="61819" y="157861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2CA8D925-3391-7908-2985-4862B809CE46}"/>
                  </a:ext>
                </a:extLst>
              </p:cNvPr>
              <p:cNvSpPr/>
              <p:nvPr/>
            </p:nvSpPr>
            <p:spPr>
              <a:xfrm>
                <a:off x="7658502" y="3351326"/>
                <a:ext cx="120689" cy="157954"/>
              </a:xfrm>
              <a:custGeom>
                <a:avLst/>
                <a:gdLst>
                  <a:gd name="connsiteX0" fmla="*/ 61914 w 120689"/>
                  <a:gd name="connsiteY0" fmla="*/ 157954 h 157954"/>
                  <a:gd name="connsiteX1" fmla="*/ 0 w 120689"/>
                  <a:gd name="connsiteY1" fmla="*/ 139048 h 157954"/>
                  <a:gd name="connsiteX2" fmla="*/ 15597 w 120689"/>
                  <a:gd name="connsiteY2" fmla="*/ 115299 h 157954"/>
                  <a:gd name="connsiteX3" fmla="*/ 60678 w 120689"/>
                  <a:gd name="connsiteY3" fmla="*/ 131784 h 157954"/>
                  <a:gd name="connsiteX4" fmla="*/ 85786 w 120689"/>
                  <a:gd name="connsiteY4" fmla="*/ 115020 h 157954"/>
                  <a:gd name="connsiteX5" fmla="*/ 55732 w 120689"/>
                  <a:gd name="connsiteY5" fmla="*/ 91271 h 157954"/>
                  <a:gd name="connsiteX6" fmla="*/ 6372 w 120689"/>
                  <a:gd name="connsiteY6" fmla="*/ 44145 h 157954"/>
                  <a:gd name="connsiteX7" fmla="*/ 64577 w 120689"/>
                  <a:gd name="connsiteY7" fmla="*/ 0 h 157954"/>
                  <a:gd name="connsiteX8" fmla="*/ 118788 w 120689"/>
                  <a:gd name="connsiteY8" fmla="*/ 16205 h 157954"/>
                  <a:gd name="connsiteX9" fmla="*/ 104427 w 120689"/>
                  <a:gd name="connsiteY9" fmla="*/ 39302 h 157954"/>
                  <a:gd name="connsiteX10" fmla="*/ 65528 w 120689"/>
                  <a:gd name="connsiteY10" fmla="*/ 26077 h 157954"/>
                  <a:gd name="connsiteX11" fmla="*/ 41276 w 120689"/>
                  <a:gd name="connsiteY11" fmla="*/ 41724 h 157954"/>
                  <a:gd name="connsiteX12" fmla="*/ 75895 w 120689"/>
                  <a:gd name="connsiteY12" fmla="*/ 64821 h 157954"/>
                  <a:gd name="connsiteX13" fmla="*/ 120690 w 120689"/>
                  <a:gd name="connsiteY13" fmla="*/ 113716 h 157954"/>
                  <a:gd name="connsiteX14" fmla="*/ 61819 w 120689"/>
                  <a:gd name="connsiteY14" fmla="*/ 157861 h 157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0689" h="157954">
                    <a:moveTo>
                      <a:pt x="61914" y="157954"/>
                    </a:moveTo>
                    <a:cubicBezTo>
                      <a:pt x="33097" y="157954"/>
                      <a:pt x="16263" y="149572"/>
                      <a:pt x="0" y="139048"/>
                    </a:cubicBezTo>
                    <a:lnTo>
                      <a:pt x="15597" y="115299"/>
                    </a:lnTo>
                    <a:cubicBezTo>
                      <a:pt x="28817" y="124612"/>
                      <a:pt x="44129" y="131784"/>
                      <a:pt x="60678" y="131784"/>
                    </a:cubicBezTo>
                    <a:cubicBezTo>
                      <a:pt x="77226" y="131784"/>
                      <a:pt x="85786" y="124612"/>
                      <a:pt x="85786" y="115020"/>
                    </a:cubicBezTo>
                    <a:cubicBezTo>
                      <a:pt x="85786" y="101795"/>
                      <a:pt x="76941" y="96672"/>
                      <a:pt x="55732" y="91271"/>
                    </a:cubicBezTo>
                    <a:cubicBezTo>
                      <a:pt x="32146" y="85310"/>
                      <a:pt x="6372" y="73855"/>
                      <a:pt x="6372" y="44145"/>
                    </a:cubicBezTo>
                    <a:cubicBezTo>
                      <a:pt x="6372" y="16578"/>
                      <a:pt x="30244" y="0"/>
                      <a:pt x="64577" y="0"/>
                    </a:cubicBezTo>
                    <a:cubicBezTo>
                      <a:pt x="86356" y="0"/>
                      <a:pt x="101669" y="4191"/>
                      <a:pt x="118788" y="16205"/>
                    </a:cubicBezTo>
                    <a:lnTo>
                      <a:pt x="104427" y="39302"/>
                    </a:lnTo>
                    <a:cubicBezTo>
                      <a:pt x="91207" y="29430"/>
                      <a:pt x="74659" y="26077"/>
                      <a:pt x="65528" y="26077"/>
                    </a:cubicBezTo>
                    <a:cubicBezTo>
                      <a:pt x="48029" y="26077"/>
                      <a:pt x="41276" y="32410"/>
                      <a:pt x="41276" y="41724"/>
                    </a:cubicBezTo>
                    <a:cubicBezTo>
                      <a:pt x="41276" y="54669"/>
                      <a:pt x="52594" y="58488"/>
                      <a:pt x="75895" y="64821"/>
                    </a:cubicBezTo>
                    <a:cubicBezTo>
                      <a:pt x="95487" y="69943"/>
                      <a:pt x="120690" y="80095"/>
                      <a:pt x="120690" y="113716"/>
                    </a:cubicBezTo>
                    <a:cubicBezTo>
                      <a:pt x="120690" y="144915"/>
                      <a:pt x="90922" y="157861"/>
                      <a:pt x="61819" y="157861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22F620BF-CAAB-CA3F-742F-00890527317C}"/>
                  </a:ext>
                </a:extLst>
              </p:cNvPr>
              <p:cNvSpPr/>
              <p:nvPr/>
            </p:nvSpPr>
            <p:spPr>
              <a:xfrm>
                <a:off x="7812954" y="3289300"/>
                <a:ext cx="36425" cy="216069"/>
              </a:xfrm>
              <a:custGeom>
                <a:avLst/>
                <a:gdLst>
                  <a:gd name="connsiteX0" fmla="*/ 0 w 36425"/>
                  <a:gd name="connsiteY0" fmla="*/ 32969 h 216069"/>
                  <a:gd name="connsiteX1" fmla="*/ 0 w 36425"/>
                  <a:gd name="connsiteY1" fmla="*/ 0 h 216069"/>
                  <a:gd name="connsiteX2" fmla="*/ 36426 w 36425"/>
                  <a:gd name="connsiteY2" fmla="*/ 0 h 216069"/>
                  <a:gd name="connsiteX3" fmla="*/ 36426 w 36425"/>
                  <a:gd name="connsiteY3" fmla="*/ 32969 h 216069"/>
                  <a:gd name="connsiteX4" fmla="*/ 0 w 36425"/>
                  <a:gd name="connsiteY4" fmla="*/ 32969 h 216069"/>
                  <a:gd name="connsiteX5" fmla="*/ 1236 w 36425"/>
                  <a:gd name="connsiteY5" fmla="*/ 216069 h 216069"/>
                  <a:gd name="connsiteX6" fmla="*/ 1236 w 36425"/>
                  <a:gd name="connsiteY6" fmla="*/ 66032 h 216069"/>
                  <a:gd name="connsiteX7" fmla="*/ 35284 w 36425"/>
                  <a:gd name="connsiteY7" fmla="*/ 66032 h 216069"/>
                  <a:gd name="connsiteX8" fmla="*/ 35284 w 36425"/>
                  <a:gd name="connsiteY8" fmla="*/ 216069 h 216069"/>
                  <a:gd name="connsiteX9" fmla="*/ 1236 w 36425"/>
                  <a:gd name="connsiteY9" fmla="*/ 216069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6425" h="216069">
                    <a:moveTo>
                      <a:pt x="0" y="32969"/>
                    </a:moveTo>
                    <a:lnTo>
                      <a:pt x="0" y="0"/>
                    </a:lnTo>
                    <a:lnTo>
                      <a:pt x="36426" y="0"/>
                    </a:lnTo>
                    <a:lnTo>
                      <a:pt x="36426" y="32969"/>
                    </a:lnTo>
                    <a:lnTo>
                      <a:pt x="0" y="32969"/>
                    </a:lnTo>
                    <a:close/>
                    <a:moveTo>
                      <a:pt x="1236" y="216069"/>
                    </a:moveTo>
                    <a:lnTo>
                      <a:pt x="1236" y="66032"/>
                    </a:lnTo>
                    <a:lnTo>
                      <a:pt x="35284" y="66032"/>
                    </a:lnTo>
                    <a:lnTo>
                      <a:pt x="35284" y="216069"/>
                    </a:lnTo>
                    <a:lnTo>
                      <a:pt x="1236" y="21606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B02D4472-A666-146F-58D8-7DEBC4D38442}"/>
                  </a:ext>
                </a:extLst>
              </p:cNvPr>
              <p:cNvSpPr/>
              <p:nvPr/>
            </p:nvSpPr>
            <p:spPr>
              <a:xfrm>
                <a:off x="7884664" y="3351140"/>
                <a:ext cx="147795" cy="158419"/>
              </a:xfrm>
              <a:custGeom>
                <a:avLst/>
                <a:gdLst>
                  <a:gd name="connsiteX0" fmla="*/ 73898 w 147795"/>
                  <a:gd name="connsiteY0" fmla="*/ 158420 h 158419"/>
                  <a:gd name="connsiteX1" fmla="*/ 0 w 147795"/>
                  <a:gd name="connsiteY1" fmla="*/ 78605 h 158419"/>
                  <a:gd name="connsiteX2" fmla="*/ 73898 w 147795"/>
                  <a:gd name="connsiteY2" fmla="*/ 0 h 158419"/>
                  <a:gd name="connsiteX3" fmla="*/ 147795 w 147795"/>
                  <a:gd name="connsiteY3" fmla="*/ 78605 h 158419"/>
                  <a:gd name="connsiteX4" fmla="*/ 73898 w 147795"/>
                  <a:gd name="connsiteY4" fmla="*/ 158420 h 158419"/>
                  <a:gd name="connsiteX5" fmla="*/ 73898 w 147795"/>
                  <a:gd name="connsiteY5" fmla="*/ 26357 h 158419"/>
                  <a:gd name="connsiteX6" fmla="*/ 34714 w 147795"/>
                  <a:gd name="connsiteY6" fmla="*/ 78605 h 158419"/>
                  <a:gd name="connsiteX7" fmla="*/ 73898 w 147795"/>
                  <a:gd name="connsiteY7" fmla="*/ 132063 h 158419"/>
                  <a:gd name="connsiteX8" fmla="*/ 113081 w 147795"/>
                  <a:gd name="connsiteY8" fmla="*/ 78605 h 158419"/>
                  <a:gd name="connsiteX9" fmla="*/ 73898 w 147795"/>
                  <a:gd name="connsiteY9" fmla="*/ 26357 h 158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7795" h="158419">
                    <a:moveTo>
                      <a:pt x="73898" y="158420"/>
                    </a:moveTo>
                    <a:cubicBezTo>
                      <a:pt x="26725" y="158420"/>
                      <a:pt x="0" y="124799"/>
                      <a:pt x="0" y="78605"/>
                    </a:cubicBezTo>
                    <a:cubicBezTo>
                      <a:pt x="0" y="32410"/>
                      <a:pt x="27581" y="0"/>
                      <a:pt x="73898" y="0"/>
                    </a:cubicBezTo>
                    <a:cubicBezTo>
                      <a:pt x="120214" y="0"/>
                      <a:pt x="147795" y="32410"/>
                      <a:pt x="147795" y="78605"/>
                    </a:cubicBezTo>
                    <a:cubicBezTo>
                      <a:pt x="147795" y="124799"/>
                      <a:pt x="120214" y="158420"/>
                      <a:pt x="73898" y="158420"/>
                    </a:cubicBezTo>
                    <a:close/>
                    <a:moveTo>
                      <a:pt x="73898" y="26357"/>
                    </a:moveTo>
                    <a:cubicBezTo>
                      <a:pt x="47838" y="26357"/>
                      <a:pt x="34714" y="47405"/>
                      <a:pt x="34714" y="78605"/>
                    </a:cubicBezTo>
                    <a:cubicBezTo>
                      <a:pt x="34714" y="109804"/>
                      <a:pt x="48504" y="132063"/>
                      <a:pt x="73898" y="132063"/>
                    </a:cubicBezTo>
                    <a:cubicBezTo>
                      <a:pt x="99291" y="132063"/>
                      <a:pt x="113081" y="109897"/>
                      <a:pt x="113081" y="78605"/>
                    </a:cubicBezTo>
                    <a:cubicBezTo>
                      <a:pt x="113081" y="47312"/>
                      <a:pt x="99006" y="26357"/>
                      <a:pt x="73898" y="26357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9890BF75-2196-3786-420D-6A7007277543}"/>
                  </a:ext>
                </a:extLst>
              </p:cNvPr>
              <p:cNvSpPr/>
              <p:nvPr/>
            </p:nvSpPr>
            <p:spPr>
              <a:xfrm>
                <a:off x="8066222" y="3351140"/>
                <a:ext cx="130105" cy="154228"/>
              </a:xfrm>
              <a:custGeom>
                <a:avLst/>
                <a:gdLst>
                  <a:gd name="connsiteX0" fmla="*/ 96248 w 130105"/>
                  <a:gd name="connsiteY0" fmla="*/ 154229 h 154228"/>
                  <a:gd name="connsiteX1" fmla="*/ 96248 w 130105"/>
                  <a:gd name="connsiteY1" fmla="*/ 67242 h 154228"/>
                  <a:gd name="connsiteX2" fmla="*/ 67716 w 130105"/>
                  <a:gd name="connsiteY2" fmla="*/ 27288 h 154228"/>
                  <a:gd name="connsiteX3" fmla="*/ 35570 w 130105"/>
                  <a:gd name="connsiteY3" fmla="*/ 47684 h 154228"/>
                  <a:gd name="connsiteX4" fmla="*/ 35570 w 130105"/>
                  <a:gd name="connsiteY4" fmla="*/ 154229 h 154228"/>
                  <a:gd name="connsiteX5" fmla="*/ 1522 w 130105"/>
                  <a:gd name="connsiteY5" fmla="*/ 154229 h 154228"/>
                  <a:gd name="connsiteX6" fmla="*/ 1522 w 130105"/>
                  <a:gd name="connsiteY6" fmla="*/ 31200 h 154228"/>
                  <a:gd name="connsiteX7" fmla="*/ 0 w 130105"/>
                  <a:gd name="connsiteY7" fmla="*/ 4191 h 154228"/>
                  <a:gd name="connsiteX8" fmla="*/ 26630 w 130105"/>
                  <a:gd name="connsiteY8" fmla="*/ 4191 h 154228"/>
                  <a:gd name="connsiteX9" fmla="*/ 29958 w 130105"/>
                  <a:gd name="connsiteY9" fmla="*/ 23376 h 154228"/>
                  <a:gd name="connsiteX10" fmla="*/ 75895 w 130105"/>
                  <a:gd name="connsiteY10" fmla="*/ 0 h 154228"/>
                  <a:gd name="connsiteX11" fmla="*/ 130105 w 130105"/>
                  <a:gd name="connsiteY11" fmla="*/ 69291 h 154228"/>
                  <a:gd name="connsiteX12" fmla="*/ 130105 w 130105"/>
                  <a:gd name="connsiteY12" fmla="*/ 154229 h 154228"/>
                  <a:gd name="connsiteX13" fmla="*/ 96057 w 130105"/>
                  <a:gd name="connsiteY13" fmla="*/ 154229 h 1542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30105" h="154228">
                    <a:moveTo>
                      <a:pt x="96248" y="154229"/>
                    </a:moveTo>
                    <a:lnTo>
                      <a:pt x="96248" y="67242"/>
                    </a:lnTo>
                    <a:cubicBezTo>
                      <a:pt x="96248" y="42934"/>
                      <a:pt x="91017" y="27288"/>
                      <a:pt x="67716" y="27288"/>
                    </a:cubicBezTo>
                    <a:cubicBezTo>
                      <a:pt x="53925" y="27288"/>
                      <a:pt x="43178" y="37533"/>
                      <a:pt x="35570" y="47684"/>
                    </a:cubicBezTo>
                    <a:lnTo>
                      <a:pt x="35570" y="154229"/>
                    </a:lnTo>
                    <a:lnTo>
                      <a:pt x="1522" y="154229"/>
                    </a:lnTo>
                    <a:lnTo>
                      <a:pt x="1522" y="31200"/>
                    </a:lnTo>
                    <a:cubicBezTo>
                      <a:pt x="1522" y="26077"/>
                      <a:pt x="285" y="9313"/>
                      <a:pt x="0" y="4191"/>
                    </a:cubicBezTo>
                    <a:lnTo>
                      <a:pt x="26630" y="4191"/>
                    </a:lnTo>
                    <a:lnTo>
                      <a:pt x="29958" y="23376"/>
                    </a:lnTo>
                    <a:cubicBezTo>
                      <a:pt x="39184" y="10803"/>
                      <a:pt x="54781" y="0"/>
                      <a:pt x="75895" y="0"/>
                    </a:cubicBezTo>
                    <a:cubicBezTo>
                      <a:pt x="115459" y="0"/>
                      <a:pt x="130105" y="21048"/>
                      <a:pt x="130105" y="69291"/>
                    </a:cubicBezTo>
                    <a:lnTo>
                      <a:pt x="130105" y="154229"/>
                    </a:lnTo>
                    <a:lnTo>
                      <a:pt x="96057" y="15422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748764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35">
          <p15:clr>
            <a:srgbClr val="A4A3A4"/>
          </p15:clr>
        </p15:guide>
      </p15:sldGuideLst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C174D87-39DB-2B73-6759-F472235731B9}"/>
              </a:ext>
            </a:extLst>
          </p:cNvPr>
          <p:cNvSpPr/>
          <p:nvPr/>
        </p:nvSpPr>
        <p:spPr>
          <a:xfrm>
            <a:off x="1" y="1219200"/>
            <a:ext cx="12187994" cy="5638800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tx2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K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CF85D42-E92D-5BA4-5105-7714CE706F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2913" y="3429000"/>
            <a:ext cx="11306175" cy="1152525"/>
          </a:xfrm>
        </p:spPr>
        <p:txBody>
          <a:bodyPr anchor="b" anchorCtr="0">
            <a:noAutofit/>
          </a:bodyPr>
          <a:lstStyle>
            <a:lvl1pPr algn="l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E72C1F2D-BA53-23BE-B1AF-06B8F257F8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2914" y="4972430"/>
            <a:ext cx="7632700" cy="307777"/>
          </a:xfrm>
        </p:spPr>
        <p:txBody>
          <a:bodyPr anchor="t" anchorCtr="0">
            <a:sp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K"/>
          </a:p>
        </p:txBody>
      </p:sp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33CF1740-58E7-BE42-7D20-21D5514AE0F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67162" y="53134"/>
            <a:ext cx="1897200" cy="104411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7370E09-FD71-697C-DFDB-209CC845942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98761"/>
            <a:ext cx="12192000" cy="307777"/>
          </a:xfrm>
          <a:prstGeom prst="rect">
            <a:avLst/>
          </a:prstGeom>
        </p:spPr>
      </p:pic>
      <p:grpSp>
        <p:nvGrpSpPr>
          <p:cNvPr id="2" name="Graphic 17">
            <a:extLst>
              <a:ext uri="{FF2B5EF4-FFF2-40B4-BE49-F238E27FC236}">
                <a16:creationId xmlns:a16="http://schemas.microsoft.com/office/drawing/2014/main" id="{203A648B-D86D-889D-0659-F8336B3DE289}"/>
              </a:ext>
            </a:extLst>
          </p:cNvPr>
          <p:cNvGrpSpPr>
            <a:grpSpLocks noChangeAspect="1"/>
          </p:cNvGrpSpPr>
          <p:nvPr/>
        </p:nvGrpSpPr>
        <p:grpSpPr>
          <a:xfrm>
            <a:off x="9103088" y="6458998"/>
            <a:ext cx="2646000" cy="177687"/>
            <a:chOff x="3994150" y="3289300"/>
            <a:chExt cx="4202178" cy="282193"/>
          </a:xfrm>
          <a:solidFill>
            <a:schemeClr val="bg1"/>
          </a:solidFill>
        </p:grpSpPr>
        <p:grpSp>
          <p:nvGrpSpPr>
            <p:cNvPr id="9" name="Graphic 17">
              <a:extLst>
                <a:ext uri="{FF2B5EF4-FFF2-40B4-BE49-F238E27FC236}">
                  <a16:creationId xmlns:a16="http://schemas.microsoft.com/office/drawing/2014/main" id="{90A93326-3153-94A2-69F9-ED714E4B8886}"/>
                </a:ext>
              </a:extLst>
            </p:cNvPr>
            <p:cNvGrpSpPr/>
            <p:nvPr/>
          </p:nvGrpSpPr>
          <p:grpSpPr>
            <a:xfrm>
              <a:off x="3994150" y="3289300"/>
              <a:ext cx="2355593" cy="276140"/>
              <a:chOff x="3994150" y="3289300"/>
              <a:chExt cx="2355593" cy="276140"/>
            </a:xfrm>
            <a:grpFill/>
          </p:grpSpPr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5A17B684-55E9-ED0E-A3BD-03B47FB2DC9C}"/>
                  </a:ext>
                </a:extLst>
              </p:cNvPr>
              <p:cNvSpPr/>
              <p:nvPr/>
            </p:nvSpPr>
            <p:spPr>
              <a:xfrm>
                <a:off x="3994150" y="3293770"/>
                <a:ext cx="153596" cy="211598"/>
              </a:xfrm>
              <a:custGeom>
                <a:avLst/>
                <a:gdLst>
                  <a:gd name="connsiteX0" fmla="*/ 86452 w 153596"/>
                  <a:gd name="connsiteY0" fmla="*/ 16857 h 211598"/>
                  <a:gd name="connsiteX1" fmla="*/ 86452 w 153596"/>
                  <a:gd name="connsiteY1" fmla="*/ 211599 h 211598"/>
                  <a:gd name="connsiteX2" fmla="*/ 67145 w 153596"/>
                  <a:gd name="connsiteY2" fmla="*/ 211599 h 211598"/>
                  <a:gd name="connsiteX3" fmla="*/ 67145 w 153596"/>
                  <a:gd name="connsiteY3" fmla="*/ 16857 h 211598"/>
                  <a:gd name="connsiteX4" fmla="*/ 0 w 153596"/>
                  <a:gd name="connsiteY4" fmla="*/ 16857 h 211598"/>
                  <a:gd name="connsiteX5" fmla="*/ 0 w 153596"/>
                  <a:gd name="connsiteY5" fmla="*/ 0 h 211598"/>
                  <a:gd name="connsiteX6" fmla="*/ 153597 w 153596"/>
                  <a:gd name="connsiteY6" fmla="*/ 0 h 211598"/>
                  <a:gd name="connsiteX7" fmla="*/ 153597 w 153596"/>
                  <a:gd name="connsiteY7" fmla="*/ 16764 h 211598"/>
                  <a:gd name="connsiteX8" fmla="*/ 86452 w 153596"/>
                  <a:gd name="connsiteY8" fmla="*/ 16764 h 2115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3596" h="211598">
                    <a:moveTo>
                      <a:pt x="86452" y="16857"/>
                    </a:moveTo>
                    <a:lnTo>
                      <a:pt x="86452" y="211599"/>
                    </a:lnTo>
                    <a:lnTo>
                      <a:pt x="67145" y="211599"/>
                    </a:lnTo>
                    <a:lnTo>
                      <a:pt x="67145" y="16857"/>
                    </a:lnTo>
                    <a:lnTo>
                      <a:pt x="0" y="16857"/>
                    </a:lnTo>
                    <a:lnTo>
                      <a:pt x="0" y="0"/>
                    </a:lnTo>
                    <a:lnTo>
                      <a:pt x="153597" y="0"/>
                    </a:lnTo>
                    <a:lnTo>
                      <a:pt x="153597" y="16764"/>
                    </a:lnTo>
                    <a:lnTo>
                      <a:pt x="86452" y="16764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50E18322-7D00-D883-977F-F877B7A55A33}"/>
                  </a:ext>
                </a:extLst>
              </p:cNvPr>
              <p:cNvSpPr/>
              <p:nvPr/>
            </p:nvSpPr>
            <p:spPr>
              <a:xfrm>
                <a:off x="4182936" y="3289300"/>
                <a:ext cx="113461" cy="216162"/>
              </a:xfrm>
              <a:custGeom>
                <a:avLst/>
                <a:gdLst>
                  <a:gd name="connsiteX0" fmla="*/ 94726 w 113461"/>
                  <a:gd name="connsiteY0" fmla="*/ 216069 h 216162"/>
                  <a:gd name="connsiteX1" fmla="*/ 94726 w 113461"/>
                  <a:gd name="connsiteY1" fmla="*/ 120701 h 216162"/>
                  <a:gd name="connsiteX2" fmla="*/ 58586 w 113461"/>
                  <a:gd name="connsiteY2" fmla="*/ 78418 h 216162"/>
                  <a:gd name="connsiteX3" fmla="*/ 18736 w 113461"/>
                  <a:gd name="connsiteY3" fmla="*/ 102726 h 216162"/>
                  <a:gd name="connsiteX4" fmla="*/ 18736 w 113461"/>
                  <a:gd name="connsiteY4" fmla="*/ 216162 h 216162"/>
                  <a:gd name="connsiteX5" fmla="*/ 0 w 113461"/>
                  <a:gd name="connsiteY5" fmla="*/ 216162 h 216162"/>
                  <a:gd name="connsiteX6" fmla="*/ 0 w 113461"/>
                  <a:gd name="connsiteY6" fmla="*/ 0 h 216162"/>
                  <a:gd name="connsiteX7" fmla="*/ 18736 w 113461"/>
                  <a:gd name="connsiteY7" fmla="*/ 0 h 216162"/>
                  <a:gd name="connsiteX8" fmla="*/ 18736 w 113461"/>
                  <a:gd name="connsiteY8" fmla="*/ 84658 h 216162"/>
                  <a:gd name="connsiteX9" fmla="*/ 62580 w 113461"/>
                  <a:gd name="connsiteY9" fmla="*/ 62772 h 216162"/>
                  <a:gd name="connsiteX10" fmla="*/ 113462 w 113461"/>
                  <a:gd name="connsiteY10" fmla="*/ 122191 h 216162"/>
                  <a:gd name="connsiteX11" fmla="*/ 113462 w 113461"/>
                  <a:gd name="connsiteY11" fmla="*/ 216162 h 216162"/>
                  <a:gd name="connsiteX12" fmla="*/ 94726 w 113461"/>
                  <a:gd name="connsiteY12" fmla="*/ 216162 h 216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3461" h="216162">
                    <a:moveTo>
                      <a:pt x="94726" y="216069"/>
                    </a:moveTo>
                    <a:lnTo>
                      <a:pt x="94726" y="120701"/>
                    </a:lnTo>
                    <a:cubicBezTo>
                      <a:pt x="94726" y="93133"/>
                      <a:pt x="83694" y="78418"/>
                      <a:pt x="58586" y="78418"/>
                    </a:cubicBezTo>
                    <a:cubicBezTo>
                      <a:pt x="39850" y="78418"/>
                      <a:pt x="26725" y="90991"/>
                      <a:pt x="18736" y="102726"/>
                    </a:cubicBezTo>
                    <a:lnTo>
                      <a:pt x="18736" y="216162"/>
                    </a:lnTo>
                    <a:lnTo>
                      <a:pt x="0" y="216162"/>
                    </a:lnTo>
                    <a:lnTo>
                      <a:pt x="0" y="0"/>
                    </a:lnTo>
                    <a:lnTo>
                      <a:pt x="18736" y="0"/>
                    </a:lnTo>
                    <a:lnTo>
                      <a:pt x="18736" y="84658"/>
                    </a:lnTo>
                    <a:cubicBezTo>
                      <a:pt x="28532" y="71713"/>
                      <a:pt x="43844" y="62772"/>
                      <a:pt x="62580" y="62772"/>
                    </a:cubicBezTo>
                    <a:cubicBezTo>
                      <a:pt x="101193" y="62772"/>
                      <a:pt x="113462" y="86800"/>
                      <a:pt x="113462" y="122191"/>
                    </a:cubicBezTo>
                    <a:lnTo>
                      <a:pt x="113462" y="216162"/>
                    </a:lnTo>
                    <a:lnTo>
                      <a:pt x="94726" y="21616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92073611-9379-F0B8-C946-4FCA03431637}"/>
                  </a:ext>
                </a:extLst>
              </p:cNvPr>
              <p:cNvSpPr/>
              <p:nvPr/>
            </p:nvSpPr>
            <p:spPr>
              <a:xfrm>
                <a:off x="4338434" y="3352071"/>
                <a:ext cx="128108" cy="156650"/>
              </a:xfrm>
              <a:custGeom>
                <a:avLst/>
                <a:gdLst>
                  <a:gd name="connsiteX0" fmla="*/ 19877 w 128108"/>
                  <a:gd name="connsiteY0" fmla="*/ 84006 h 156650"/>
                  <a:gd name="connsiteX1" fmla="*/ 70759 w 128108"/>
                  <a:gd name="connsiteY1" fmla="*/ 141004 h 156650"/>
                  <a:gd name="connsiteX2" fmla="*/ 113937 w 128108"/>
                  <a:gd name="connsiteY2" fmla="*/ 125730 h 156650"/>
                  <a:gd name="connsiteX3" fmla="*/ 123163 w 128108"/>
                  <a:gd name="connsiteY3" fmla="*/ 138303 h 156650"/>
                  <a:gd name="connsiteX4" fmla="*/ 70759 w 128108"/>
                  <a:gd name="connsiteY4" fmla="*/ 156650 h 156650"/>
                  <a:gd name="connsiteX5" fmla="*/ 0 w 128108"/>
                  <a:gd name="connsiteY5" fmla="*/ 79815 h 156650"/>
                  <a:gd name="connsiteX6" fmla="*/ 65623 w 128108"/>
                  <a:gd name="connsiteY6" fmla="*/ 0 h 156650"/>
                  <a:gd name="connsiteX7" fmla="*/ 128108 w 128108"/>
                  <a:gd name="connsiteY7" fmla="*/ 84006 h 156650"/>
                  <a:gd name="connsiteX8" fmla="*/ 19877 w 128108"/>
                  <a:gd name="connsiteY8" fmla="*/ 84006 h 156650"/>
                  <a:gd name="connsiteX9" fmla="*/ 65528 w 128108"/>
                  <a:gd name="connsiteY9" fmla="*/ 14994 h 156650"/>
                  <a:gd name="connsiteX10" fmla="*/ 19877 w 128108"/>
                  <a:gd name="connsiteY10" fmla="*/ 69012 h 156650"/>
                  <a:gd name="connsiteX11" fmla="*/ 108802 w 128108"/>
                  <a:gd name="connsiteY11" fmla="*/ 69012 h 156650"/>
                  <a:gd name="connsiteX12" fmla="*/ 65623 w 128108"/>
                  <a:gd name="connsiteY12" fmla="*/ 14994 h 156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8108" h="156650">
                    <a:moveTo>
                      <a:pt x="19877" y="84006"/>
                    </a:moveTo>
                    <a:cubicBezTo>
                      <a:pt x="21399" y="122377"/>
                      <a:pt x="44700" y="141004"/>
                      <a:pt x="70759" y="141004"/>
                    </a:cubicBezTo>
                    <a:cubicBezTo>
                      <a:pt x="88829" y="141004"/>
                      <a:pt x="103285" y="133833"/>
                      <a:pt x="113937" y="125730"/>
                    </a:cubicBezTo>
                    <a:lnTo>
                      <a:pt x="123163" y="138303"/>
                    </a:lnTo>
                    <a:cubicBezTo>
                      <a:pt x="109087" y="149106"/>
                      <a:pt x="92824" y="156650"/>
                      <a:pt x="70759" y="156650"/>
                    </a:cubicBezTo>
                    <a:cubicBezTo>
                      <a:pt x="30910" y="156650"/>
                      <a:pt x="0" y="129642"/>
                      <a:pt x="0" y="79815"/>
                    </a:cubicBezTo>
                    <a:cubicBezTo>
                      <a:pt x="0" y="26077"/>
                      <a:pt x="31575" y="0"/>
                      <a:pt x="65623" y="0"/>
                    </a:cubicBezTo>
                    <a:cubicBezTo>
                      <a:pt x="113747" y="0"/>
                      <a:pt x="128108" y="36881"/>
                      <a:pt x="128108" y="84006"/>
                    </a:cubicBezTo>
                    <a:lnTo>
                      <a:pt x="19877" y="84006"/>
                    </a:lnTo>
                    <a:close/>
                    <a:moveTo>
                      <a:pt x="65528" y="14994"/>
                    </a:moveTo>
                    <a:cubicBezTo>
                      <a:pt x="40991" y="14994"/>
                      <a:pt x="22350" y="32969"/>
                      <a:pt x="19877" y="69012"/>
                    </a:cubicBezTo>
                    <a:lnTo>
                      <a:pt x="108802" y="69012"/>
                    </a:lnTo>
                    <a:cubicBezTo>
                      <a:pt x="108231" y="32690"/>
                      <a:pt x="92824" y="14994"/>
                      <a:pt x="65623" y="14994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20B4F7B7-0F99-5CCB-ACE0-8039DD9BF07C}"/>
                  </a:ext>
                </a:extLst>
              </p:cNvPr>
              <p:cNvSpPr/>
              <p:nvPr/>
            </p:nvSpPr>
            <p:spPr>
              <a:xfrm>
                <a:off x="4595317" y="3352071"/>
                <a:ext cx="123828" cy="213368"/>
              </a:xfrm>
              <a:custGeom>
                <a:avLst/>
                <a:gdLst>
                  <a:gd name="connsiteX0" fmla="*/ 62865 w 123828"/>
                  <a:gd name="connsiteY0" fmla="*/ 156650 h 213368"/>
                  <a:gd name="connsiteX1" fmla="*/ 19687 w 123828"/>
                  <a:gd name="connsiteY1" fmla="*/ 138676 h 213368"/>
                  <a:gd name="connsiteX2" fmla="*/ 19687 w 123828"/>
                  <a:gd name="connsiteY2" fmla="*/ 213368 h 213368"/>
                  <a:gd name="connsiteX3" fmla="*/ 951 w 123828"/>
                  <a:gd name="connsiteY3" fmla="*/ 213368 h 213368"/>
                  <a:gd name="connsiteX4" fmla="*/ 951 w 123828"/>
                  <a:gd name="connsiteY4" fmla="*/ 31479 h 213368"/>
                  <a:gd name="connsiteX5" fmla="*/ 0 w 123828"/>
                  <a:gd name="connsiteY5" fmla="*/ 3260 h 213368"/>
                  <a:gd name="connsiteX6" fmla="*/ 15597 w 123828"/>
                  <a:gd name="connsiteY6" fmla="*/ 3260 h 213368"/>
                  <a:gd name="connsiteX7" fmla="*/ 17119 w 123828"/>
                  <a:gd name="connsiteY7" fmla="*/ 26077 h 213368"/>
                  <a:gd name="connsiteX8" fmla="*/ 65243 w 123828"/>
                  <a:gd name="connsiteY8" fmla="*/ 0 h 213368"/>
                  <a:gd name="connsiteX9" fmla="*/ 123828 w 123828"/>
                  <a:gd name="connsiteY9" fmla="*/ 76835 h 213368"/>
                  <a:gd name="connsiteX10" fmla="*/ 62865 w 123828"/>
                  <a:gd name="connsiteY10" fmla="*/ 156650 h 213368"/>
                  <a:gd name="connsiteX11" fmla="*/ 61058 w 123828"/>
                  <a:gd name="connsiteY11" fmla="*/ 15274 h 213368"/>
                  <a:gd name="connsiteX12" fmla="*/ 19687 w 123828"/>
                  <a:gd name="connsiteY12" fmla="*/ 42003 h 213368"/>
                  <a:gd name="connsiteX13" fmla="*/ 19687 w 123828"/>
                  <a:gd name="connsiteY13" fmla="*/ 123309 h 213368"/>
                  <a:gd name="connsiteX14" fmla="*/ 58300 w 123828"/>
                  <a:gd name="connsiteY14" fmla="*/ 141283 h 213368"/>
                  <a:gd name="connsiteX15" fmla="*/ 104237 w 123828"/>
                  <a:gd name="connsiteY15" fmla="*/ 78232 h 213368"/>
                  <a:gd name="connsiteX16" fmla="*/ 61058 w 123828"/>
                  <a:gd name="connsiteY16" fmla="*/ 15181 h 213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3828" h="213368">
                    <a:moveTo>
                      <a:pt x="62865" y="156650"/>
                    </a:moveTo>
                    <a:cubicBezTo>
                      <a:pt x="44129" y="156650"/>
                      <a:pt x="28817" y="149758"/>
                      <a:pt x="19687" y="138676"/>
                    </a:cubicBezTo>
                    <a:lnTo>
                      <a:pt x="19687" y="213368"/>
                    </a:lnTo>
                    <a:lnTo>
                      <a:pt x="951" y="213368"/>
                    </a:lnTo>
                    <a:lnTo>
                      <a:pt x="951" y="31479"/>
                    </a:lnTo>
                    <a:cubicBezTo>
                      <a:pt x="951" y="24308"/>
                      <a:pt x="380" y="9872"/>
                      <a:pt x="0" y="3260"/>
                    </a:cubicBezTo>
                    <a:lnTo>
                      <a:pt x="15597" y="3260"/>
                    </a:lnTo>
                    <a:lnTo>
                      <a:pt x="17119" y="26077"/>
                    </a:lnTo>
                    <a:cubicBezTo>
                      <a:pt x="27200" y="13132"/>
                      <a:pt x="40420" y="0"/>
                      <a:pt x="65243" y="0"/>
                    </a:cubicBezTo>
                    <a:cubicBezTo>
                      <a:pt x="102334" y="0"/>
                      <a:pt x="123828" y="32131"/>
                      <a:pt x="123828" y="76835"/>
                    </a:cubicBezTo>
                    <a:cubicBezTo>
                      <a:pt x="123828" y="121539"/>
                      <a:pt x="102049" y="156650"/>
                      <a:pt x="62865" y="156650"/>
                    </a:cubicBezTo>
                    <a:close/>
                    <a:moveTo>
                      <a:pt x="61058" y="15274"/>
                    </a:moveTo>
                    <a:cubicBezTo>
                      <a:pt x="40515" y="15274"/>
                      <a:pt x="26440" y="32410"/>
                      <a:pt x="19687" y="42003"/>
                    </a:cubicBezTo>
                    <a:lnTo>
                      <a:pt x="19687" y="123309"/>
                    </a:lnTo>
                    <a:cubicBezTo>
                      <a:pt x="28247" y="132622"/>
                      <a:pt x="39564" y="141283"/>
                      <a:pt x="58300" y="141283"/>
                    </a:cubicBezTo>
                    <a:cubicBezTo>
                      <a:pt x="83123" y="141283"/>
                      <a:pt x="104237" y="121446"/>
                      <a:pt x="104237" y="78232"/>
                    </a:cubicBezTo>
                    <a:cubicBezTo>
                      <a:pt x="104237" y="35018"/>
                      <a:pt x="86166" y="15181"/>
                      <a:pt x="61058" y="15181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9BE0459D-7190-49C8-B1E9-12D1C7EB028C}"/>
                  </a:ext>
                </a:extLst>
              </p:cNvPr>
              <p:cNvSpPr/>
              <p:nvPr/>
            </p:nvSpPr>
            <p:spPr>
              <a:xfrm>
                <a:off x="4752813" y="3351978"/>
                <a:ext cx="136762" cy="156743"/>
              </a:xfrm>
              <a:custGeom>
                <a:avLst/>
                <a:gdLst>
                  <a:gd name="connsiteX0" fmla="*/ 68381 w 136762"/>
                  <a:gd name="connsiteY0" fmla="*/ 156743 h 156743"/>
                  <a:gd name="connsiteX1" fmla="*/ 0 w 136762"/>
                  <a:gd name="connsiteY1" fmla="*/ 77766 h 156743"/>
                  <a:gd name="connsiteX2" fmla="*/ 68381 w 136762"/>
                  <a:gd name="connsiteY2" fmla="*/ 0 h 156743"/>
                  <a:gd name="connsiteX3" fmla="*/ 136763 w 136762"/>
                  <a:gd name="connsiteY3" fmla="*/ 77766 h 156743"/>
                  <a:gd name="connsiteX4" fmla="*/ 68381 w 136762"/>
                  <a:gd name="connsiteY4" fmla="*/ 156743 h 156743"/>
                  <a:gd name="connsiteX5" fmla="*/ 68381 w 136762"/>
                  <a:gd name="connsiteY5" fmla="*/ 15367 h 156743"/>
                  <a:gd name="connsiteX6" fmla="*/ 19687 w 136762"/>
                  <a:gd name="connsiteY6" fmla="*/ 77766 h 156743"/>
                  <a:gd name="connsiteX7" fmla="*/ 68381 w 136762"/>
                  <a:gd name="connsiteY7" fmla="*/ 141376 h 156743"/>
                  <a:gd name="connsiteX8" fmla="*/ 117076 w 136762"/>
                  <a:gd name="connsiteY8" fmla="*/ 77766 h 156743"/>
                  <a:gd name="connsiteX9" fmla="*/ 68381 w 136762"/>
                  <a:gd name="connsiteY9" fmla="*/ 15367 h 156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6762" h="156743">
                    <a:moveTo>
                      <a:pt x="68381" y="156743"/>
                    </a:moveTo>
                    <a:cubicBezTo>
                      <a:pt x="21494" y="156743"/>
                      <a:pt x="0" y="120701"/>
                      <a:pt x="0" y="77766"/>
                    </a:cubicBezTo>
                    <a:cubicBezTo>
                      <a:pt x="0" y="34832"/>
                      <a:pt x="22635" y="0"/>
                      <a:pt x="68381" y="0"/>
                    </a:cubicBezTo>
                    <a:cubicBezTo>
                      <a:pt x="114128" y="0"/>
                      <a:pt x="136763" y="36043"/>
                      <a:pt x="136763" y="77766"/>
                    </a:cubicBezTo>
                    <a:cubicBezTo>
                      <a:pt x="136763" y="119490"/>
                      <a:pt x="116220" y="156743"/>
                      <a:pt x="68381" y="156743"/>
                    </a:cubicBezTo>
                    <a:close/>
                    <a:moveTo>
                      <a:pt x="68381" y="15367"/>
                    </a:moveTo>
                    <a:cubicBezTo>
                      <a:pt x="36806" y="15367"/>
                      <a:pt x="19687" y="41817"/>
                      <a:pt x="19687" y="77766"/>
                    </a:cubicBezTo>
                    <a:cubicBezTo>
                      <a:pt x="19687" y="113716"/>
                      <a:pt x="35665" y="141376"/>
                      <a:pt x="68381" y="141376"/>
                    </a:cubicBezTo>
                    <a:cubicBezTo>
                      <a:pt x="101098" y="141376"/>
                      <a:pt x="117076" y="114088"/>
                      <a:pt x="117076" y="77766"/>
                    </a:cubicBezTo>
                    <a:cubicBezTo>
                      <a:pt x="117076" y="41444"/>
                      <a:pt x="100813" y="15367"/>
                      <a:pt x="68381" y="15367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21EAA1E7-DDD2-268E-5666-812D52852611}"/>
                  </a:ext>
                </a:extLst>
              </p:cNvPr>
              <p:cNvSpPr/>
              <p:nvPr/>
            </p:nvSpPr>
            <p:spPr>
              <a:xfrm>
                <a:off x="4912686" y="3355331"/>
                <a:ext cx="210089" cy="150037"/>
              </a:xfrm>
              <a:custGeom>
                <a:avLst/>
                <a:gdLst>
                  <a:gd name="connsiteX0" fmla="*/ 165390 w 210089"/>
                  <a:gd name="connsiteY0" fmla="*/ 150038 h 150037"/>
                  <a:gd name="connsiteX1" fmla="*/ 141518 w 210089"/>
                  <a:gd name="connsiteY1" fmla="*/ 150038 h 150037"/>
                  <a:gd name="connsiteX2" fmla="*/ 115174 w 210089"/>
                  <a:gd name="connsiteY2" fmla="*/ 60909 h 150037"/>
                  <a:gd name="connsiteX3" fmla="*/ 105092 w 210089"/>
                  <a:gd name="connsiteY3" fmla="*/ 23376 h 150037"/>
                  <a:gd name="connsiteX4" fmla="*/ 95011 w 210089"/>
                  <a:gd name="connsiteY4" fmla="*/ 60909 h 150037"/>
                  <a:gd name="connsiteX5" fmla="*/ 67716 w 210089"/>
                  <a:gd name="connsiteY5" fmla="*/ 150038 h 150037"/>
                  <a:gd name="connsiteX6" fmla="*/ 44129 w 210089"/>
                  <a:gd name="connsiteY6" fmla="*/ 150038 h 150037"/>
                  <a:gd name="connsiteX7" fmla="*/ 0 w 210089"/>
                  <a:gd name="connsiteY7" fmla="*/ 0 h 150037"/>
                  <a:gd name="connsiteX8" fmla="*/ 19877 w 210089"/>
                  <a:gd name="connsiteY8" fmla="*/ 0 h 150037"/>
                  <a:gd name="connsiteX9" fmla="*/ 48029 w 210089"/>
                  <a:gd name="connsiteY9" fmla="*/ 95741 h 150037"/>
                  <a:gd name="connsiteX10" fmla="*/ 56588 w 210089"/>
                  <a:gd name="connsiteY10" fmla="*/ 129921 h 150037"/>
                  <a:gd name="connsiteX11" fmla="*/ 65814 w 210089"/>
                  <a:gd name="connsiteY11" fmla="*/ 95741 h 150037"/>
                  <a:gd name="connsiteX12" fmla="*/ 94631 w 210089"/>
                  <a:gd name="connsiteY12" fmla="*/ 0 h 150037"/>
                  <a:gd name="connsiteX13" fmla="*/ 116410 w 210089"/>
                  <a:gd name="connsiteY13" fmla="*/ 0 h 150037"/>
                  <a:gd name="connsiteX14" fmla="*/ 145227 w 210089"/>
                  <a:gd name="connsiteY14" fmla="*/ 95741 h 150037"/>
                  <a:gd name="connsiteX15" fmla="*/ 154072 w 210089"/>
                  <a:gd name="connsiteY15" fmla="*/ 129921 h 150037"/>
                  <a:gd name="connsiteX16" fmla="*/ 162917 w 210089"/>
                  <a:gd name="connsiteY16" fmla="*/ 95741 h 150037"/>
                  <a:gd name="connsiteX17" fmla="*/ 191734 w 210089"/>
                  <a:gd name="connsiteY17" fmla="*/ 0 h 150037"/>
                  <a:gd name="connsiteX18" fmla="*/ 210090 w 210089"/>
                  <a:gd name="connsiteY18" fmla="*/ 0 h 150037"/>
                  <a:gd name="connsiteX19" fmla="*/ 165295 w 210089"/>
                  <a:gd name="connsiteY19" fmla="*/ 150038 h 150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10089" h="150037">
                    <a:moveTo>
                      <a:pt x="165390" y="150038"/>
                    </a:moveTo>
                    <a:lnTo>
                      <a:pt x="141518" y="150038"/>
                    </a:lnTo>
                    <a:lnTo>
                      <a:pt x="115174" y="60909"/>
                    </a:lnTo>
                    <a:cubicBezTo>
                      <a:pt x="111179" y="47125"/>
                      <a:pt x="105092" y="23376"/>
                      <a:pt x="105092" y="23376"/>
                    </a:cubicBezTo>
                    <a:cubicBezTo>
                      <a:pt x="105092" y="23376"/>
                      <a:pt x="99291" y="46474"/>
                      <a:pt x="95011" y="60909"/>
                    </a:cubicBezTo>
                    <a:lnTo>
                      <a:pt x="67716" y="150038"/>
                    </a:lnTo>
                    <a:lnTo>
                      <a:pt x="44129" y="150038"/>
                    </a:lnTo>
                    <a:lnTo>
                      <a:pt x="0" y="0"/>
                    </a:lnTo>
                    <a:lnTo>
                      <a:pt x="19877" y="0"/>
                    </a:lnTo>
                    <a:lnTo>
                      <a:pt x="48029" y="95741"/>
                    </a:lnTo>
                    <a:cubicBezTo>
                      <a:pt x="51738" y="108314"/>
                      <a:pt x="56588" y="129921"/>
                      <a:pt x="56588" y="129921"/>
                    </a:cubicBezTo>
                    <a:cubicBezTo>
                      <a:pt x="56588" y="129921"/>
                      <a:pt x="62104" y="108314"/>
                      <a:pt x="65814" y="95741"/>
                    </a:cubicBezTo>
                    <a:lnTo>
                      <a:pt x="94631" y="0"/>
                    </a:lnTo>
                    <a:lnTo>
                      <a:pt x="116410" y="0"/>
                    </a:lnTo>
                    <a:lnTo>
                      <a:pt x="145227" y="95741"/>
                    </a:lnTo>
                    <a:cubicBezTo>
                      <a:pt x="149222" y="109245"/>
                      <a:pt x="154072" y="129921"/>
                      <a:pt x="154072" y="129921"/>
                    </a:cubicBezTo>
                    <a:cubicBezTo>
                      <a:pt x="154072" y="129921"/>
                      <a:pt x="159018" y="108873"/>
                      <a:pt x="162917" y="95741"/>
                    </a:cubicBezTo>
                    <a:lnTo>
                      <a:pt x="191734" y="0"/>
                    </a:lnTo>
                    <a:lnTo>
                      <a:pt x="210090" y="0"/>
                    </a:lnTo>
                    <a:lnTo>
                      <a:pt x="165295" y="150038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1E1EA3CD-35C1-CDC1-9CD3-C41E056F404A}"/>
                  </a:ext>
                </a:extLst>
              </p:cNvPr>
              <p:cNvSpPr/>
              <p:nvPr/>
            </p:nvSpPr>
            <p:spPr>
              <a:xfrm>
                <a:off x="5146838" y="3352071"/>
                <a:ext cx="128108" cy="156650"/>
              </a:xfrm>
              <a:custGeom>
                <a:avLst/>
                <a:gdLst>
                  <a:gd name="connsiteX0" fmla="*/ 19877 w 128108"/>
                  <a:gd name="connsiteY0" fmla="*/ 84006 h 156650"/>
                  <a:gd name="connsiteX1" fmla="*/ 70759 w 128108"/>
                  <a:gd name="connsiteY1" fmla="*/ 141004 h 156650"/>
                  <a:gd name="connsiteX2" fmla="*/ 113937 w 128108"/>
                  <a:gd name="connsiteY2" fmla="*/ 125730 h 156650"/>
                  <a:gd name="connsiteX3" fmla="*/ 123163 w 128108"/>
                  <a:gd name="connsiteY3" fmla="*/ 138303 h 156650"/>
                  <a:gd name="connsiteX4" fmla="*/ 70759 w 128108"/>
                  <a:gd name="connsiteY4" fmla="*/ 156650 h 156650"/>
                  <a:gd name="connsiteX5" fmla="*/ 0 w 128108"/>
                  <a:gd name="connsiteY5" fmla="*/ 79815 h 156650"/>
                  <a:gd name="connsiteX6" fmla="*/ 65623 w 128108"/>
                  <a:gd name="connsiteY6" fmla="*/ 0 h 156650"/>
                  <a:gd name="connsiteX7" fmla="*/ 128108 w 128108"/>
                  <a:gd name="connsiteY7" fmla="*/ 84006 h 156650"/>
                  <a:gd name="connsiteX8" fmla="*/ 19877 w 128108"/>
                  <a:gd name="connsiteY8" fmla="*/ 84006 h 156650"/>
                  <a:gd name="connsiteX9" fmla="*/ 65528 w 128108"/>
                  <a:gd name="connsiteY9" fmla="*/ 14994 h 156650"/>
                  <a:gd name="connsiteX10" fmla="*/ 19877 w 128108"/>
                  <a:gd name="connsiteY10" fmla="*/ 69012 h 156650"/>
                  <a:gd name="connsiteX11" fmla="*/ 108802 w 128108"/>
                  <a:gd name="connsiteY11" fmla="*/ 69012 h 156650"/>
                  <a:gd name="connsiteX12" fmla="*/ 65623 w 128108"/>
                  <a:gd name="connsiteY12" fmla="*/ 14994 h 156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8108" h="156650">
                    <a:moveTo>
                      <a:pt x="19877" y="84006"/>
                    </a:moveTo>
                    <a:cubicBezTo>
                      <a:pt x="21399" y="122377"/>
                      <a:pt x="44700" y="141004"/>
                      <a:pt x="70759" y="141004"/>
                    </a:cubicBezTo>
                    <a:cubicBezTo>
                      <a:pt x="88829" y="141004"/>
                      <a:pt x="103285" y="133833"/>
                      <a:pt x="113937" y="125730"/>
                    </a:cubicBezTo>
                    <a:lnTo>
                      <a:pt x="123163" y="138303"/>
                    </a:lnTo>
                    <a:cubicBezTo>
                      <a:pt x="109087" y="149106"/>
                      <a:pt x="92824" y="156650"/>
                      <a:pt x="70759" y="156650"/>
                    </a:cubicBezTo>
                    <a:cubicBezTo>
                      <a:pt x="30910" y="156650"/>
                      <a:pt x="0" y="129642"/>
                      <a:pt x="0" y="79815"/>
                    </a:cubicBezTo>
                    <a:cubicBezTo>
                      <a:pt x="0" y="26077"/>
                      <a:pt x="31575" y="0"/>
                      <a:pt x="65623" y="0"/>
                    </a:cubicBezTo>
                    <a:cubicBezTo>
                      <a:pt x="113747" y="0"/>
                      <a:pt x="128108" y="36881"/>
                      <a:pt x="128108" y="84006"/>
                    </a:cubicBezTo>
                    <a:lnTo>
                      <a:pt x="19877" y="84006"/>
                    </a:lnTo>
                    <a:close/>
                    <a:moveTo>
                      <a:pt x="65528" y="14994"/>
                    </a:moveTo>
                    <a:cubicBezTo>
                      <a:pt x="40991" y="14994"/>
                      <a:pt x="22350" y="32969"/>
                      <a:pt x="19877" y="69012"/>
                    </a:cubicBezTo>
                    <a:lnTo>
                      <a:pt x="108802" y="69012"/>
                    </a:lnTo>
                    <a:cubicBezTo>
                      <a:pt x="108231" y="32690"/>
                      <a:pt x="92824" y="14994"/>
                      <a:pt x="65623" y="14994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937DD570-67D0-98DB-91D7-1D6A1F162814}"/>
                  </a:ext>
                </a:extLst>
              </p:cNvPr>
              <p:cNvSpPr/>
              <p:nvPr/>
            </p:nvSpPr>
            <p:spPr>
              <a:xfrm>
                <a:off x="5314796" y="3351978"/>
                <a:ext cx="81506" cy="153390"/>
              </a:xfrm>
              <a:custGeom>
                <a:avLst/>
                <a:gdLst>
                  <a:gd name="connsiteX0" fmla="*/ 76370 w 81506"/>
                  <a:gd name="connsiteY0" fmla="*/ 21700 h 153390"/>
                  <a:gd name="connsiteX1" fmla="*/ 59822 w 81506"/>
                  <a:gd name="connsiteY1" fmla="*/ 17509 h 153390"/>
                  <a:gd name="connsiteX2" fmla="*/ 19687 w 81506"/>
                  <a:gd name="connsiteY2" fmla="*/ 46287 h 153390"/>
                  <a:gd name="connsiteX3" fmla="*/ 19687 w 81506"/>
                  <a:gd name="connsiteY3" fmla="*/ 153391 h 153390"/>
                  <a:gd name="connsiteX4" fmla="*/ 951 w 81506"/>
                  <a:gd name="connsiteY4" fmla="*/ 153391 h 153390"/>
                  <a:gd name="connsiteX5" fmla="*/ 951 w 81506"/>
                  <a:gd name="connsiteY5" fmla="*/ 30641 h 153390"/>
                  <a:gd name="connsiteX6" fmla="*/ 0 w 81506"/>
                  <a:gd name="connsiteY6" fmla="*/ 3353 h 153390"/>
                  <a:gd name="connsiteX7" fmla="*/ 15027 w 81506"/>
                  <a:gd name="connsiteY7" fmla="*/ 3353 h 153390"/>
                  <a:gd name="connsiteX8" fmla="*/ 16834 w 81506"/>
                  <a:gd name="connsiteY8" fmla="*/ 28219 h 153390"/>
                  <a:gd name="connsiteX9" fmla="*/ 63721 w 81506"/>
                  <a:gd name="connsiteY9" fmla="*/ 0 h 153390"/>
                  <a:gd name="connsiteX10" fmla="*/ 81506 w 81506"/>
                  <a:gd name="connsiteY10" fmla="*/ 2701 h 153390"/>
                  <a:gd name="connsiteX11" fmla="*/ 76275 w 81506"/>
                  <a:gd name="connsiteY11" fmla="*/ 21607 h 153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1506" h="153390">
                    <a:moveTo>
                      <a:pt x="76370" y="21700"/>
                    </a:moveTo>
                    <a:cubicBezTo>
                      <a:pt x="71425" y="18999"/>
                      <a:pt x="66289" y="17509"/>
                      <a:pt x="59822" y="17509"/>
                    </a:cubicBezTo>
                    <a:cubicBezTo>
                      <a:pt x="41086" y="17509"/>
                      <a:pt x="29768" y="28871"/>
                      <a:pt x="19687" y="46287"/>
                    </a:cubicBezTo>
                    <a:lnTo>
                      <a:pt x="19687" y="153391"/>
                    </a:lnTo>
                    <a:lnTo>
                      <a:pt x="951" y="153391"/>
                    </a:lnTo>
                    <a:lnTo>
                      <a:pt x="951" y="30641"/>
                    </a:lnTo>
                    <a:cubicBezTo>
                      <a:pt x="951" y="25519"/>
                      <a:pt x="380" y="8475"/>
                      <a:pt x="0" y="3353"/>
                    </a:cubicBezTo>
                    <a:lnTo>
                      <a:pt x="15027" y="3353"/>
                    </a:lnTo>
                    <a:lnTo>
                      <a:pt x="16834" y="28219"/>
                    </a:lnTo>
                    <a:cubicBezTo>
                      <a:pt x="26059" y="11083"/>
                      <a:pt x="41371" y="0"/>
                      <a:pt x="63721" y="0"/>
                    </a:cubicBezTo>
                    <a:cubicBezTo>
                      <a:pt x="70189" y="0"/>
                      <a:pt x="76275" y="931"/>
                      <a:pt x="81506" y="2701"/>
                    </a:cubicBezTo>
                    <a:lnTo>
                      <a:pt x="76275" y="21607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8C43BA44-F3F1-B049-40B3-682695F1A752}"/>
                  </a:ext>
                </a:extLst>
              </p:cNvPr>
              <p:cNvSpPr/>
              <p:nvPr/>
            </p:nvSpPr>
            <p:spPr>
              <a:xfrm>
                <a:off x="5510715" y="3289300"/>
                <a:ext cx="123923" cy="219422"/>
              </a:xfrm>
              <a:custGeom>
                <a:avLst/>
                <a:gdLst>
                  <a:gd name="connsiteX0" fmla="*/ 63436 w 123923"/>
                  <a:gd name="connsiteY0" fmla="*/ 219422 h 219422"/>
                  <a:gd name="connsiteX1" fmla="*/ 17119 w 123923"/>
                  <a:gd name="connsiteY1" fmla="*/ 199026 h 219422"/>
                  <a:gd name="connsiteX2" fmla="*/ 15597 w 123923"/>
                  <a:gd name="connsiteY2" fmla="*/ 216162 h 219422"/>
                  <a:gd name="connsiteX3" fmla="*/ 0 w 123923"/>
                  <a:gd name="connsiteY3" fmla="*/ 216162 h 219422"/>
                  <a:gd name="connsiteX4" fmla="*/ 951 w 123923"/>
                  <a:gd name="connsiteY4" fmla="*/ 187943 h 219422"/>
                  <a:gd name="connsiteX5" fmla="*/ 951 w 123923"/>
                  <a:gd name="connsiteY5" fmla="*/ 0 h 219422"/>
                  <a:gd name="connsiteX6" fmla="*/ 19687 w 123923"/>
                  <a:gd name="connsiteY6" fmla="*/ 0 h 219422"/>
                  <a:gd name="connsiteX7" fmla="*/ 19687 w 123923"/>
                  <a:gd name="connsiteY7" fmla="*/ 86707 h 219422"/>
                  <a:gd name="connsiteX8" fmla="*/ 65053 w 123923"/>
                  <a:gd name="connsiteY8" fmla="*/ 62679 h 219422"/>
                  <a:gd name="connsiteX9" fmla="*/ 123924 w 123923"/>
                  <a:gd name="connsiteY9" fmla="*/ 140445 h 219422"/>
                  <a:gd name="connsiteX10" fmla="*/ 63531 w 123923"/>
                  <a:gd name="connsiteY10" fmla="*/ 219422 h 219422"/>
                  <a:gd name="connsiteX11" fmla="*/ 60963 w 123923"/>
                  <a:gd name="connsiteY11" fmla="*/ 78046 h 219422"/>
                  <a:gd name="connsiteX12" fmla="*/ 19592 w 123923"/>
                  <a:gd name="connsiteY12" fmla="*/ 105334 h 219422"/>
                  <a:gd name="connsiteX13" fmla="*/ 19592 w 123923"/>
                  <a:gd name="connsiteY13" fmla="*/ 186080 h 219422"/>
                  <a:gd name="connsiteX14" fmla="*/ 58776 w 123923"/>
                  <a:gd name="connsiteY14" fmla="*/ 204055 h 219422"/>
                  <a:gd name="connsiteX15" fmla="*/ 104141 w 123923"/>
                  <a:gd name="connsiteY15" fmla="*/ 141004 h 219422"/>
                  <a:gd name="connsiteX16" fmla="*/ 60963 w 123923"/>
                  <a:gd name="connsiteY16" fmla="*/ 77953 h 219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3923" h="219422">
                    <a:moveTo>
                      <a:pt x="63436" y="219422"/>
                    </a:moveTo>
                    <a:cubicBezTo>
                      <a:pt x="41086" y="219422"/>
                      <a:pt x="27010" y="211040"/>
                      <a:pt x="17119" y="199026"/>
                    </a:cubicBezTo>
                    <a:lnTo>
                      <a:pt x="15597" y="216162"/>
                    </a:lnTo>
                    <a:lnTo>
                      <a:pt x="0" y="216162"/>
                    </a:lnTo>
                    <a:cubicBezTo>
                      <a:pt x="285" y="209550"/>
                      <a:pt x="951" y="195114"/>
                      <a:pt x="951" y="187943"/>
                    </a:cubicBezTo>
                    <a:lnTo>
                      <a:pt x="951" y="0"/>
                    </a:lnTo>
                    <a:lnTo>
                      <a:pt x="19687" y="0"/>
                    </a:lnTo>
                    <a:lnTo>
                      <a:pt x="19687" y="86707"/>
                    </a:lnTo>
                    <a:cubicBezTo>
                      <a:pt x="27961" y="75904"/>
                      <a:pt x="40801" y="62679"/>
                      <a:pt x="65053" y="62679"/>
                    </a:cubicBezTo>
                    <a:cubicBezTo>
                      <a:pt x="100908" y="62679"/>
                      <a:pt x="123924" y="92668"/>
                      <a:pt x="123924" y="140445"/>
                    </a:cubicBezTo>
                    <a:cubicBezTo>
                      <a:pt x="123924" y="184311"/>
                      <a:pt x="103381" y="219422"/>
                      <a:pt x="63531" y="219422"/>
                    </a:cubicBezTo>
                    <a:close/>
                    <a:moveTo>
                      <a:pt x="60963" y="78046"/>
                    </a:moveTo>
                    <a:cubicBezTo>
                      <a:pt x="39849" y="78046"/>
                      <a:pt x="26059" y="95462"/>
                      <a:pt x="19592" y="105334"/>
                    </a:cubicBezTo>
                    <a:lnTo>
                      <a:pt x="19592" y="186080"/>
                    </a:lnTo>
                    <a:cubicBezTo>
                      <a:pt x="29673" y="196325"/>
                      <a:pt x="39849" y="204055"/>
                      <a:pt x="58776" y="204055"/>
                    </a:cubicBezTo>
                    <a:cubicBezTo>
                      <a:pt x="85405" y="204055"/>
                      <a:pt x="104141" y="180679"/>
                      <a:pt x="104141" y="141004"/>
                    </a:cubicBezTo>
                    <a:cubicBezTo>
                      <a:pt x="104141" y="93878"/>
                      <a:pt x="82647" y="77953"/>
                      <a:pt x="60963" y="77953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057B7122-BCB5-9E7C-90CD-CBAB92888AD4}"/>
                  </a:ext>
                </a:extLst>
              </p:cNvPr>
              <p:cNvSpPr/>
              <p:nvPr/>
            </p:nvSpPr>
            <p:spPr>
              <a:xfrm>
                <a:off x="5668021" y="3352071"/>
                <a:ext cx="128108" cy="156650"/>
              </a:xfrm>
              <a:custGeom>
                <a:avLst/>
                <a:gdLst>
                  <a:gd name="connsiteX0" fmla="*/ 19877 w 128108"/>
                  <a:gd name="connsiteY0" fmla="*/ 84006 h 156650"/>
                  <a:gd name="connsiteX1" fmla="*/ 70759 w 128108"/>
                  <a:gd name="connsiteY1" fmla="*/ 141004 h 156650"/>
                  <a:gd name="connsiteX2" fmla="*/ 113937 w 128108"/>
                  <a:gd name="connsiteY2" fmla="*/ 125730 h 156650"/>
                  <a:gd name="connsiteX3" fmla="*/ 123163 w 128108"/>
                  <a:gd name="connsiteY3" fmla="*/ 138303 h 156650"/>
                  <a:gd name="connsiteX4" fmla="*/ 70759 w 128108"/>
                  <a:gd name="connsiteY4" fmla="*/ 156650 h 156650"/>
                  <a:gd name="connsiteX5" fmla="*/ 0 w 128108"/>
                  <a:gd name="connsiteY5" fmla="*/ 79815 h 156650"/>
                  <a:gd name="connsiteX6" fmla="*/ 65623 w 128108"/>
                  <a:gd name="connsiteY6" fmla="*/ 0 h 156650"/>
                  <a:gd name="connsiteX7" fmla="*/ 128108 w 128108"/>
                  <a:gd name="connsiteY7" fmla="*/ 84006 h 156650"/>
                  <a:gd name="connsiteX8" fmla="*/ 19877 w 128108"/>
                  <a:gd name="connsiteY8" fmla="*/ 84006 h 156650"/>
                  <a:gd name="connsiteX9" fmla="*/ 65528 w 128108"/>
                  <a:gd name="connsiteY9" fmla="*/ 14994 h 156650"/>
                  <a:gd name="connsiteX10" fmla="*/ 19877 w 128108"/>
                  <a:gd name="connsiteY10" fmla="*/ 69012 h 156650"/>
                  <a:gd name="connsiteX11" fmla="*/ 108802 w 128108"/>
                  <a:gd name="connsiteY11" fmla="*/ 69012 h 156650"/>
                  <a:gd name="connsiteX12" fmla="*/ 65623 w 128108"/>
                  <a:gd name="connsiteY12" fmla="*/ 14994 h 156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8108" h="156650">
                    <a:moveTo>
                      <a:pt x="19877" y="84006"/>
                    </a:moveTo>
                    <a:cubicBezTo>
                      <a:pt x="21399" y="122377"/>
                      <a:pt x="44700" y="141004"/>
                      <a:pt x="70759" y="141004"/>
                    </a:cubicBezTo>
                    <a:cubicBezTo>
                      <a:pt x="88829" y="141004"/>
                      <a:pt x="103285" y="133833"/>
                      <a:pt x="113937" y="125730"/>
                    </a:cubicBezTo>
                    <a:lnTo>
                      <a:pt x="123163" y="138303"/>
                    </a:lnTo>
                    <a:cubicBezTo>
                      <a:pt x="109087" y="149106"/>
                      <a:pt x="92824" y="156650"/>
                      <a:pt x="70759" y="156650"/>
                    </a:cubicBezTo>
                    <a:cubicBezTo>
                      <a:pt x="30910" y="156650"/>
                      <a:pt x="0" y="129642"/>
                      <a:pt x="0" y="79815"/>
                    </a:cubicBezTo>
                    <a:cubicBezTo>
                      <a:pt x="0" y="26077"/>
                      <a:pt x="31575" y="0"/>
                      <a:pt x="65623" y="0"/>
                    </a:cubicBezTo>
                    <a:cubicBezTo>
                      <a:pt x="113747" y="0"/>
                      <a:pt x="128108" y="36881"/>
                      <a:pt x="128108" y="84006"/>
                    </a:cubicBezTo>
                    <a:lnTo>
                      <a:pt x="19877" y="84006"/>
                    </a:lnTo>
                    <a:close/>
                    <a:moveTo>
                      <a:pt x="65528" y="14994"/>
                    </a:moveTo>
                    <a:cubicBezTo>
                      <a:pt x="40991" y="14994"/>
                      <a:pt x="22350" y="32969"/>
                      <a:pt x="19877" y="69012"/>
                    </a:cubicBezTo>
                    <a:lnTo>
                      <a:pt x="108802" y="69012"/>
                    </a:lnTo>
                    <a:cubicBezTo>
                      <a:pt x="108231" y="32690"/>
                      <a:pt x="92824" y="14994"/>
                      <a:pt x="65623" y="14994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428F664E-A3E3-94CD-0448-0AA6C36314D5}"/>
                  </a:ext>
                </a:extLst>
              </p:cNvPr>
              <p:cNvSpPr/>
              <p:nvPr/>
            </p:nvSpPr>
            <p:spPr>
              <a:xfrm>
                <a:off x="5836835" y="3289300"/>
                <a:ext cx="113461" cy="216162"/>
              </a:xfrm>
              <a:custGeom>
                <a:avLst/>
                <a:gdLst>
                  <a:gd name="connsiteX0" fmla="*/ 94726 w 113461"/>
                  <a:gd name="connsiteY0" fmla="*/ 216069 h 216162"/>
                  <a:gd name="connsiteX1" fmla="*/ 94726 w 113461"/>
                  <a:gd name="connsiteY1" fmla="*/ 120701 h 216162"/>
                  <a:gd name="connsiteX2" fmla="*/ 58586 w 113461"/>
                  <a:gd name="connsiteY2" fmla="*/ 78418 h 216162"/>
                  <a:gd name="connsiteX3" fmla="*/ 18736 w 113461"/>
                  <a:gd name="connsiteY3" fmla="*/ 102726 h 216162"/>
                  <a:gd name="connsiteX4" fmla="*/ 18736 w 113461"/>
                  <a:gd name="connsiteY4" fmla="*/ 216162 h 216162"/>
                  <a:gd name="connsiteX5" fmla="*/ 0 w 113461"/>
                  <a:gd name="connsiteY5" fmla="*/ 216162 h 216162"/>
                  <a:gd name="connsiteX6" fmla="*/ 0 w 113461"/>
                  <a:gd name="connsiteY6" fmla="*/ 0 h 216162"/>
                  <a:gd name="connsiteX7" fmla="*/ 18736 w 113461"/>
                  <a:gd name="connsiteY7" fmla="*/ 0 h 216162"/>
                  <a:gd name="connsiteX8" fmla="*/ 18736 w 113461"/>
                  <a:gd name="connsiteY8" fmla="*/ 84658 h 216162"/>
                  <a:gd name="connsiteX9" fmla="*/ 62580 w 113461"/>
                  <a:gd name="connsiteY9" fmla="*/ 62772 h 216162"/>
                  <a:gd name="connsiteX10" fmla="*/ 113462 w 113461"/>
                  <a:gd name="connsiteY10" fmla="*/ 122191 h 216162"/>
                  <a:gd name="connsiteX11" fmla="*/ 113462 w 113461"/>
                  <a:gd name="connsiteY11" fmla="*/ 216162 h 216162"/>
                  <a:gd name="connsiteX12" fmla="*/ 94726 w 113461"/>
                  <a:gd name="connsiteY12" fmla="*/ 216162 h 216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3461" h="216162">
                    <a:moveTo>
                      <a:pt x="94726" y="216069"/>
                    </a:moveTo>
                    <a:lnTo>
                      <a:pt x="94726" y="120701"/>
                    </a:lnTo>
                    <a:cubicBezTo>
                      <a:pt x="94726" y="93133"/>
                      <a:pt x="83694" y="78418"/>
                      <a:pt x="58586" y="78418"/>
                    </a:cubicBezTo>
                    <a:cubicBezTo>
                      <a:pt x="39850" y="78418"/>
                      <a:pt x="26725" y="90991"/>
                      <a:pt x="18736" y="102726"/>
                    </a:cubicBezTo>
                    <a:lnTo>
                      <a:pt x="18736" y="216162"/>
                    </a:lnTo>
                    <a:lnTo>
                      <a:pt x="0" y="216162"/>
                    </a:lnTo>
                    <a:lnTo>
                      <a:pt x="0" y="0"/>
                    </a:lnTo>
                    <a:lnTo>
                      <a:pt x="18736" y="0"/>
                    </a:lnTo>
                    <a:lnTo>
                      <a:pt x="18736" y="84658"/>
                    </a:lnTo>
                    <a:cubicBezTo>
                      <a:pt x="28532" y="71713"/>
                      <a:pt x="43844" y="62772"/>
                      <a:pt x="62580" y="62772"/>
                    </a:cubicBezTo>
                    <a:cubicBezTo>
                      <a:pt x="101193" y="62772"/>
                      <a:pt x="113462" y="86800"/>
                      <a:pt x="113462" y="122191"/>
                    </a:cubicBezTo>
                    <a:lnTo>
                      <a:pt x="113462" y="216162"/>
                    </a:lnTo>
                    <a:lnTo>
                      <a:pt x="94726" y="21616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79DA825D-A79B-EC02-94B0-7B0AE18845FC}"/>
                  </a:ext>
                </a:extLst>
              </p:cNvPr>
              <p:cNvSpPr/>
              <p:nvPr/>
            </p:nvSpPr>
            <p:spPr>
              <a:xfrm>
                <a:off x="5999371" y="3289300"/>
                <a:ext cx="21779" cy="216069"/>
              </a:xfrm>
              <a:custGeom>
                <a:avLst/>
                <a:gdLst>
                  <a:gd name="connsiteX0" fmla="*/ 0 w 21779"/>
                  <a:gd name="connsiteY0" fmla="*/ 23097 h 216069"/>
                  <a:gd name="connsiteX1" fmla="*/ 0 w 21779"/>
                  <a:gd name="connsiteY1" fmla="*/ 0 h 216069"/>
                  <a:gd name="connsiteX2" fmla="*/ 21779 w 21779"/>
                  <a:gd name="connsiteY2" fmla="*/ 0 h 216069"/>
                  <a:gd name="connsiteX3" fmla="*/ 21779 w 21779"/>
                  <a:gd name="connsiteY3" fmla="*/ 23097 h 216069"/>
                  <a:gd name="connsiteX4" fmla="*/ 0 w 21779"/>
                  <a:gd name="connsiteY4" fmla="*/ 23097 h 216069"/>
                  <a:gd name="connsiteX5" fmla="*/ 1522 w 21779"/>
                  <a:gd name="connsiteY5" fmla="*/ 216069 h 216069"/>
                  <a:gd name="connsiteX6" fmla="*/ 1522 w 21779"/>
                  <a:gd name="connsiteY6" fmla="*/ 66032 h 216069"/>
                  <a:gd name="connsiteX7" fmla="*/ 20258 w 21779"/>
                  <a:gd name="connsiteY7" fmla="*/ 66032 h 216069"/>
                  <a:gd name="connsiteX8" fmla="*/ 20258 w 21779"/>
                  <a:gd name="connsiteY8" fmla="*/ 216069 h 216069"/>
                  <a:gd name="connsiteX9" fmla="*/ 1522 w 21779"/>
                  <a:gd name="connsiteY9" fmla="*/ 216069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779" h="216069">
                    <a:moveTo>
                      <a:pt x="0" y="23097"/>
                    </a:moveTo>
                    <a:lnTo>
                      <a:pt x="0" y="0"/>
                    </a:lnTo>
                    <a:lnTo>
                      <a:pt x="21779" y="0"/>
                    </a:lnTo>
                    <a:lnTo>
                      <a:pt x="21779" y="23097"/>
                    </a:lnTo>
                    <a:lnTo>
                      <a:pt x="0" y="23097"/>
                    </a:lnTo>
                    <a:close/>
                    <a:moveTo>
                      <a:pt x="1522" y="216069"/>
                    </a:moveTo>
                    <a:lnTo>
                      <a:pt x="1522" y="66032"/>
                    </a:lnTo>
                    <a:lnTo>
                      <a:pt x="20258" y="66032"/>
                    </a:lnTo>
                    <a:lnTo>
                      <a:pt x="20258" y="216069"/>
                    </a:lnTo>
                    <a:lnTo>
                      <a:pt x="1522" y="21606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36" name="Freeform 35">
                <a:extLst>
                  <a:ext uri="{FF2B5EF4-FFF2-40B4-BE49-F238E27FC236}">
                    <a16:creationId xmlns:a16="http://schemas.microsoft.com/office/drawing/2014/main" id="{2AC2E9AE-8D39-CDB8-16B7-130F1987D84D}"/>
                  </a:ext>
                </a:extLst>
              </p:cNvPr>
              <p:cNvSpPr/>
              <p:nvPr/>
            </p:nvSpPr>
            <p:spPr>
              <a:xfrm>
                <a:off x="6069179" y="3351978"/>
                <a:ext cx="114222" cy="153390"/>
              </a:xfrm>
              <a:custGeom>
                <a:avLst/>
                <a:gdLst>
                  <a:gd name="connsiteX0" fmla="*/ 95677 w 114222"/>
                  <a:gd name="connsiteY0" fmla="*/ 153391 h 153390"/>
                  <a:gd name="connsiteX1" fmla="*/ 95677 w 114222"/>
                  <a:gd name="connsiteY1" fmla="*/ 58301 h 153390"/>
                  <a:gd name="connsiteX2" fmla="*/ 59537 w 114222"/>
                  <a:gd name="connsiteY2" fmla="*/ 15646 h 153390"/>
                  <a:gd name="connsiteX3" fmla="*/ 19687 w 114222"/>
                  <a:gd name="connsiteY3" fmla="*/ 39954 h 153390"/>
                  <a:gd name="connsiteX4" fmla="*/ 19687 w 114222"/>
                  <a:gd name="connsiteY4" fmla="*/ 153391 h 153390"/>
                  <a:gd name="connsiteX5" fmla="*/ 951 w 114222"/>
                  <a:gd name="connsiteY5" fmla="*/ 153391 h 153390"/>
                  <a:gd name="connsiteX6" fmla="*/ 951 w 114222"/>
                  <a:gd name="connsiteY6" fmla="*/ 30920 h 153390"/>
                  <a:gd name="connsiteX7" fmla="*/ 0 w 114222"/>
                  <a:gd name="connsiteY7" fmla="*/ 3353 h 153390"/>
                  <a:gd name="connsiteX8" fmla="*/ 15598 w 114222"/>
                  <a:gd name="connsiteY8" fmla="*/ 3353 h 153390"/>
                  <a:gd name="connsiteX9" fmla="*/ 17119 w 114222"/>
                  <a:gd name="connsiteY9" fmla="*/ 24028 h 153390"/>
                  <a:gd name="connsiteX10" fmla="*/ 63056 w 114222"/>
                  <a:gd name="connsiteY10" fmla="*/ 0 h 153390"/>
                  <a:gd name="connsiteX11" fmla="*/ 114223 w 114222"/>
                  <a:gd name="connsiteY11" fmla="*/ 59419 h 153390"/>
                  <a:gd name="connsiteX12" fmla="*/ 114223 w 114222"/>
                  <a:gd name="connsiteY12" fmla="*/ 153391 h 153390"/>
                  <a:gd name="connsiteX13" fmla="*/ 95487 w 114222"/>
                  <a:gd name="connsiteY13" fmla="*/ 153391 h 153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14222" h="153390">
                    <a:moveTo>
                      <a:pt x="95677" y="153391"/>
                    </a:moveTo>
                    <a:lnTo>
                      <a:pt x="95677" y="58301"/>
                    </a:lnTo>
                    <a:cubicBezTo>
                      <a:pt x="95677" y="31013"/>
                      <a:pt x="84359" y="15646"/>
                      <a:pt x="59537" y="15646"/>
                    </a:cubicBezTo>
                    <a:cubicBezTo>
                      <a:pt x="39279" y="15646"/>
                      <a:pt x="27010" y="29151"/>
                      <a:pt x="19687" y="39954"/>
                    </a:cubicBezTo>
                    <a:lnTo>
                      <a:pt x="19687" y="153391"/>
                    </a:lnTo>
                    <a:lnTo>
                      <a:pt x="951" y="153391"/>
                    </a:lnTo>
                    <a:lnTo>
                      <a:pt x="951" y="30920"/>
                    </a:lnTo>
                    <a:cubicBezTo>
                      <a:pt x="951" y="25798"/>
                      <a:pt x="381" y="8382"/>
                      <a:pt x="0" y="3353"/>
                    </a:cubicBezTo>
                    <a:lnTo>
                      <a:pt x="15598" y="3353"/>
                    </a:lnTo>
                    <a:lnTo>
                      <a:pt x="17119" y="24028"/>
                    </a:lnTo>
                    <a:cubicBezTo>
                      <a:pt x="26344" y="10803"/>
                      <a:pt x="42513" y="0"/>
                      <a:pt x="63056" y="0"/>
                    </a:cubicBezTo>
                    <a:cubicBezTo>
                      <a:pt x="100432" y="0"/>
                      <a:pt x="114223" y="23097"/>
                      <a:pt x="114223" y="59419"/>
                    </a:cubicBezTo>
                    <a:lnTo>
                      <a:pt x="114223" y="153391"/>
                    </a:lnTo>
                    <a:lnTo>
                      <a:pt x="95487" y="153391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37" name="Freeform 36">
                <a:extLst>
                  <a:ext uri="{FF2B5EF4-FFF2-40B4-BE49-F238E27FC236}">
                    <a16:creationId xmlns:a16="http://schemas.microsoft.com/office/drawing/2014/main" id="{37451134-17A6-F61C-7250-A7DFDAF97536}"/>
                  </a:ext>
                </a:extLst>
              </p:cNvPr>
              <p:cNvSpPr/>
              <p:nvPr/>
            </p:nvSpPr>
            <p:spPr>
              <a:xfrm>
                <a:off x="6224013" y="3289300"/>
                <a:ext cx="125730" cy="219328"/>
              </a:xfrm>
              <a:custGeom>
                <a:avLst/>
                <a:gdLst>
                  <a:gd name="connsiteX0" fmla="*/ 109753 w 125730"/>
                  <a:gd name="connsiteY0" fmla="*/ 216069 h 219328"/>
                  <a:gd name="connsiteX1" fmla="*/ 108231 w 125730"/>
                  <a:gd name="connsiteY1" fmla="*/ 192320 h 219328"/>
                  <a:gd name="connsiteX2" fmla="*/ 60392 w 125730"/>
                  <a:gd name="connsiteY2" fmla="*/ 219329 h 219328"/>
                  <a:gd name="connsiteX3" fmla="*/ 0 w 125730"/>
                  <a:gd name="connsiteY3" fmla="*/ 140352 h 219328"/>
                  <a:gd name="connsiteX4" fmla="*/ 63151 w 125730"/>
                  <a:gd name="connsiteY4" fmla="*/ 62586 h 219328"/>
                  <a:gd name="connsiteX5" fmla="*/ 106044 w 125730"/>
                  <a:gd name="connsiteY5" fmla="*/ 79350 h 219328"/>
                  <a:gd name="connsiteX6" fmla="*/ 106044 w 125730"/>
                  <a:gd name="connsiteY6" fmla="*/ 0 h 219328"/>
                  <a:gd name="connsiteX7" fmla="*/ 124779 w 125730"/>
                  <a:gd name="connsiteY7" fmla="*/ 0 h 219328"/>
                  <a:gd name="connsiteX8" fmla="*/ 124779 w 125730"/>
                  <a:gd name="connsiteY8" fmla="*/ 187850 h 219328"/>
                  <a:gd name="connsiteX9" fmla="*/ 125730 w 125730"/>
                  <a:gd name="connsiteY9" fmla="*/ 216069 h 219328"/>
                  <a:gd name="connsiteX10" fmla="*/ 109753 w 125730"/>
                  <a:gd name="connsiteY10" fmla="*/ 216069 h 219328"/>
                  <a:gd name="connsiteX11" fmla="*/ 106044 w 125730"/>
                  <a:gd name="connsiteY11" fmla="*/ 95369 h 219328"/>
                  <a:gd name="connsiteX12" fmla="*/ 67145 w 125730"/>
                  <a:gd name="connsiteY12" fmla="*/ 77953 h 219328"/>
                  <a:gd name="connsiteX13" fmla="*/ 19592 w 125730"/>
                  <a:gd name="connsiteY13" fmla="*/ 141004 h 219328"/>
                  <a:gd name="connsiteX14" fmla="*/ 64958 w 125730"/>
                  <a:gd name="connsiteY14" fmla="*/ 204055 h 219328"/>
                  <a:gd name="connsiteX15" fmla="*/ 106044 w 125730"/>
                  <a:gd name="connsiteY15" fmla="*/ 177046 h 219328"/>
                  <a:gd name="connsiteX16" fmla="*/ 106044 w 125730"/>
                  <a:gd name="connsiteY16" fmla="*/ 95462 h 2193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5730" h="219328">
                    <a:moveTo>
                      <a:pt x="109753" y="216069"/>
                    </a:moveTo>
                    <a:lnTo>
                      <a:pt x="108231" y="192320"/>
                    </a:lnTo>
                    <a:cubicBezTo>
                      <a:pt x="99386" y="204893"/>
                      <a:pt x="84645" y="219329"/>
                      <a:pt x="60392" y="219329"/>
                    </a:cubicBezTo>
                    <a:cubicBezTo>
                      <a:pt x="19592" y="219329"/>
                      <a:pt x="0" y="183938"/>
                      <a:pt x="0" y="140352"/>
                    </a:cubicBezTo>
                    <a:cubicBezTo>
                      <a:pt x="0" y="91736"/>
                      <a:pt x="28151" y="62586"/>
                      <a:pt x="63151" y="62586"/>
                    </a:cubicBezTo>
                    <a:cubicBezTo>
                      <a:pt x="82172" y="62586"/>
                      <a:pt x="97199" y="70409"/>
                      <a:pt x="106044" y="79350"/>
                    </a:cubicBezTo>
                    <a:lnTo>
                      <a:pt x="106044" y="0"/>
                    </a:lnTo>
                    <a:lnTo>
                      <a:pt x="124779" y="0"/>
                    </a:lnTo>
                    <a:lnTo>
                      <a:pt x="124779" y="187850"/>
                    </a:lnTo>
                    <a:cubicBezTo>
                      <a:pt x="124779" y="195021"/>
                      <a:pt x="125350" y="209457"/>
                      <a:pt x="125730" y="216069"/>
                    </a:cubicBezTo>
                    <a:lnTo>
                      <a:pt x="109753" y="216069"/>
                    </a:lnTo>
                    <a:close/>
                    <a:moveTo>
                      <a:pt x="106044" y="95369"/>
                    </a:moveTo>
                    <a:cubicBezTo>
                      <a:pt x="96533" y="86335"/>
                      <a:pt x="86737" y="77953"/>
                      <a:pt x="67145" y="77953"/>
                    </a:cubicBezTo>
                    <a:cubicBezTo>
                      <a:pt x="47553" y="77953"/>
                      <a:pt x="19592" y="93878"/>
                      <a:pt x="19592" y="141004"/>
                    </a:cubicBezTo>
                    <a:cubicBezTo>
                      <a:pt x="19592" y="178257"/>
                      <a:pt x="36140" y="204055"/>
                      <a:pt x="64958" y="204055"/>
                    </a:cubicBezTo>
                    <a:cubicBezTo>
                      <a:pt x="84264" y="204055"/>
                      <a:pt x="97484" y="190271"/>
                      <a:pt x="106044" y="177046"/>
                    </a:cubicBezTo>
                    <a:lnTo>
                      <a:pt x="106044" y="9546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</p:grpSp>
        <p:grpSp>
          <p:nvGrpSpPr>
            <p:cNvPr id="10" name="Graphic 17">
              <a:extLst>
                <a:ext uri="{FF2B5EF4-FFF2-40B4-BE49-F238E27FC236}">
                  <a16:creationId xmlns:a16="http://schemas.microsoft.com/office/drawing/2014/main" id="{43AD33CB-AA8C-A96C-9BDD-C38DA4E087EE}"/>
                </a:ext>
              </a:extLst>
            </p:cNvPr>
            <p:cNvGrpSpPr/>
            <p:nvPr/>
          </p:nvGrpSpPr>
          <p:grpSpPr>
            <a:xfrm>
              <a:off x="6465963" y="3289300"/>
              <a:ext cx="1730364" cy="282193"/>
              <a:chOff x="6465963" y="3289300"/>
              <a:chExt cx="1730364" cy="282193"/>
            </a:xfrm>
            <a:grpFill/>
          </p:grpSpPr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1B72B869-3D16-C1FC-5DB7-EA3F8B4139C0}"/>
                  </a:ext>
                </a:extLst>
              </p:cNvPr>
              <p:cNvSpPr/>
              <p:nvPr/>
            </p:nvSpPr>
            <p:spPr>
              <a:xfrm>
                <a:off x="6465963" y="3355424"/>
                <a:ext cx="145512" cy="216069"/>
              </a:xfrm>
              <a:custGeom>
                <a:avLst/>
                <a:gdLst>
                  <a:gd name="connsiteX0" fmla="*/ 93204 w 145512"/>
                  <a:gd name="connsiteY0" fmla="*/ 161121 h 216069"/>
                  <a:gd name="connsiteX1" fmla="*/ 18451 w 145512"/>
                  <a:gd name="connsiteY1" fmla="*/ 216069 h 216069"/>
                  <a:gd name="connsiteX2" fmla="*/ 13220 w 145512"/>
                  <a:gd name="connsiteY2" fmla="*/ 189061 h 216069"/>
                  <a:gd name="connsiteX3" fmla="*/ 58871 w 145512"/>
                  <a:gd name="connsiteY3" fmla="*/ 159072 h 216069"/>
                  <a:gd name="connsiteX4" fmla="*/ 61914 w 145512"/>
                  <a:gd name="connsiteY4" fmla="*/ 149479 h 216069"/>
                  <a:gd name="connsiteX5" fmla="*/ 0 w 145512"/>
                  <a:gd name="connsiteY5" fmla="*/ 0 h 216069"/>
                  <a:gd name="connsiteX6" fmla="*/ 36426 w 145512"/>
                  <a:gd name="connsiteY6" fmla="*/ 0 h 216069"/>
                  <a:gd name="connsiteX7" fmla="*/ 63056 w 145512"/>
                  <a:gd name="connsiteY7" fmla="*/ 68453 h 216069"/>
                  <a:gd name="connsiteX8" fmla="*/ 78368 w 145512"/>
                  <a:gd name="connsiteY8" fmla="*/ 114368 h 216069"/>
                  <a:gd name="connsiteX9" fmla="*/ 111179 w 145512"/>
                  <a:gd name="connsiteY9" fmla="*/ 0 h 216069"/>
                  <a:gd name="connsiteX10" fmla="*/ 145513 w 145512"/>
                  <a:gd name="connsiteY10" fmla="*/ 0 h 216069"/>
                  <a:gd name="connsiteX11" fmla="*/ 93109 w 145512"/>
                  <a:gd name="connsiteY11" fmla="*/ 161214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5512" h="216069">
                    <a:moveTo>
                      <a:pt x="93204" y="161121"/>
                    </a:moveTo>
                    <a:cubicBezTo>
                      <a:pt x="80650" y="199492"/>
                      <a:pt x="52118" y="211878"/>
                      <a:pt x="18451" y="216069"/>
                    </a:cubicBezTo>
                    <a:lnTo>
                      <a:pt x="13220" y="189061"/>
                    </a:lnTo>
                    <a:cubicBezTo>
                      <a:pt x="37472" y="185428"/>
                      <a:pt x="53640" y="175277"/>
                      <a:pt x="58871" y="159072"/>
                    </a:cubicBezTo>
                    <a:lnTo>
                      <a:pt x="61914" y="149479"/>
                    </a:lnTo>
                    <a:lnTo>
                      <a:pt x="0" y="0"/>
                    </a:lnTo>
                    <a:lnTo>
                      <a:pt x="36426" y="0"/>
                    </a:lnTo>
                    <a:lnTo>
                      <a:pt x="63056" y="68453"/>
                    </a:lnTo>
                    <a:cubicBezTo>
                      <a:pt x="70379" y="87638"/>
                      <a:pt x="78368" y="114368"/>
                      <a:pt x="78368" y="114368"/>
                    </a:cubicBezTo>
                    <a:lnTo>
                      <a:pt x="111179" y="0"/>
                    </a:lnTo>
                    <a:lnTo>
                      <a:pt x="145513" y="0"/>
                    </a:lnTo>
                    <a:lnTo>
                      <a:pt x="93109" y="161214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4924AB1F-0199-7B0B-BE18-969935DD16A4}"/>
                  </a:ext>
                </a:extLst>
              </p:cNvPr>
              <p:cNvSpPr/>
              <p:nvPr/>
            </p:nvSpPr>
            <p:spPr>
              <a:xfrm>
                <a:off x="6629927" y="3351140"/>
                <a:ext cx="147795" cy="158419"/>
              </a:xfrm>
              <a:custGeom>
                <a:avLst/>
                <a:gdLst>
                  <a:gd name="connsiteX0" fmla="*/ 73898 w 147795"/>
                  <a:gd name="connsiteY0" fmla="*/ 158420 h 158419"/>
                  <a:gd name="connsiteX1" fmla="*/ 0 w 147795"/>
                  <a:gd name="connsiteY1" fmla="*/ 78605 h 158419"/>
                  <a:gd name="connsiteX2" fmla="*/ 73898 w 147795"/>
                  <a:gd name="connsiteY2" fmla="*/ 0 h 158419"/>
                  <a:gd name="connsiteX3" fmla="*/ 147795 w 147795"/>
                  <a:gd name="connsiteY3" fmla="*/ 78605 h 158419"/>
                  <a:gd name="connsiteX4" fmla="*/ 73898 w 147795"/>
                  <a:gd name="connsiteY4" fmla="*/ 158420 h 158419"/>
                  <a:gd name="connsiteX5" fmla="*/ 73898 w 147795"/>
                  <a:gd name="connsiteY5" fmla="*/ 26357 h 158419"/>
                  <a:gd name="connsiteX6" fmla="*/ 34714 w 147795"/>
                  <a:gd name="connsiteY6" fmla="*/ 78605 h 158419"/>
                  <a:gd name="connsiteX7" fmla="*/ 73898 w 147795"/>
                  <a:gd name="connsiteY7" fmla="*/ 132063 h 158419"/>
                  <a:gd name="connsiteX8" fmla="*/ 113081 w 147795"/>
                  <a:gd name="connsiteY8" fmla="*/ 78605 h 158419"/>
                  <a:gd name="connsiteX9" fmla="*/ 73898 w 147795"/>
                  <a:gd name="connsiteY9" fmla="*/ 26357 h 158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7795" h="158419">
                    <a:moveTo>
                      <a:pt x="73898" y="158420"/>
                    </a:moveTo>
                    <a:cubicBezTo>
                      <a:pt x="26725" y="158420"/>
                      <a:pt x="0" y="124799"/>
                      <a:pt x="0" y="78605"/>
                    </a:cubicBezTo>
                    <a:cubicBezTo>
                      <a:pt x="0" y="32410"/>
                      <a:pt x="27581" y="0"/>
                      <a:pt x="73898" y="0"/>
                    </a:cubicBezTo>
                    <a:cubicBezTo>
                      <a:pt x="120214" y="0"/>
                      <a:pt x="147795" y="32410"/>
                      <a:pt x="147795" y="78605"/>
                    </a:cubicBezTo>
                    <a:cubicBezTo>
                      <a:pt x="147795" y="124799"/>
                      <a:pt x="120214" y="158420"/>
                      <a:pt x="73898" y="158420"/>
                    </a:cubicBezTo>
                    <a:close/>
                    <a:moveTo>
                      <a:pt x="73898" y="26357"/>
                    </a:moveTo>
                    <a:cubicBezTo>
                      <a:pt x="47838" y="26357"/>
                      <a:pt x="34714" y="47405"/>
                      <a:pt x="34714" y="78605"/>
                    </a:cubicBezTo>
                    <a:cubicBezTo>
                      <a:pt x="34714" y="109804"/>
                      <a:pt x="48504" y="132063"/>
                      <a:pt x="73898" y="132063"/>
                    </a:cubicBezTo>
                    <a:cubicBezTo>
                      <a:pt x="99291" y="132063"/>
                      <a:pt x="113081" y="109897"/>
                      <a:pt x="113081" y="78605"/>
                    </a:cubicBezTo>
                    <a:cubicBezTo>
                      <a:pt x="113081" y="47312"/>
                      <a:pt x="99005" y="26357"/>
                      <a:pt x="73898" y="26357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C17B6DD4-6FE1-4DA0-156E-CB86D8398A02}"/>
                  </a:ext>
                </a:extLst>
              </p:cNvPr>
              <p:cNvSpPr/>
              <p:nvPr/>
            </p:nvSpPr>
            <p:spPr>
              <a:xfrm>
                <a:off x="6812911" y="3355331"/>
                <a:ext cx="127252" cy="153949"/>
              </a:xfrm>
              <a:custGeom>
                <a:avLst/>
                <a:gdLst>
                  <a:gd name="connsiteX0" fmla="*/ 99957 w 127252"/>
                  <a:gd name="connsiteY0" fmla="*/ 150038 h 153949"/>
                  <a:gd name="connsiteX1" fmla="*/ 97199 w 127252"/>
                  <a:gd name="connsiteY1" fmla="*/ 132622 h 153949"/>
                  <a:gd name="connsiteX2" fmla="*/ 53069 w 127252"/>
                  <a:gd name="connsiteY2" fmla="*/ 153949 h 153949"/>
                  <a:gd name="connsiteX3" fmla="*/ 0 w 127252"/>
                  <a:gd name="connsiteY3" fmla="*/ 95462 h 153949"/>
                  <a:gd name="connsiteX4" fmla="*/ 0 w 127252"/>
                  <a:gd name="connsiteY4" fmla="*/ 0 h 153949"/>
                  <a:gd name="connsiteX5" fmla="*/ 34048 w 127252"/>
                  <a:gd name="connsiteY5" fmla="*/ 0 h 153949"/>
                  <a:gd name="connsiteX6" fmla="*/ 34048 w 127252"/>
                  <a:gd name="connsiteY6" fmla="*/ 90619 h 153949"/>
                  <a:gd name="connsiteX7" fmla="*/ 60107 w 127252"/>
                  <a:gd name="connsiteY7" fmla="*/ 127220 h 153949"/>
                  <a:gd name="connsiteX8" fmla="*/ 91682 w 127252"/>
                  <a:gd name="connsiteY8" fmla="*/ 108035 h 153949"/>
                  <a:gd name="connsiteX9" fmla="*/ 91682 w 127252"/>
                  <a:gd name="connsiteY9" fmla="*/ 0 h 153949"/>
                  <a:gd name="connsiteX10" fmla="*/ 125731 w 127252"/>
                  <a:gd name="connsiteY10" fmla="*/ 0 h 153949"/>
                  <a:gd name="connsiteX11" fmla="*/ 125731 w 127252"/>
                  <a:gd name="connsiteY11" fmla="*/ 123029 h 153949"/>
                  <a:gd name="connsiteX12" fmla="*/ 127252 w 127252"/>
                  <a:gd name="connsiteY12" fmla="*/ 150038 h 153949"/>
                  <a:gd name="connsiteX13" fmla="*/ 99957 w 127252"/>
                  <a:gd name="connsiteY13" fmla="*/ 150038 h 153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7252" h="153949">
                    <a:moveTo>
                      <a:pt x="99957" y="150038"/>
                    </a:moveTo>
                    <a:lnTo>
                      <a:pt x="97199" y="132622"/>
                    </a:lnTo>
                    <a:cubicBezTo>
                      <a:pt x="86452" y="146126"/>
                      <a:pt x="71425" y="153949"/>
                      <a:pt x="53069" y="153949"/>
                    </a:cubicBezTo>
                    <a:cubicBezTo>
                      <a:pt x="15027" y="153949"/>
                      <a:pt x="0" y="131784"/>
                      <a:pt x="0" y="95462"/>
                    </a:cubicBezTo>
                    <a:lnTo>
                      <a:pt x="0" y="0"/>
                    </a:lnTo>
                    <a:lnTo>
                      <a:pt x="34048" y="0"/>
                    </a:lnTo>
                    <a:lnTo>
                      <a:pt x="34048" y="90619"/>
                    </a:lnTo>
                    <a:cubicBezTo>
                      <a:pt x="34048" y="117069"/>
                      <a:pt x="39850" y="127220"/>
                      <a:pt x="60107" y="127220"/>
                    </a:cubicBezTo>
                    <a:cubicBezTo>
                      <a:pt x="76085" y="127220"/>
                      <a:pt x="86452" y="115485"/>
                      <a:pt x="91682" y="108035"/>
                    </a:cubicBezTo>
                    <a:lnTo>
                      <a:pt x="91682" y="0"/>
                    </a:lnTo>
                    <a:lnTo>
                      <a:pt x="125731" y="0"/>
                    </a:lnTo>
                    <a:lnTo>
                      <a:pt x="125731" y="123029"/>
                    </a:lnTo>
                    <a:cubicBezTo>
                      <a:pt x="125731" y="128151"/>
                      <a:pt x="126967" y="144915"/>
                      <a:pt x="127252" y="150038"/>
                    </a:cubicBezTo>
                    <a:lnTo>
                      <a:pt x="99957" y="150038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79C96289-92C2-7F58-FBBD-EE4118E24392}"/>
                  </a:ext>
                </a:extLst>
              </p:cNvPr>
              <p:cNvSpPr/>
              <p:nvPr/>
            </p:nvSpPr>
            <p:spPr>
              <a:xfrm>
                <a:off x="6980013" y="3351140"/>
                <a:ext cx="93204" cy="154228"/>
              </a:xfrm>
              <a:custGeom>
                <a:avLst/>
                <a:gdLst>
                  <a:gd name="connsiteX0" fmla="*/ 83123 w 93204"/>
                  <a:gd name="connsiteY0" fmla="*/ 37160 h 154228"/>
                  <a:gd name="connsiteX1" fmla="*/ 68381 w 93204"/>
                  <a:gd name="connsiteY1" fmla="*/ 32690 h 154228"/>
                  <a:gd name="connsiteX2" fmla="*/ 35570 w 93204"/>
                  <a:gd name="connsiteY2" fmla="*/ 56066 h 154228"/>
                  <a:gd name="connsiteX3" fmla="*/ 35570 w 93204"/>
                  <a:gd name="connsiteY3" fmla="*/ 154229 h 154228"/>
                  <a:gd name="connsiteX4" fmla="*/ 1521 w 93204"/>
                  <a:gd name="connsiteY4" fmla="*/ 154229 h 154228"/>
                  <a:gd name="connsiteX5" fmla="*/ 1521 w 93204"/>
                  <a:gd name="connsiteY5" fmla="*/ 32410 h 154228"/>
                  <a:gd name="connsiteX6" fmla="*/ 0 w 93204"/>
                  <a:gd name="connsiteY6" fmla="*/ 4191 h 154228"/>
                  <a:gd name="connsiteX7" fmla="*/ 26059 w 93204"/>
                  <a:gd name="connsiteY7" fmla="*/ 4191 h 154228"/>
                  <a:gd name="connsiteX8" fmla="*/ 28817 w 93204"/>
                  <a:gd name="connsiteY8" fmla="*/ 29710 h 154228"/>
                  <a:gd name="connsiteX9" fmla="*/ 77892 w 93204"/>
                  <a:gd name="connsiteY9" fmla="*/ 0 h 154228"/>
                  <a:gd name="connsiteX10" fmla="*/ 93204 w 93204"/>
                  <a:gd name="connsiteY10" fmla="*/ 2421 h 154228"/>
                  <a:gd name="connsiteX11" fmla="*/ 83123 w 93204"/>
                  <a:gd name="connsiteY11" fmla="*/ 37253 h 1542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93204" h="154228">
                    <a:moveTo>
                      <a:pt x="83123" y="37160"/>
                    </a:moveTo>
                    <a:cubicBezTo>
                      <a:pt x="78177" y="34180"/>
                      <a:pt x="73898" y="32690"/>
                      <a:pt x="68381" y="32690"/>
                    </a:cubicBezTo>
                    <a:cubicBezTo>
                      <a:pt x="53640" y="32690"/>
                      <a:pt x="44129" y="42934"/>
                      <a:pt x="35570" y="56066"/>
                    </a:cubicBezTo>
                    <a:lnTo>
                      <a:pt x="35570" y="154229"/>
                    </a:lnTo>
                    <a:lnTo>
                      <a:pt x="1521" y="154229"/>
                    </a:lnTo>
                    <a:lnTo>
                      <a:pt x="1521" y="32410"/>
                    </a:lnTo>
                    <a:cubicBezTo>
                      <a:pt x="1521" y="27288"/>
                      <a:pt x="285" y="9313"/>
                      <a:pt x="0" y="4191"/>
                    </a:cubicBezTo>
                    <a:lnTo>
                      <a:pt x="26059" y="4191"/>
                    </a:lnTo>
                    <a:lnTo>
                      <a:pt x="28817" y="29710"/>
                    </a:lnTo>
                    <a:cubicBezTo>
                      <a:pt x="37091" y="14063"/>
                      <a:pt x="51452" y="0"/>
                      <a:pt x="77892" y="0"/>
                    </a:cubicBezTo>
                    <a:cubicBezTo>
                      <a:pt x="83123" y="0"/>
                      <a:pt x="88924" y="931"/>
                      <a:pt x="93204" y="2421"/>
                    </a:cubicBezTo>
                    <a:lnTo>
                      <a:pt x="83123" y="37253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CAA09B00-4DE7-B236-42A0-643F40913AB2}"/>
                  </a:ext>
                </a:extLst>
              </p:cNvPr>
              <p:cNvSpPr/>
              <p:nvPr/>
            </p:nvSpPr>
            <p:spPr>
              <a:xfrm>
                <a:off x="7192956" y="3351140"/>
                <a:ext cx="218744" cy="154321"/>
              </a:xfrm>
              <a:custGeom>
                <a:avLst/>
                <a:gdLst>
                  <a:gd name="connsiteX0" fmla="*/ 184982 w 218744"/>
                  <a:gd name="connsiteY0" fmla="*/ 154229 h 154321"/>
                  <a:gd name="connsiteX1" fmla="*/ 184982 w 218744"/>
                  <a:gd name="connsiteY1" fmla="*/ 67242 h 154321"/>
                  <a:gd name="connsiteX2" fmla="*/ 157972 w 218744"/>
                  <a:gd name="connsiteY2" fmla="*/ 27288 h 154321"/>
                  <a:gd name="connsiteX3" fmla="*/ 126682 w 218744"/>
                  <a:gd name="connsiteY3" fmla="*/ 47405 h 154321"/>
                  <a:gd name="connsiteX4" fmla="*/ 127252 w 218744"/>
                  <a:gd name="connsiteY4" fmla="*/ 57277 h 154321"/>
                  <a:gd name="connsiteX5" fmla="*/ 127252 w 218744"/>
                  <a:gd name="connsiteY5" fmla="*/ 154229 h 154321"/>
                  <a:gd name="connsiteX6" fmla="*/ 93204 w 218744"/>
                  <a:gd name="connsiteY6" fmla="*/ 154229 h 154321"/>
                  <a:gd name="connsiteX7" fmla="*/ 93204 w 218744"/>
                  <a:gd name="connsiteY7" fmla="*/ 67522 h 154321"/>
                  <a:gd name="connsiteX8" fmla="*/ 66194 w 218744"/>
                  <a:gd name="connsiteY8" fmla="*/ 27288 h 154321"/>
                  <a:gd name="connsiteX9" fmla="*/ 35570 w 218744"/>
                  <a:gd name="connsiteY9" fmla="*/ 47405 h 154321"/>
                  <a:gd name="connsiteX10" fmla="*/ 35570 w 218744"/>
                  <a:gd name="connsiteY10" fmla="*/ 154229 h 154321"/>
                  <a:gd name="connsiteX11" fmla="*/ 1522 w 218744"/>
                  <a:gd name="connsiteY11" fmla="*/ 154229 h 154321"/>
                  <a:gd name="connsiteX12" fmla="*/ 1522 w 218744"/>
                  <a:gd name="connsiteY12" fmla="*/ 31200 h 154321"/>
                  <a:gd name="connsiteX13" fmla="*/ 0 w 218744"/>
                  <a:gd name="connsiteY13" fmla="*/ 4191 h 154321"/>
                  <a:gd name="connsiteX14" fmla="*/ 26630 w 218744"/>
                  <a:gd name="connsiteY14" fmla="*/ 4191 h 154321"/>
                  <a:gd name="connsiteX15" fmla="*/ 29958 w 218744"/>
                  <a:gd name="connsiteY15" fmla="*/ 22818 h 154321"/>
                  <a:gd name="connsiteX16" fmla="*/ 72281 w 218744"/>
                  <a:gd name="connsiteY16" fmla="*/ 0 h 154321"/>
                  <a:gd name="connsiteX17" fmla="*/ 118217 w 218744"/>
                  <a:gd name="connsiteY17" fmla="*/ 24028 h 154321"/>
                  <a:gd name="connsiteX18" fmla="*/ 164154 w 218744"/>
                  <a:gd name="connsiteY18" fmla="*/ 0 h 154321"/>
                  <a:gd name="connsiteX19" fmla="*/ 218745 w 218744"/>
                  <a:gd name="connsiteY19" fmla="*/ 68453 h 154321"/>
                  <a:gd name="connsiteX20" fmla="*/ 218745 w 218744"/>
                  <a:gd name="connsiteY20" fmla="*/ 154322 h 154321"/>
                  <a:gd name="connsiteX21" fmla="*/ 184697 w 218744"/>
                  <a:gd name="connsiteY21" fmla="*/ 154322 h 1543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18744" h="154321">
                    <a:moveTo>
                      <a:pt x="184982" y="154229"/>
                    </a:moveTo>
                    <a:lnTo>
                      <a:pt x="184982" y="67242"/>
                    </a:lnTo>
                    <a:cubicBezTo>
                      <a:pt x="184982" y="42655"/>
                      <a:pt x="179180" y="27288"/>
                      <a:pt x="157972" y="27288"/>
                    </a:cubicBezTo>
                    <a:cubicBezTo>
                      <a:pt x="144181" y="27288"/>
                      <a:pt x="133719" y="37160"/>
                      <a:pt x="126682" y="47405"/>
                    </a:cubicBezTo>
                    <a:cubicBezTo>
                      <a:pt x="126967" y="50106"/>
                      <a:pt x="127252" y="54297"/>
                      <a:pt x="127252" y="57277"/>
                    </a:cubicBezTo>
                    <a:lnTo>
                      <a:pt x="127252" y="154229"/>
                    </a:lnTo>
                    <a:lnTo>
                      <a:pt x="93204" y="154229"/>
                    </a:lnTo>
                    <a:lnTo>
                      <a:pt x="93204" y="67522"/>
                    </a:lnTo>
                    <a:cubicBezTo>
                      <a:pt x="93204" y="41724"/>
                      <a:pt x="88639" y="27288"/>
                      <a:pt x="66194" y="27288"/>
                    </a:cubicBezTo>
                    <a:cubicBezTo>
                      <a:pt x="53355" y="27288"/>
                      <a:pt x="42322" y="38092"/>
                      <a:pt x="35570" y="47405"/>
                    </a:cubicBezTo>
                    <a:lnTo>
                      <a:pt x="35570" y="154229"/>
                    </a:lnTo>
                    <a:lnTo>
                      <a:pt x="1522" y="154229"/>
                    </a:lnTo>
                    <a:lnTo>
                      <a:pt x="1522" y="31200"/>
                    </a:lnTo>
                    <a:cubicBezTo>
                      <a:pt x="1522" y="26077"/>
                      <a:pt x="285" y="9313"/>
                      <a:pt x="0" y="4191"/>
                    </a:cubicBezTo>
                    <a:lnTo>
                      <a:pt x="26630" y="4191"/>
                    </a:lnTo>
                    <a:lnTo>
                      <a:pt x="29958" y="22818"/>
                    </a:lnTo>
                    <a:cubicBezTo>
                      <a:pt x="40991" y="9872"/>
                      <a:pt x="55067" y="0"/>
                      <a:pt x="72281" y="0"/>
                    </a:cubicBezTo>
                    <a:cubicBezTo>
                      <a:pt x="96153" y="0"/>
                      <a:pt x="109087" y="9034"/>
                      <a:pt x="118217" y="24028"/>
                    </a:cubicBezTo>
                    <a:cubicBezTo>
                      <a:pt x="128013" y="11083"/>
                      <a:pt x="142755" y="0"/>
                      <a:pt x="164154" y="0"/>
                    </a:cubicBezTo>
                    <a:cubicBezTo>
                      <a:pt x="202481" y="0"/>
                      <a:pt x="218745" y="20676"/>
                      <a:pt x="218745" y="68453"/>
                    </a:cubicBezTo>
                    <a:lnTo>
                      <a:pt x="218745" y="154322"/>
                    </a:lnTo>
                    <a:lnTo>
                      <a:pt x="184697" y="154322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2F50DE04-DE58-BC37-9F25-9A4AFB4F6A1F}"/>
                  </a:ext>
                </a:extLst>
              </p:cNvPr>
              <p:cNvSpPr/>
              <p:nvPr/>
            </p:nvSpPr>
            <p:spPr>
              <a:xfrm>
                <a:off x="7454879" y="3289300"/>
                <a:ext cx="36425" cy="216069"/>
              </a:xfrm>
              <a:custGeom>
                <a:avLst/>
                <a:gdLst>
                  <a:gd name="connsiteX0" fmla="*/ 0 w 36425"/>
                  <a:gd name="connsiteY0" fmla="*/ 32969 h 216069"/>
                  <a:gd name="connsiteX1" fmla="*/ 0 w 36425"/>
                  <a:gd name="connsiteY1" fmla="*/ 0 h 216069"/>
                  <a:gd name="connsiteX2" fmla="*/ 36426 w 36425"/>
                  <a:gd name="connsiteY2" fmla="*/ 0 h 216069"/>
                  <a:gd name="connsiteX3" fmla="*/ 36426 w 36425"/>
                  <a:gd name="connsiteY3" fmla="*/ 32969 h 216069"/>
                  <a:gd name="connsiteX4" fmla="*/ 0 w 36425"/>
                  <a:gd name="connsiteY4" fmla="*/ 32969 h 216069"/>
                  <a:gd name="connsiteX5" fmla="*/ 1236 w 36425"/>
                  <a:gd name="connsiteY5" fmla="*/ 216069 h 216069"/>
                  <a:gd name="connsiteX6" fmla="*/ 1236 w 36425"/>
                  <a:gd name="connsiteY6" fmla="*/ 66032 h 216069"/>
                  <a:gd name="connsiteX7" fmla="*/ 35284 w 36425"/>
                  <a:gd name="connsiteY7" fmla="*/ 66032 h 216069"/>
                  <a:gd name="connsiteX8" fmla="*/ 35284 w 36425"/>
                  <a:gd name="connsiteY8" fmla="*/ 216069 h 216069"/>
                  <a:gd name="connsiteX9" fmla="*/ 1236 w 36425"/>
                  <a:gd name="connsiteY9" fmla="*/ 216069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6425" h="216069">
                    <a:moveTo>
                      <a:pt x="0" y="32969"/>
                    </a:moveTo>
                    <a:lnTo>
                      <a:pt x="0" y="0"/>
                    </a:lnTo>
                    <a:lnTo>
                      <a:pt x="36426" y="0"/>
                    </a:lnTo>
                    <a:lnTo>
                      <a:pt x="36426" y="32969"/>
                    </a:lnTo>
                    <a:lnTo>
                      <a:pt x="0" y="32969"/>
                    </a:lnTo>
                    <a:close/>
                    <a:moveTo>
                      <a:pt x="1236" y="216069"/>
                    </a:moveTo>
                    <a:lnTo>
                      <a:pt x="1236" y="66032"/>
                    </a:lnTo>
                    <a:lnTo>
                      <a:pt x="35284" y="66032"/>
                    </a:lnTo>
                    <a:lnTo>
                      <a:pt x="35284" y="216069"/>
                    </a:lnTo>
                    <a:lnTo>
                      <a:pt x="1236" y="21606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EAE88145-0D16-50F8-0C98-9A0B9B378A59}"/>
                  </a:ext>
                </a:extLst>
              </p:cNvPr>
              <p:cNvSpPr/>
              <p:nvPr/>
            </p:nvSpPr>
            <p:spPr>
              <a:xfrm>
                <a:off x="7520502" y="3351326"/>
                <a:ext cx="120689" cy="157954"/>
              </a:xfrm>
              <a:custGeom>
                <a:avLst/>
                <a:gdLst>
                  <a:gd name="connsiteX0" fmla="*/ 61914 w 120689"/>
                  <a:gd name="connsiteY0" fmla="*/ 157954 h 157954"/>
                  <a:gd name="connsiteX1" fmla="*/ 0 w 120689"/>
                  <a:gd name="connsiteY1" fmla="*/ 139048 h 157954"/>
                  <a:gd name="connsiteX2" fmla="*/ 15598 w 120689"/>
                  <a:gd name="connsiteY2" fmla="*/ 115299 h 157954"/>
                  <a:gd name="connsiteX3" fmla="*/ 60678 w 120689"/>
                  <a:gd name="connsiteY3" fmla="*/ 131784 h 157954"/>
                  <a:gd name="connsiteX4" fmla="*/ 85786 w 120689"/>
                  <a:gd name="connsiteY4" fmla="*/ 115020 h 157954"/>
                  <a:gd name="connsiteX5" fmla="*/ 55732 w 120689"/>
                  <a:gd name="connsiteY5" fmla="*/ 91271 h 157954"/>
                  <a:gd name="connsiteX6" fmla="*/ 6372 w 120689"/>
                  <a:gd name="connsiteY6" fmla="*/ 44145 h 157954"/>
                  <a:gd name="connsiteX7" fmla="*/ 64577 w 120689"/>
                  <a:gd name="connsiteY7" fmla="*/ 0 h 157954"/>
                  <a:gd name="connsiteX8" fmla="*/ 118788 w 120689"/>
                  <a:gd name="connsiteY8" fmla="*/ 16205 h 157954"/>
                  <a:gd name="connsiteX9" fmla="*/ 104427 w 120689"/>
                  <a:gd name="connsiteY9" fmla="*/ 39302 h 157954"/>
                  <a:gd name="connsiteX10" fmla="*/ 65528 w 120689"/>
                  <a:gd name="connsiteY10" fmla="*/ 26077 h 157954"/>
                  <a:gd name="connsiteX11" fmla="*/ 41276 w 120689"/>
                  <a:gd name="connsiteY11" fmla="*/ 41724 h 157954"/>
                  <a:gd name="connsiteX12" fmla="*/ 75895 w 120689"/>
                  <a:gd name="connsiteY12" fmla="*/ 64821 h 157954"/>
                  <a:gd name="connsiteX13" fmla="*/ 120690 w 120689"/>
                  <a:gd name="connsiteY13" fmla="*/ 113716 h 157954"/>
                  <a:gd name="connsiteX14" fmla="*/ 61819 w 120689"/>
                  <a:gd name="connsiteY14" fmla="*/ 157861 h 157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0689" h="157954">
                    <a:moveTo>
                      <a:pt x="61914" y="157954"/>
                    </a:moveTo>
                    <a:cubicBezTo>
                      <a:pt x="33097" y="157954"/>
                      <a:pt x="16263" y="149572"/>
                      <a:pt x="0" y="139048"/>
                    </a:cubicBezTo>
                    <a:lnTo>
                      <a:pt x="15598" y="115299"/>
                    </a:lnTo>
                    <a:cubicBezTo>
                      <a:pt x="28817" y="124612"/>
                      <a:pt x="44129" y="131784"/>
                      <a:pt x="60678" y="131784"/>
                    </a:cubicBezTo>
                    <a:cubicBezTo>
                      <a:pt x="77226" y="131784"/>
                      <a:pt x="85786" y="124612"/>
                      <a:pt x="85786" y="115020"/>
                    </a:cubicBezTo>
                    <a:cubicBezTo>
                      <a:pt x="85786" y="101795"/>
                      <a:pt x="76941" y="96672"/>
                      <a:pt x="55732" y="91271"/>
                    </a:cubicBezTo>
                    <a:cubicBezTo>
                      <a:pt x="32146" y="85310"/>
                      <a:pt x="6372" y="73855"/>
                      <a:pt x="6372" y="44145"/>
                    </a:cubicBezTo>
                    <a:cubicBezTo>
                      <a:pt x="6372" y="16578"/>
                      <a:pt x="30244" y="0"/>
                      <a:pt x="64577" y="0"/>
                    </a:cubicBezTo>
                    <a:cubicBezTo>
                      <a:pt x="86356" y="0"/>
                      <a:pt x="101669" y="4191"/>
                      <a:pt x="118788" y="16205"/>
                    </a:cubicBezTo>
                    <a:lnTo>
                      <a:pt x="104427" y="39302"/>
                    </a:lnTo>
                    <a:cubicBezTo>
                      <a:pt x="91207" y="29430"/>
                      <a:pt x="74659" y="26077"/>
                      <a:pt x="65528" y="26077"/>
                    </a:cubicBezTo>
                    <a:cubicBezTo>
                      <a:pt x="48029" y="26077"/>
                      <a:pt x="41276" y="32410"/>
                      <a:pt x="41276" y="41724"/>
                    </a:cubicBezTo>
                    <a:cubicBezTo>
                      <a:pt x="41276" y="54669"/>
                      <a:pt x="52594" y="58488"/>
                      <a:pt x="75895" y="64821"/>
                    </a:cubicBezTo>
                    <a:cubicBezTo>
                      <a:pt x="95487" y="69943"/>
                      <a:pt x="120690" y="80095"/>
                      <a:pt x="120690" y="113716"/>
                    </a:cubicBezTo>
                    <a:cubicBezTo>
                      <a:pt x="120690" y="144915"/>
                      <a:pt x="90922" y="157861"/>
                      <a:pt x="61819" y="157861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2031349B-9FEC-56DA-28CC-ABB03191141E}"/>
                  </a:ext>
                </a:extLst>
              </p:cNvPr>
              <p:cNvSpPr/>
              <p:nvPr/>
            </p:nvSpPr>
            <p:spPr>
              <a:xfrm>
                <a:off x="7658502" y="3351326"/>
                <a:ext cx="120689" cy="157954"/>
              </a:xfrm>
              <a:custGeom>
                <a:avLst/>
                <a:gdLst>
                  <a:gd name="connsiteX0" fmla="*/ 61914 w 120689"/>
                  <a:gd name="connsiteY0" fmla="*/ 157954 h 157954"/>
                  <a:gd name="connsiteX1" fmla="*/ 0 w 120689"/>
                  <a:gd name="connsiteY1" fmla="*/ 139048 h 157954"/>
                  <a:gd name="connsiteX2" fmla="*/ 15597 w 120689"/>
                  <a:gd name="connsiteY2" fmla="*/ 115299 h 157954"/>
                  <a:gd name="connsiteX3" fmla="*/ 60678 w 120689"/>
                  <a:gd name="connsiteY3" fmla="*/ 131784 h 157954"/>
                  <a:gd name="connsiteX4" fmla="*/ 85786 w 120689"/>
                  <a:gd name="connsiteY4" fmla="*/ 115020 h 157954"/>
                  <a:gd name="connsiteX5" fmla="*/ 55732 w 120689"/>
                  <a:gd name="connsiteY5" fmla="*/ 91271 h 157954"/>
                  <a:gd name="connsiteX6" fmla="*/ 6372 w 120689"/>
                  <a:gd name="connsiteY6" fmla="*/ 44145 h 157954"/>
                  <a:gd name="connsiteX7" fmla="*/ 64577 w 120689"/>
                  <a:gd name="connsiteY7" fmla="*/ 0 h 157954"/>
                  <a:gd name="connsiteX8" fmla="*/ 118788 w 120689"/>
                  <a:gd name="connsiteY8" fmla="*/ 16205 h 157954"/>
                  <a:gd name="connsiteX9" fmla="*/ 104427 w 120689"/>
                  <a:gd name="connsiteY9" fmla="*/ 39302 h 157954"/>
                  <a:gd name="connsiteX10" fmla="*/ 65528 w 120689"/>
                  <a:gd name="connsiteY10" fmla="*/ 26077 h 157954"/>
                  <a:gd name="connsiteX11" fmla="*/ 41276 w 120689"/>
                  <a:gd name="connsiteY11" fmla="*/ 41724 h 157954"/>
                  <a:gd name="connsiteX12" fmla="*/ 75895 w 120689"/>
                  <a:gd name="connsiteY12" fmla="*/ 64821 h 157954"/>
                  <a:gd name="connsiteX13" fmla="*/ 120690 w 120689"/>
                  <a:gd name="connsiteY13" fmla="*/ 113716 h 157954"/>
                  <a:gd name="connsiteX14" fmla="*/ 61819 w 120689"/>
                  <a:gd name="connsiteY14" fmla="*/ 157861 h 157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0689" h="157954">
                    <a:moveTo>
                      <a:pt x="61914" y="157954"/>
                    </a:moveTo>
                    <a:cubicBezTo>
                      <a:pt x="33097" y="157954"/>
                      <a:pt x="16263" y="149572"/>
                      <a:pt x="0" y="139048"/>
                    </a:cubicBezTo>
                    <a:lnTo>
                      <a:pt x="15597" y="115299"/>
                    </a:lnTo>
                    <a:cubicBezTo>
                      <a:pt x="28817" y="124612"/>
                      <a:pt x="44129" y="131784"/>
                      <a:pt x="60678" y="131784"/>
                    </a:cubicBezTo>
                    <a:cubicBezTo>
                      <a:pt x="77226" y="131784"/>
                      <a:pt x="85786" y="124612"/>
                      <a:pt x="85786" y="115020"/>
                    </a:cubicBezTo>
                    <a:cubicBezTo>
                      <a:pt x="85786" y="101795"/>
                      <a:pt x="76941" y="96672"/>
                      <a:pt x="55732" y="91271"/>
                    </a:cubicBezTo>
                    <a:cubicBezTo>
                      <a:pt x="32146" y="85310"/>
                      <a:pt x="6372" y="73855"/>
                      <a:pt x="6372" y="44145"/>
                    </a:cubicBezTo>
                    <a:cubicBezTo>
                      <a:pt x="6372" y="16578"/>
                      <a:pt x="30244" y="0"/>
                      <a:pt x="64577" y="0"/>
                    </a:cubicBezTo>
                    <a:cubicBezTo>
                      <a:pt x="86356" y="0"/>
                      <a:pt x="101669" y="4191"/>
                      <a:pt x="118788" y="16205"/>
                    </a:cubicBezTo>
                    <a:lnTo>
                      <a:pt x="104427" y="39302"/>
                    </a:lnTo>
                    <a:cubicBezTo>
                      <a:pt x="91207" y="29430"/>
                      <a:pt x="74659" y="26077"/>
                      <a:pt x="65528" y="26077"/>
                    </a:cubicBezTo>
                    <a:cubicBezTo>
                      <a:pt x="48029" y="26077"/>
                      <a:pt x="41276" y="32410"/>
                      <a:pt x="41276" y="41724"/>
                    </a:cubicBezTo>
                    <a:cubicBezTo>
                      <a:pt x="41276" y="54669"/>
                      <a:pt x="52594" y="58488"/>
                      <a:pt x="75895" y="64821"/>
                    </a:cubicBezTo>
                    <a:cubicBezTo>
                      <a:pt x="95487" y="69943"/>
                      <a:pt x="120690" y="80095"/>
                      <a:pt x="120690" y="113716"/>
                    </a:cubicBezTo>
                    <a:cubicBezTo>
                      <a:pt x="120690" y="144915"/>
                      <a:pt x="90922" y="157861"/>
                      <a:pt x="61819" y="157861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84779240-A8A1-1C28-C696-4EE8BBC9E876}"/>
                  </a:ext>
                </a:extLst>
              </p:cNvPr>
              <p:cNvSpPr/>
              <p:nvPr/>
            </p:nvSpPr>
            <p:spPr>
              <a:xfrm>
                <a:off x="7812954" y="3289300"/>
                <a:ext cx="36425" cy="216069"/>
              </a:xfrm>
              <a:custGeom>
                <a:avLst/>
                <a:gdLst>
                  <a:gd name="connsiteX0" fmla="*/ 0 w 36425"/>
                  <a:gd name="connsiteY0" fmla="*/ 32969 h 216069"/>
                  <a:gd name="connsiteX1" fmla="*/ 0 w 36425"/>
                  <a:gd name="connsiteY1" fmla="*/ 0 h 216069"/>
                  <a:gd name="connsiteX2" fmla="*/ 36426 w 36425"/>
                  <a:gd name="connsiteY2" fmla="*/ 0 h 216069"/>
                  <a:gd name="connsiteX3" fmla="*/ 36426 w 36425"/>
                  <a:gd name="connsiteY3" fmla="*/ 32969 h 216069"/>
                  <a:gd name="connsiteX4" fmla="*/ 0 w 36425"/>
                  <a:gd name="connsiteY4" fmla="*/ 32969 h 216069"/>
                  <a:gd name="connsiteX5" fmla="*/ 1236 w 36425"/>
                  <a:gd name="connsiteY5" fmla="*/ 216069 h 216069"/>
                  <a:gd name="connsiteX6" fmla="*/ 1236 w 36425"/>
                  <a:gd name="connsiteY6" fmla="*/ 66032 h 216069"/>
                  <a:gd name="connsiteX7" fmla="*/ 35284 w 36425"/>
                  <a:gd name="connsiteY7" fmla="*/ 66032 h 216069"/>
                  <a:gd name="connsiteX8" fmla="*/ 35284 w 36425"/>
                  <a:gd name="connsiteY8" fmla="*/ 216069 h 216069"/>
                  <a:gd name="connsiteX9" fmla="*/ 1236 w 36425"/>
                  <a:gd name="connsiteY9" fmla="*/ 216069 h 21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6425" h="216069">
                    <a:moveTo>
                      <a:pt x="0" y="32969"/>
                    </a:moveTo>
                    <a:lnTo>
                      <a:pt x="0" y="0"/>
                    </a:lnTo>
                    <a:lnTo>
                      <a:pt x="36426" y="0"/>
                    </a:lnTo>
                    <a:lnTo>
                      <a:pt x="36426" y="32969"/>
                    </a:lnTo>
                    <a:lnTo>
                      <a:pt x="0" y="32969"/>
                    </a:lnTo>
                    <a:close/>
                    <a:moveTo>
                      <a:pt x="1236" y="216069"/>
                    </a:moveTo>
                    <a:lnTo>
                      <a:pt x="1236" y="66032"/>
                    </a:lnTo>
                    <a:lnTo>
                      <a:pt x="35284" y="66032"/>
                    </a:lnTo>
                    <a:lnTo>
                      <a:pt x="35284" y="216069"/>
                    </a:lnTo>
                    <a:lnTo>
                      <a:pt x="1236" y="21606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271CE9C4-53AC-7F44-EDDF-1F182C77BBDF}"/>
                  </a:ext>
                </a:extLst>
              </p:cNvPr>
              <p:cNvSpPr/>
              <p:nvPr/>
            </p:nvSpPr>
            <p:spPr>
              <a:xfrm>
                <a:off x="7884664" y="3351140"/>
                <a:ext cx="147795" cy="158419"/>
              </a:xfrm>
              <a:custGeom>
                <a:avLst/>
                <a:gdLst>
                  <a:gd name="connsiteX0" fmla="*/ 73898 w 147795"/>
                  <a:gd name="connsiteY0" fmla="*/ 158420 h 158419"/>
                  <a:gd name="connsiteX1" fmla="*/ 0 w 147795"/>
                  <a:gd name="connsiteY1" fmla="*/ 78605 h 158419"/>
                  <a:gd name="connsiteX2" fmla="*/ 73898 w 147795"/>
                  <a:gd name="connsiteY2" fmla="*/ 0 h 158419"/>
                  <a:gd name="connsiteX3" fmla="*/ 147795 w 147795"/>
                  <a:gd name="connsiteY3" fmla="*/ 78605 h 158419"/>
                  <a:gd name="connsiteX4" fmla="*/ 73898 w 147795"/>
                  <a:gd name="connsiteY4" fmla="*/ 158420 h 158419"/>
                  <a:gd name="connsiteX5" fmla="*/ 73898 w 147795"/>
                  <a:gd name="connsiteY5" fmla="*/ 26357 h 158419"/>
                  <a:gd name="connsiteX6" fmla="*/ 34714 w 147795"/>
                  <a:gd name="connsiteY6" fmla="*/ 78605 h 158419"/>
                  <a:gd name="connsiteX7" fmla="*/ 73898 w 147795"/>
                  <a:gd name="connsiteY7" fmla="*/ 132063 h 158419"/>
                  <a:gd name="connsiteX8" fmla="*/ 113081 w 147795"/>
                  <a:gd name="connsiteY8" fmla="*/ 78605 h 158419"/>
                  <a:gd name="connsiteX9" fmla="*/ 73898 w 147795"/>
                  <a:gd name="connsiteY9" fmla="*/ 26357 h 158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7795" h="158419">
                    <a:moveTo>
                      <a:pt x="73898" y="158420"/>
                    </a:moveTo>
                    <a:cubicBezTo>
                      <a:pt x="26725" y="158420"/>
                      <a:pt x="0" y="124799"/>
                      <a:pt x="0" y="78605"/>
                    </a:cubicBezTo>
                    <a:cubicBezTo>
                      <a:pt x="0" y="32410"/>
                      <a:pt x="27581" y="0"/>
                      <a:pt x="73898" y="0"/>
                    </a:cubicBezTo>
                    <a:cubicBezTo>
                      <a:pt x="120214" y="0"/>
                      <a:pt x="147795" y="32410"/>
                      <a:pt x="147795" y="78605"/>
                    </a:cubicBezTo>
                    <a:cubicBezTo>
                      <a:pt x="147795" y="124799"/>
                      <a:pt x="120214" y="158420"/>
                      <a:pt x="73898" y="158420"/>
                    </a:cubicBezTo>
                    <a:close/>
                    <a:moveTo>
                      <a:pt x="73898" y="26357"/>
                    </a:moveTo>
                    <a:cubicBezTo>
                      <a:pt x="47838" y="26357"/>
                      <a:pt x="34714" y="47405"/>
                      <a:pt x="34714" y="78605"/>
                    </a:cubicBezTo>
                    <a:cubicBezTo>
                      <a:pt x="34714" y="109804"/>
                      <a:pt x="48504" y="132063"/>
                      <a:pt x="73898" y="132063"/>
                    </a:cubicBezTo>
                    <a:cubicBezTo>
                      <a:pt x="99291" y="132063"/>
                      <a:pt x="113081" y="109897"/>
                      <a:pt x="113081" y="78605"/>
                    </a:cubicBezTo>
                    <a:cubicBezTo>
                      <a:pt x="113081" y="47312"/>
                      <a:pt x="99006" y="26357"/>
                      <a:pt x="73898" y="26357"/>
                    </a:cubicBez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06AD7E54-F476-7DBD-EDB7-D75FBF859046}"/>
                  </a:ext>
                </a:extLst>
              </p:cNvPr>
              <p:cNvSpPr/>
              <p:nvPr/>
            </p:nvSpPr>
            <p:spPr>
              <a:xfrm>
                <a:off x="8066222" y="3351140"/>
                <a:ext cx="130105" cy="154228"/>
              </a:xfrm>
              <a:custGeom>
                <a:avLst/>
                <a:gdLst>
                  <a:gd name="connsiteX0" fmla="*/ 96248 w 130105"/>
                  <a:gd name="connsiteY0" fmla="*/ 154229 h 154228"/>
                  <a:gd name="connsiteX1" fmla="*/ 96248 w 130105"/>
                  <a:gd name="connsiteY1" fmla="*/ 67242 h 154228"/>
                  <a:gd name="connsiteX2" fmla="*/ 67716 w 130105"/>
                  <a:gd name="connsiteY2" fmla="*/ 27288 h 154228"/>
                  <a:gd name="connsiteX3" fmla="*/ 35570 w 130105"/>
                  <a:gd name="connsiteY3" fmla="*/ 47684 h 154228"/>
                  <a:gd name="connsiteX4" fmla="*/ 35570 w 130105"/>
                  <a:gd name="connsiteY4" fmla="*/ 154229 h 154228"/>
                  <a:gd name="connsiteX5" fmla="*/ 1522 w 130105"/>
                  <a:gd name="connsiteY5" fmla="*/ 154229 h 154228"/>
                  <a:gd name="connsiteX6" fmla="*/ 1522 w 130105"/>
                  <a:gd name="connsiteY6" fmla="*/ 31200 h 154228"/>
                  <a:gd name="connsiteX7" fmla="*/ 0 w 130105"/>
                  <a:gd name="connsiteY7" fmla="*/ 4191 h 154228"/>
                  <a:gd name="connsiteX8" fmla="*/ 26630 w 130105"/>
                  <a:gd name="connsiteY8" fmla="*/ 4191 h 154228"/>
                  <a:gd name="connsiteX9" fmla="*/ 29958 w 130105"/>
                  <a:gd name="connsiteY9" fmla="*/ 23376 h 154228"/>
                  <a:gd name="connsiteX10" fmla="*/ 75895 w 130105"/>
                  <a:gd name="connsiteY10" fmla="*/ 0 h 154228"/>
                  <a:gd name="connsiteX11" fmla="*/ 130105 w 130105"/>
                  <a:gd name="connsiteY11" fmla="*/ 69291 h 154228"/>
                  <a:gd name="connsiteX12" fmla="*/ 130105 w 130105"/>
                  <a:gd name="connsiteY12" fmla="*/ 154229 h 154228"/>
                  <a:gd name="connsiteX13" fmla="*/ 96057 w 130105"/>
                  <a:gd name="connsiteY13" fmla="*/ 154229 h 1542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30105" h="154228">
                    <a:moveTo>
                      <a:pt x="96248" y="154229"/>
                    </a:moveTo>
                    <a:lnTo>
                      <a:pt x="96248" y="67242"/>
                    </a:lnTo>
                    <a:cubicBezTo>
                      <a:pt x="96248" y="42934"/>
                      <a:pt x="91017" y="27288"/>
                      <a:pt x="67716" y="27288"/>
                    </a:cubicBezTo>
                    <a:cubicBezTo>
                      <a:pt x="53925" y="27288"/>
                      <a:pt x="43178" y="37533"/>
                      <a:pt x="35570" y="47684"/>
                    </a:cubicBezTo>
                    <a:lnTo>
                      <a:pt x="35570" y="154229"/>
                    </a:lnTo>
                    <a:lnTo>
                      <a:pt x="1522" y="154229"/>
                    </a:lnTo>
                    <a:lnTo>
                      <a:pt x="1522" y="31200"/>
                    </a:lnTo>
                    <a:cubicBezTo>
                      <a:pt x="1522" y="26077"/>
                      <a:pt x="285" y="9313"/>
                      <a:pt x="0" y="4191"/>
                    </a:cubicBezTo>
                    <a:lnTo>
                      <a:pt x="26630" y="4191"/>
                    </a:lnTo>
                    <a:lnTo>
                      <a:pt x="29958" y="23376"/>
                    </a:lnTo>
                    <a:cubicBezTo>
                      <a:pt x="39184" y="10803"/>
                      <a:pt x="54781" y="0"/>
                      <a:pt x="75895" y="0"/>
                    </a:cubicBezTo>
                    <a:cubicBezTo>
                      <a:pt x="115459" y="0"/>
                      <a:pt x="130105" y="21048"/>
                      <a:pt x="130105" y="69291"/>
                    </a:cubicBezTo>
                    <a:lnTo>
                      <a:pt x="130105" y="154229"/>
                    </a:lnTo>
                    <a:lnTo>
                      <a:pt x="96057" y="154229"/>
                    </a:lnTo>
                    <a:close/>
                  </a:path>
                </a:pathLst>
              </a:custGeom>
              <a:grpFill/>
              <a:ln w="95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DK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050554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D3F7E3C0-7229-A0C8-B308-597A6B55C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18295"/>
            <a:ext cx="10801348" cy="889755"/>
          </a:xfrm>
        </p:spPr>
        <p:txBody>
          <a:bodyPr anchor="b" anchorCtr="0">
            <a:noAutofit/>
          </a:bodyPr>
          <a:lstStyle>
            <a:lvl1pPr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FCD63F0-20B4-4503-19AD-0E2CBC331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3" y="1268413"/>
            <a:ext cx="9721850" cy="1908215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72408F-9F57-F0EA-40F4-FC69D1459B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8292" y="6334138"/>
            <a:ext cx="4114800" cy="32067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22277-E9E0-A612-FC14-D4B12374CB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8292" y="6334138"/>
            <a:ext cx="360000" cy="32067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1BE63C8A-8B6B-4DAD-8A63-A984730E63A3}" type="slidenum">
              <a:rPr lang="en-US" smtClean="0"/>
              <a:t>‹#›</a:t>
            </a:fld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2EBDF4B-E05A-04FD-7628-934404C137EB}"/>
              </a:ext>
            </a:extLst>
          </p:cNvPr>
          <p:cNvPicPr>
            <a:picLocks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2913" y="1053025"/>
            <a:ext cx="540000" cy="36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19E80BD-420B-41C9-755A-9DE12A551DA5}"/>
              </a:ext>
            </a:extLst>
          </p:cNvPr>
          <p:cNvPicPr>
            <a:picLocks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75"/>
          <a:stretch/>
        </p:blipFill>
        <p:spPr>
          <a:xfrm>
            <a:off x="0" y="6750000"/>
            <a:ext cx="12192000" cy="108000"/>
          </a:xfrm>
          <a:prstGeom prst="rect">
            <a:avLst/>
          </a:prstGeom>
        </p:spPr>
      </p:pic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33C1480F-717F-B4B9-4DAF-B9DB92F78AF9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8965" y="6213268"/>
            <a:ext cx="972000" cy="425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5115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39">
            <a:extLst>
              <a:ext uri="{FF2B5EF4-FFF2-40B4-BE49-F238E27FC236}">
                <a16:creationId xmlns:a16="http://schemas.microsoft.com/office/drawing/2014/main" id="{AD3F3ED9-14E3-1B40-9286-AC47AA59CCDF}"/>
              </a:ext>
            </a:extLst>
          </p:cNvPr>
          <p:cNvGrpSpPr>
            <a:grpSpLocks/>
          </p:cNvGrpSpPr>
          <p:nvPr/>
        </p:nvGrpSpPr>
        <p:grpSpPr bwMode="white">
          <a:xfrm>
            <a:off x="-753534" y="0"/>
            <a:ext cx="654051" cy="6865938"/>
            <a:chOff x="-565302" y="0"/>
            <a:chExt cx="490967" cy="6865432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DA9E3C3-4B45-974E-8ECE-8922C2B36ABA}"/>
                </a:ext>
              </a:extLst>
            </p:cNvPr>
            <p:cNvSpPr/>
            <p:nvPr/>
          </p:nvSpPr>
          <p:spPr bwMode="white">
            <a:xfrm>
              <a:off x="-565302" y="0"/>
              <a:ext cx="490967" cy="6865432"/>
            </a:xfrm>
            <a:prstGeom prst="rect">
              <a:avLst/>
            </a:prstGeom>
            <a:solidFill>
              <a:srgbClr val="FFFFFF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grpSp>
          <p:nvGrpSpPr>
            <p:cNvPr id="20" name="Group 41">
              <a:extLst>
                <a:ext uri="{FF2B5EF4-FFF2-40B4-BE49-F238E27FC236}">
                  <a16:creationId xmlns:a16="http://schemas.microsoft.com/office/drawing/2014/main" id="{AA72EAC6-779D-934B-A071-421062A4FCBB}"/>
                </a:ext>
              </a:extLst>
            </p:cNvPr>
            <p:cNvGrpSpPr>
              <a:grpSpLocks/>
            </p:cNvGrpSpPr>
            <p:nvPr/>
          </p:nvGrpSpPr>
          <p:grpSpPr bwMode="white">
            <a:xfrm>
              <a:off x="-307801" y="1143000"/>
              <a:ext cx="233465" cy="4572000"/>
              <a:chOff x="-361009" y="1143000"/>
              <a:chExt cx="286674" cy="4572000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18DA776B-311A-B14A-9018-5E9DB7A4BD06}"/>
                  </a:ext>
                </a:extLst>
              </p:cNvPr>
              <p:cNvCxnSpPr/>
              <p:nvPr/>
            </p:nvCxnSpPr>
            <p:spPr bwMode="white">
              <a:xfrm flipH="1">
                <a:off x="-361132" y="5714579"/>
                <a:ext cx="286798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4F4062E0-1E4D-D742-98C9-37B5AB92FF54}"/>
                  </a:ext>
                </a:extLst>
              </p:cNvPr>
              <p:cNvCxnSpPr/>
              <p:nvPr/>
            </p:nvCxnSpPr>
            <p:spPr bwMode="white">
              <a:xfrm flipH="1">
                <a:off x="-361132" y="4571663"/>
                <a:ext cx="286798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828E5FB5-C574-D64E-93E1-B5031885FFC7}"/>
                  </a:ext>
                </a:extLst>
              </p:cNvPr>
              <p:cNvCxnSpPr/>
              <p:nvPr/>
            </p:nvCxnSpPr>
            <p:spPr bwMode="white">
              <a:xfrm flipH="1">
                <a:off x="-361132" y="2285832"/>
                <a:ext cx="286798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6DC3C5AF-569D-844A-B015-28E8F5735E73}"/>
                  </a:ext>
                </a:extLst>
              </p:cNvPr>
              <p:cNvCxnSpPr/>
              <p:nvPr/>
            </p:nvCxnSpPr>
            <p:spPr bwMode="white">
              <a:xfrm flipH="1">
                <a:off x="-361132" y="1142916"/>
                <a:ext cx="286798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28">
              <a:extLst>
                <a:ext uri="{FF2B5EF4-FFF2-40B4-BE49-F238E27FC236}">
                  <a16:creationId xmlns:a16="http://schemas.microsoft.com/office/drawing/2014/main" id="{652A7FE3-AF99-8D4A-849A-CACEE4F672F2}"/>
                </a:ext>
              </a:extLst>
            </p:cNvPr>
            <p:cNvGrpSpPr>
              <a:grpSpLocks/>
            </p:cNvGrpSpPr>
            <p:nvPr/>
          </p:nvGrpSpPr>
          <p:grpSpPr bwMode="white">
            <a:xfrm>
              <a:off x="-307801" y="0"/>
              <a:ext cx="233466" cy="6865432"/>
              <a:chOff x="-564989" y="0"/>
              <a:chExt cx="490654" cy="6865432"/>
            </a:xfrm>
          </p:grpSpPr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6D452D54-8028-F345-8270-D68F8F5431A8}"/>
                  </a:ext>
                </a:extLst>
              </p:cNvPr>
              <p:cNvCxnSpPr/>
              <p:nvPr/>
            </p:nvCxnSpPr>
            <p:spPr bwMode="white">
              <a:xfrm flipH="1">
                <a:off x="-361508" y="0"/>
                <a:ext cx="287173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5C577579-B16A-734B-9CA8-7E313ECEA093}"/>
                  </a:ext>
                </a:extLst>
              </p:cNvPr>
              <p:cNvCxnSpPr/>
              <p:nvPr/>
            </p:nvCxnSpPr>
            <p:spPr bwMode="white">
              <a:xfrm flipH="1">
                <a:off x="-565199" y="0"/>
                <a:ext cx="490864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8457A09C-6FCB-D24A-9C10-9944C6515BB5}"/>
                  </a:ext>
                </a:extLst>
              </p:cNvPr>
              <p:cNvCxnSpPr/>
              <p:nvPr/>
            </p:nvCxnSpPr>
            <p:spPr bwMode="white">
              <a:xfrm flipH="1">
                <a:off x="-565199" y="1715962"/>
                <a:ext cx="490864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4FAEAC09-847D-2B4C-B043-F94D49ABFB02}"/>
                  </a:ext>
                </a:extLst>
              </p:cNvPr>
              <p:cNvCxnSpPr/>
              <p:nvPr/>
            </p:nvCxnSpPr>
            <p:spPr bwMode="white">
              <a:xfrm flipH="1">
                <a:off x="-565199" y="3433510"/>
                <a:ext cx="490864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929E05A4-9F6A-364E-B1CD-826CF3379CB3}"/>
                  </a:ext>
                </a:extLst>
              </p:cNvPr>
              <p:cNvCxnSpPr/>
              <p:nvPr/>
            </p:nvCxnSpPr>
            <p:spPr bwMode="white">
              <a:xfrm flipH="1">
                <a:off x="-565199" y="5149470"/>
                <a:ext cx="490864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2EF42D99-0369-EC42-9766-F0760AA9F494}"/>
                  </a:ext>
                </a:extLst>
              </p:cNvPr>
              <p:cNvCxnSpPr/>
              <p:nvPr/>
            </p:nvCxnSpPr>
            <p:spPr bwMode="white">
              <a:xfrm flipH="1">
                <a:off x="-565199" y="6865432"/>
                <a:ext cx="490864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" name="TextBox 43">
              <a:extLst>
                <a:ext uri="{FF2B5EF4-FFF2-40B4-BE49-F238E27FC236}">
                  <a16:creationId xmlns:a16="http://schemas.microsoft.com/office/drawing/2014/main" id="{B6190E2B-C3E4-134B-ABFC-E5390D1DB4AD}"/>
                </a:ext>
              </a:extLst>
            </p:cNvPr>
            <p:cNvSpPr txBox="1">
              <a:spLocks noChangeArrowheads="1"/>
            </p:cNvSpPr>
            <p:nvPr/>
          </p:nvSpPr>
          <p:spPr bwMode="white">
            <a:xfrm>
              <a:off x="-537022" y="1028624"/>
              <a:ext cx="246918" cy="2154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GB" altLang="en-US" sz="800">
                  <a:solidFill>
                    <a:srgbClr val="A6A6A6"/>
                  </a:solidFill>
                  <a:cs typeface="Arial" charset="0"/>
                </a:rPr>
                <a:t>1/6</a:t>
              </a:r>
            </a:p>
          </p:txBody>
        </p:sp>
        <p:sp>
          <p:nvSpPr>
            <p:cNvPr id="23" name="TextBox 44">
              <a:extLst>
                <a:ext uri="{FF2B5EF4-FFF2-40B4-BE49-F238E27FC236}">
                  <a16:creationId xmlns:a16="http://schemas.microsoft.com/office/drawing/2014/main" id="{559E2A0D-2944-1F4A-849A-4DD03B63D103}"/>
                </a:ext>
              </a:extLst>
            </p:cNvPr>
            <p:cNvSpPr txBox="1">
              <a:spLocks noChangeArrowheads="1"/>
            </p:cNvSpPr>
            <p:nvPr/>
          </p:nvSpPr>
          <p:spPr bwMode="white">
            <a:xfrm>
              <a:off x="-537022" y="2182652"/>
              <a:ext cx="246918" cy="2154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GB" altLang="en-US" sz="800">
                  <a:solidFill>
                    <a:srgbClr val="A6A6A6"/>
                  </a:solidFill>
                  <a:cs typeface="Arial" charset="0"/>
                </a:rPr>
                <a:t>2/6</a:t>
              </a:r>
            </a:p>
          </p:txBody>
        </p:sp>
        <p:sp>
          <p:nvSpPr>
            <p:cNvPr id="24" name="TextBox 45">
              <a:extLst>
                <a:ext uri="{FF2B5EF4-FFF2-40B4-BE49-F238E27FC236}">
                  <a16:creationId xmlns:a16="http://schemas.microsoft.com/office/drawing/2014/main" id="{EA1447B4-8790-CF46-ADFD-154FD9AB5AF1}"/>
                </a:ext>
              </a:extLst>
            </p:cNvPr>
            <p:cNvSpPr txBox="1">
              <a:spLocks noChangeArrowheads="1"/>
            </p:cNvSpPr>
            <p:nvPr/>
          </p:nvSpPr>
          <p:spPr bwMode="white">
            <a:xfrm>
              <a:off x="-537022" y="4463721"/>
              <a:ext cx="246918" cy="2154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GB" altLang="en-US" sz="800">
                  <a:solidFill>
                    <a:srgbClr val="A6A6A6"/>
                  </a:solidFill>
                  <a:cs typeface="Arial" charset="0"/>
                </a:rPr>
                <a:t>4/6</a:t>
              </a:r>
            </a:p>
          </p:txBody>
        </p:sp>
        <p:sp>
          <p:nvSpPr>
            <p:cNvPr id="25" name="TextBox 46">
              <a:extLst>
                <a:ext uri="{FF2B5EF4-FFF2-40B4-BE49-F238E27FC236}">
                  <a16:creationId xmlns:a16="http://schemas.microsoft.com/office/drawing/2014/main" id="{430FB3DA-19A1-F647-8245-2FF1DC5F763F}"/>
                </a:ext>
              </a:extLst>
            </p:cNvPr>
            <p:cNvSpPr txBox="1">
              <a:spLocks noChangeArrowheads="1"/>
            </p:cNvSpPr>
            <p:nvPr/>
          </p:nvSpPr>
          <p:spPr bwMode="white">
            <a:xfrm>
              <a:off x="-537022" y="5601875"/>
              <a:ext cx="246918" cy="2154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GB" altLang="en-US" sz="800">
                  <a:solidFill>
                    <a:srgbClr val="A6A6A6"/>
                  </a:solidFill>
                  <a:cs typeface="Arial" charset="0"/>
                </a:rPr>
                <a:t>5/6</a:t>
              </a:r>
            </a:p>
          </p:txBody>
        </p:sp>
        <p:sp>
          <p:nvSpPr>
            <p:cNvPr id="26" name="TextBox 47">
              <a:extLst>
                <a:ext uri="{FF2B5EF4-FFF2-40B4-BE49-F238E27FC236}">
                  <a16:creationId xmlns:a16="http://schemas.microsoft.com/office/drawing/2014/main" id="{44D8A614-472F-6745-97EA-990F26C31E3B}"/>
                </a:ext>
              </a:extLst>
            </p:cNvPr>
            <p:cNvSpPr txBox="1">
              <a:spLocks noChangeArrowheads="1"/>
            </p:cNvSpPr>
            <p:nvPr/>
          </p:nvSpPr>
          <p:spPr bwMode="white">
            <a:xfrm>
              <a:off x="-537022" y="1611194"/>
              <a:ext cx="246918" cy="2154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GB" altLang="en-US" sz="800">
                  <a:solidFill>
                    <a:srgbClr val="A6A6A6"/>
                  </a:solidFill>
                  <a:cs typeface="Arial" charset="0"/>
                </a:rPr>
                <a:t>1/4</a:t>
              </a:r>
            </a:p>
          </p:txBody>
        </p:sp>
        <p:sp>
          <p:nvSpPr>
            <p:cNvPr id="27" name="TextBox 48">
              <a:extLst>
                <a:ext uri="{FF2B5EF4-FFF2-40B4-BE49-F238E27FC236}">
                  <a16:creationId xmlns:a16="http://schemas.microsoft.com/office/drawing/2014/main" id="{EFF2C187-7153-954C-9FC7-BD827D1F3AC6}"/>
                </a:ext>
              </a:extLst>
            </p:cNvPr>
            <p:cNvSpPr txBox="1">
              <a:spLocks noChangeArrowheads="1"/>
            </p:cNvSpPr>
            <p:nvPr/>
          </p:nvSpPr>
          <p:spPr bwMode="white">
            <a:xfrm>
              <a:off x="-537022" y="5049466"/>
              <a:ext cx="246918" cy="2154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GB" altLang="en-US" sz="800">
                  <a:solidFill>
                    <a:srgbClr val="A6A6A6"/>
                  </a:solidFill>
                  <a:cs typeface="Arial" charset="0"/>
                </a:rPr>
                <a:t>3/4</a:t>
              </a:r>
            </a:p>
          </p:txBody>
        </p:sp>
        <p:sp>
          <p:nvSpPr>
            <p:cNvPr id="28" name="TextBox 49">
              <a:extLst>
                <a:ext uri="{FF2B5EF4-FFF2-40B4-BE49-F238E27FC236}">
                  <a16:creationId xmlns:a16="http://schemas.microsoft.com/office/drawing/2014/main" id="{8D409C4C-D8C7-0441-B83B-B1878439F8D9}"/>
                </a:ext>
              </a:extLst>
            </p:cNvPr>
            <p:cNvSpPr txBox="1">
              <a:spLocks noChangeArrowheads="1"/>
            </p:cNvSpPr>
            <p:nvPr/>
          </p:nvSpPr>
          <p:spPr bwMode="white">
            <a:xfrm>
              <a:off x="-537022" y="3338267"/>
              <a:ext cx="246918" cy="2154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GB" altLang="en-US" sz="800">
                  <a:solidFill>
                    <a:srgbClr val="A6A6A6"/>
                  </a:solidFill>
                  <a:cs typeface="Arial" charset="0"/>
                </a:rPr>
                <a:t>1/2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7C14DB2-5CC9-1749-A094-C50E19FF34F1}"/>
              </a:ext>
            </a:extLst>
          </p:cNvPr>
          <p:cNvGrpSpPr/>
          <p:nvPr/>
        </p:nvGrpSpPr>
        <p:grpSpPr>
          <a:xfrm>
            <a:off x="0" y="-311565"/>
            <a:ext cx="12192000" cy="233362"/>
            <a:chOff x="4" y="-325436"/>
            <a:chExt cx="12192000" cy="233362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A4E0C165-0F0C-7746-AA8A-3642ABE1A59A}"/>
                </a:ext>
              </a:extLst>
            </p:cNvPr>
            <p:cNvGrpSpPr/>
            <p:nvPr userDrawn="1"/>
          </p:nvGrpSpPr>
          <p:grpSpPr bwMode="white">
            <a:xfrm>
              <a:off x="4" y="-325436"/>
              <a:ext cx="12192000" cy="233362"/>
              <a:chOff x="3" y="-325436"/>
              <a:chExt cx="9144000" cy="233362"/>
            </a:xfrm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34493CF2-5053-7E44-8850-2922016E6865}"/>
                  </a:ext>
                </a:extLst>
              </p:cNvPr>
              <p:cNvSpPr/>
              <p:nvPr/>
            </p:nvSpPr>
            <p:spPr bwMode="white">
              <a:xfrm rot="5400000">
                <a:off x="4455322" y="-4780754"/>
                <a:ext cx="233361" cy="9144000"/>
              </a:xfrm>
              <a:prstGeom prst="rect">
                <a:avLst/>
              </a:pr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GB"/>
              </a:p>
            </p:txBody>
          </p: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7989F27A-367C-BF46-A39D-70DE8AB252E8}"/>
                  </a:ext>
                </a:extLst>
              </p:cNvPr>
              <p:cNvCxnSpPr/>
              <p:nvPr/>
            </p:nvCxnSpPr>
            <p:spPr bwMode="white">
              <a:xfrm rot="16200000" flipH="1">
                <a:off x="4279900" y="-208755"/>
                <a:ext cx="233362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02307E3A-DC3A-9447-89B4-8AA034900A84}"/>
                  </a:ext>
                </a:extLst>
              </p:cNvPr>
              <p:cNvCxnSpPr/>
              <p:nvPr/>
            </p:nvCxnSpPr>
            <p:spPr bwMode="white">
              <a:xfrm rot="16200000" flipH="1">
                <a:off x="4637089" y="-208755"/>
                <a:ext cx="233362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9F300419-1A1E-7941-A300-A21C11E08423}"/>
                </a:ext>
              </a:extLst>
            </p:cNvPr>
            <p:cNvCxnSpPr/>
            <p:nvPr userDrawn="1"/>
          </p:nvCxnSpPr>
          <p:spPr bwMode="white">
            <a:xfrm rot="16200000" flipH="1">
              <a:off x="5745427" y="-208755"/>
              <a:ext cx="233362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B199B12D-E34C-1843-A435-CEF6A6FB25F6}"/>
                </a:ext>
              </a:extLst>
            </p:cNvPr>
            <p:cNvCxnSpPr/>
            <p:nvPr userDrawn="1"/>
          </p:nvCxnSpPr>
          <p:spPr bwMode="white">
            <a:xfrm rot="16200000" flipH="1">
              <a:off x="6221679" y="-208755"/>
              <a:ext cx="233362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C6E2D966-6DC3-EB4C-BEDC-1D53B9466C31}"/>
                </a:ext>
              </a:extLst>
            </p:cNvPr>
            <p:cNvCxnSpPr/>
            <p:nvPr userDrawn="1"/>
          </p:nvCxnSpPr>
          <p:spPr bwMode="white">
            <a:xfrm rot="16200000" flipH="1">
              <a:off x="5979319" y="-208755"/>
              <a:ext cx="233362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B4029639-D34D-AD46-B084-8FC682173502}"/>
                </a:ext>
              </a:extLst>
            </p:cNvPr>
            <p:cNvCxnSpPr/>
            <p:nvPr userDrawn="1"/>
          </p:nvCxnSpPr>
          <p:spPr bwMode="white">
            <a:xfrm rot="16200000" flipH="1">
              <a:off x="4005782" y="-208755"/>
              <a:ext cx="233362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5950D717-2013-4743-BB99-D6C3F7CE1355}"/>
                </a:ext>
              </a:extLst>
            </p:cNvPr>
            <p:cNvCxnSpPr/>
            <p:nvPr userDrawn="1"/>
          </p:nvCxnSpPr>
          <p:spPr bwMode="white">
            <a:xfrm rot="16200000" flipH="1">
              <a:off x="7909860" y="-208755"/>
              <a:ext cx="233362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21ABA4AA-8B30-B044-AD8B-31957F8803BC}"/>
                </a:ext>
              </a:extLst>
            </p:cNvPr>
            <p:cNvCxnSpPr/>
            <p:nvPr userDrawn="1"/>
          </p:nvCxnSpPr>
          <p:spPr bwMode="white">
            <a:xfrm rot="16200000" flipH="1">
              <a:off x="3765274" y="-208755"/>
              <a:ext cx="233362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881A89D-482C-3A4A-9923-F2361C8FC349}"/>
                </a:ext>
              </a:extLst>
            </p:cNvPr>
            <p:cNvCxnSpPr/>
            <p:nvPr userDrawn="1"/>
          </p:nvCxnSpPr>
          <p:spPr bwMode="white">
            <a:xfrm rot="16200000" flipH="1">
              <a:off x="4246289" y="-208755"/>
              <a:ext cx="233362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1F9FB19-1DF5-4045-8A52-095631356EF1}"/>
                </a:ext>
              </a:extLst>
            </p:cNvPr>
            <p:cNvCxnSpPr/>
            <p:nvPr userDrawn="1"/>
          </p:nvCxnSpPr>
          <p:spPr bwMode="white">
            <a:xfrm rot="16200000" flipH="1">
              <a:off x="7674557" y="-208755"/>
              <a:ext cx="233362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91308F55-3554-E84D-BC17-3ECCEDBB18E5}"/>
                </a:ext>
              </a:extLst>
            </p:cNvPr>
            <p:cNvCxnSpPr/>
            <p:nvPr userDrawn="1"/>
          </p:nvCxnSpPr>
          <p:spPr bwMode="white">
            <a:xfrm rot="16200000" flipH="1">
              <a:off x="8150809" y="-208755"/>
              <a:ext cx="233362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8284E705-F5B9-4747-81D5-B9097E5B9229}"/>
                </a:ext>
              </a:extLst>
            </p:cNvPr>
            <p:cNvCxnSpPr/>
            <p:nvPr userDrawn="1"/>
          </p:nvCxnSpPr>
          <p:spPr bwMode="white">
            <a:xfrm rot="16200000" flipH="1">
              <a:off x="327856" y="-208755"/>
              <a:ext cx="233362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92AB1BE9-8FA6-3E46-BA1F-3E00642F1AA9}"/>
                </a:ext>
              </a:extLst>
            </p:cNvPr>
            <p:cNvCxnSpPr/>
            <p:nvPr userDrawn="1"/>
          </p:nvCxnSpPr>
          <p:spPr bwMode="white">
            <a:xfrm rot="16200000" flipH="1">
              <a:off x="11623288" y="-208755"/>
              <a:ext cx="233362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C1B443A2-6E0E-06B1-4E0D-F8071C1C969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0456" y="1268412"/>
            <a:ext cx="5296084" cy="51219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62296183-981B-EAEB-D806-644A393B823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25461" y="1268412"/>
            <a:ext cx="5296084" cy="51219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21D0234-CE51-781A-21E0-A464CA2E3C6C}"/>
              </a:ext>
            </a:extLst>
          </p:cNvPr>
          <p:cNvPicPr>
            <a:picLocks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-3390485" y="3372724"/>
            <a:ext cx="6857999" cy="112558"/>
          </a:xfrm>
          <a:prstGeom prst="rect">
            <a:avLst/>
          </a:prstGeom>
        </p:spPr>
      </p:pic>
      <p:sp>
        <p:nvSpPr>
          <p:cNvPr id="7" name="Line 9">
            <a:extLst>
              <a:ext uri="{FF2B5EF4-FFF2-40B4-BE49-F238E27FC236}">
                <a16:creationId xmlns:a16="http://schemas.microsoft.com/office/drawing/2014/main" id="{F6F69195-A66A-0F84-E575-B121308D57F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1764" y="1119621"/>
            <a:ext cx="11288472" cy="0"/>
          </a:xfrm>
          <a:prstGeom prst="line">
            <a:avLst/>
          </a:prstGeom>
          <a:noFill/>
          <a:ln w="9525">
            <a:solidFill>
              <a:srgbClr val="142D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" name="Rectangle 17">
            <a:extLst>
              <a:ext uri="{FF2B5EF4-FFF2-40B4-BE49-F238E27FC236}">
                <a16:creationId xmlns:a16="http://schemas.microsoft.com/office/drawing/2014/main" id="{EFDB6534-7376-19A7-BDC4-9BA70178DA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1764" y="256021"/>
            <a:ext cx="9766124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693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ub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7">
            <a:extLst>
              <a:ext uri="{FF2B5EF4-FFF2-40B4-BE49-F238E27FC236}">
                <a16:creationId xmlns:a16="http://schemas.microsoft.com/office/drawing/2014/main" id="{C4F226B0-9CF2-AAEA-CD68-28B672E192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336701"/>
            <a:ext cx="10363200" cy="34925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AC9F8A2D-7C68-898A-9682-467E8E4F2E7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42827" y="721965"/>
            <a:ext cx="10372725" cy="349250"/>
          </a:xfrm>
        </p:spPr>
        <p:txBody>
          <a:bodyPr/>
          <a:lstStyle>
            <a:lvl1pPr marL="0" indent="0">
              <a:buNone/>
              <a:defRPr sz="2000" b="1">
                <a:solidFill>
                  <a:srgbClr val="27B4E7"/>
                </a:solidFill>
              </a:defRPr>
            </a:lvl1pPr>
            <a:lvl2pPr marL="357188" indent="0">
              <a:buNone/>
              <a:defRPr sz="1800"/>
            </a:lvl2pPr>
            <a:lvl3pPr marL="623887" indent="0">
              <a:buNone/>
              <a:defRPr sz="1800"/>
            </a:lvl3pPr>
            <a:lvl4pPr marL="898525" indent="0">
              <a:buNone/>
              <a:defRPr sz="1800"/>
            </a:lvl4pPr>
            <a:lvl5pPr marL="1163637" indent="0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6522971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ue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641F92A-4B5C-DCF6-04EC-A56B5F784E8E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tx2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K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4C4177-C8DA-E455-ADE2-E92471A0CC50}"/>
              </a:ext>
            </a:extLst>
          </p:cNvPr>
          <p:cNvPicPr>
            <a:picLocks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75"/>
          <a:stretch/>
        </p:blipFill>
        <p:spPr>
          <a:xfrm>
            <a:off x="0" y="6750000"/>
            <a:ext cx="12192000" cy="1080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154DE951-0B4A-3C8B-A930-3788A9E84285}"/>
              </a:ext>
            </a:extLst>
          </p:cNvPr>
          <p:cNvPicPr>
            <a:picLocks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2913" y="1053025"/>
            <a:ext cx="540000" cy="36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90864DA6-271C-AA20-867C-30DEF22E9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4" y="18295"/>
            <a:ext cx="4892400" cy="889755"/>
          </a:xfrm>
        </p:spPr>
        <p:txBody>
          <a:bodyPr anchor="b" anchorCtr="0">
            <a:noAutofit/>
          </a:bodyPr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A6FEFD5-A3CC-C21E-4E92-204D7DBC5C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3" y="1268413"/>
            <a:ext cx="4892400" cy="1908215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1A6C8ECD-AA31-91FA-5752-A75C0CD800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8292" y="6334138"/>
            <a:ext cx="4114800" cy="32067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0E54DF6-45E7-90E5-F499-F43ED5234C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8292" y="6334138"/>
            <a:ext cx="360000" cy="32067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fld id="{1BE63C8A-8B6B-4DAD-8A63-A984730E63A3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6228B924-EB30-A541-DBDB-06100B90A1B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750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892407308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CD87C-068E-F0B6-3D63-401DB3AB99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6DB7F5-E911-D490-03EE-9F0758EB42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6D3881-592B-6320-C842-A74F1B8AC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337C1-E341-42F3-BF59-02BAEF1EE430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E2DA43-7564-565A-E4EE-488F51054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8D72B-AE1A-5855-6912-654B2221A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63C8A-8B6B-4DAD-8A63-A984730E6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118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74.xml"/><Relationship Id="rId7" Type="http://schemas.openxmlformats.org/officeDocument/2006/relationships/slideLayout" Target="../slideLayouts/slideLayout78.xml"/><Relationship Id="rId12" Type="http://schemas.openxmlformats.org/officeDocument/2006/relationships/slideLayout" Target="../slideLayouts/slideLayout83.xml"/><Relationship Id="rId2" Type="http://schemas.openxmlformats.org/officeDocument/2006/relationships/slideLayout" Target="../slideLayouts/slideLayout73.xml"/><Relationship Id="rId16" Type="http://schemas.openxmlformats.org/officeDocument/2006/relationships/image" Target="../media/image18.emf"/><Relationship Id="rId1" Type="http://schemas.openxmlformats.org/officeDocument/2006/relationships/slideLayout" Target="../slideLayouts/slideLayout72.xml"/><Relationship Id="rId6" Type="http://schemas.openxmlformats.org/officeDocument/2006/relationships/slideLayout" Target="../slideLayouts/slideLayout77.xml"/><Relationship Id="rId11" Type="http://schemas.openxmlformats.org/officeDocument/2006/relationships/slideLayout" Target="../slideLayouts/slideLayout82.xml"/><Relationship Id="rId5" Type="http://schemas.openxmlformats.org/officeDocument/2006/relationships/slideLayout" Target="../slideLayouts/slideLayout76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81.xml"/><Relationship Id="rId4" Type="http://schemas.openxmlformats.org/officeDocument/2006/relationships/slideLayout" Target="../slideLayouts/slideLayout75.xml"/><Relationship Id="rId9" Type="http://schemas.openxmlformats.org/officeDocument/2006/relationships/slideLayout" Target="../slideLayouts/slideLayout80.xml"/><Relationship Id="rId14" Type="http://schemas.openxmlformats.org/officeDocument/2006/relationships/tags" Target="../tags/tag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1.xml"/><Relationship Id="rId13" Type="http://schemas.openxmlformats.org/officeDocument/2006/relationships/slideLayout" Target="../slideLayouts/slideLayout96.xml"/><Relationship Id="rId3" Type="http://schemas.openxmlformats.org/officeDocument/2006/relationships/slideLayout" Target="../slideLayouts/slideLayout86.xml"/><Relationship Id="rId7" Type="http://schemas.openxmlformats.org/officeDocument/2006/relationships/slideLayout" Target="../slideLayouts/slideLayout90.xml"/><Relationship Id="rId12" Type="http://schemas.openxmlformats.org/officeDocument/2006/relationships/slideLayout" Target="../slideLayouts/slideLayout95.xml"/><Relationship Id="rId2" Type="http://schemas.openxmlformats.org/officeDocument/2006/relationships/slideLayout" Target="../slideLayouts/slideLayout85.xml"/><Relationship Id="rId1" Type="http://schemas.openxmlformats.org/officeDocument/2006/relationships/slideLayout" Target="../slideLayouts/slideLayout84.xml"/><Relationship Id="rId6" Type="http://schemas.openxmlformats.org/officeDocument/2006/relationships/slideLayout" Target="../slideLayouts/slideLayout89.xml"/><Relationship Id="rId11" Type="http://schemas.openxmlformats.org/officeDocument/2006/relationships/slideLayout" Target="../slideLayouts/slideLayout94.xml"/><Relationship Id="rId5" Type="http://schemas.openxmlformats.org/officeDocument/2006/relationships/slideLayout" Target="../slideLayouts/slideLayout88.xml"/><Relationship Id="rId10" Type="http://schemas.openxmlformats.org/officeDocument/2006/relationships/slideLayout" Target="../slideLayouts/slideLayout93.xml"/><Relationship Id="rId4" Type="http://schemas.openxmlformats.org/officeDocument/2006/relationships/slideLayout" Target="../slideLayouts/slideLayout87.xml"/><Relationship Id="rId9" Type="http://schemas.openxmlformats.org/officeDocument/2006/relationships/slideLayout" Target="../slideLayouts/slideLayout92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4.xml"/><Relationship Id="rId13" Type="http://schemas.openxmlformats.org/officeDocument/2006/relationships/slideLayout" Target="../slideLayouts/slideLayout109.xml"/><Relationship Id="rId18" Type="http://schemas.openxmlformats.org/officeDocument/2006/relationships/oleObject" Target="../embeddings/oleObject2.bin"/><Relationship Id="rId3" Type="http://schemas.openxmlformats.org/officeDocument/2006/relationships/slideLayout" Target="../slideLayouts/slideLayout99.xml"/><Relationship Id="rId7" Type="http://schemas.openxmlformats.org/officeDocument/2006/relationships/slideLayout" Target="../slideLayouts/slideLayout103.xml"/><Relationship Id="rId12" Type="http://schemas.openxmlformats.org/officeDocument/2006/relationships/slideLayout" Target="../slideLayouts/slideLayout108.xml"/><Relationship Id="rId17" Type="http://schemas.openxmlformats.org/officeDocument/2006/relationships/tags" Target="../tags/tag2.xml"/><Relationship Id="rId2" Type="http://schemas.openxmlformats.org/officeDocument/2006/relationships/slideLayout" Target="../slideLayouts/slideLayout98.xml"/><Relationship Id="rId16" Type="http://schemas.openxmlformats.org/officeDocument/2006/relationships/theme" Target="../theme/theme4.xml"/><Relationship Id="rId1" Type="http://schemas.openxmlformats.org/officeDocument/2006/relationships/slideLayout" Target="../slideLayouts/slideLayout97.xml"/><Relationship Id="rId6" Type="http://schemas.openxmlformats.org/officeDocument/2006/relationships/slideLayout" Target="../slideLayouts/slideLayout102.xml"/><Relationship Id="rId11" Type="http://schemas.openxmlformats.org/officeDocument/2006/relationships/slideLayout" Target="../slideLayouts/slideLayout107.xml"/><Relationship Id="rId5" Type="http://schemas.openxmlformats.org/officeDocument/2006/relationships/slideLayout" Target="../slideLayouts/slideLayout101.xml"/><Relationship Id="rId15" Type="http://schemas.openxmlformats.org/officeDocument/2006/relationships/slideLayout" Target="../slideLayouts/slideLayout111.xml"/><Relationship Id="rId10" Type="http://schemas.openxmlformats.org/officeDocument/2006/relationships/slideLayout" Target="../slideLayouts/slideLayout106.xml"/><Relationship Id="rId19" Type="http://schemas.openxmlformats.org/officeDocument/2006/relationships/image" Target="../media/image25.emf"/><Relationship Id="rId4" Type="http://schemas.openxmlformats.org/officeDocument/2006/relationships/slideLayout" Target="../slideLayouts/slideLayout100.xml"/><Relationship Id="rId9" Type="http://schemas.openxmlformats.org/officeDocument/2006/relationships/slideLayout" Target="../slideLayouts/slideLayout105.xml"/><Relationship Id="rId14" Type="http://schemas.openxmlformats.org/officeDocument/2006/relationships/slideLayout" Target="../slideLayouts/slideLayout1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09F6D9-2104-DE01-EC89-1202BC248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4DD3E8-5864-6E82-258C-2C2764930D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EDD17-9B90-18E2-109E-E3F41907D3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C15BC8-0C91-48E8-90D4-EFA66F016386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FDEA3D-E39A-E343-0453-AB0E35C73E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DCC597-DD2F-0C63-12AB-3E20C84791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785477-ECE0-4933-AF7A-3E904BA967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899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7" r:id="rId67"/>
    <p:sldLayoutId id="2147483728" r:id="rId68"/>
    <p:sldLayoutId id="2147483729" r:id="rId69"/>
    <p:sldLayoutId id="2147483730" r:id="rId70"/>
    <p:sldLayoutId id="2147483731" r:id="rId7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Noto Sans SemiBold" panose="020B0502040504020204" pitchFamily="34" charset="0"/>
          <a:ea typeface="Noto Sans SemiBold" panose="020B0502040504020204" pitchFamily="34" charset="0"/>
          <a:cs typeface="Noto Sans SemiBold" panose="020B050204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697805C5-C397-AAF2-497D-3204CC9DF6A9}"/>
              </a:ext>
            </a:extLst>
          </p:cNvPr>
          <p:cNvGraphicFramePr>
            <a:graphicFrameLocks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31286900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347" imgH="348" progId="TCLayout.ActiveDocument.1">
                  <p:embed/>
                </p:oleObj>
              </mc:Choice>
              <mc:Fallback>
                <p:oleObj name="think-cell Slide" r:id="rId15" imgW="347" imgH="348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97805C5-C397-AAF2-497D-3204CC9DF6A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0308CE-7D4B-3F4E-E4C1-274A649BB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1" y="-10160"/>
            <a:ext cx="11307600" cy="90805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238088-6013-F84E-AA3D-4B5C9FC342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2913" y="1267200"/>
            <a:ext cx="11306174" cy="428749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37E762-A3E3-64F9-7E9F-FC1E893482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13" y="6416675"/>
            <a:ext cx="360000" cy="238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80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fld id="{64D2DCB6-719E-0F43-A160-E508323EF71D}" type="slidenum">
              <a:rPr lang="en-DK" smtClean="0"/>
              <a:pPr/>
              <a:t>‹#›</a:t>
            </a:fld>
            <a:endParaRPr lang="en-DK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C628A90D-9F2E-09F5-4D6D-482447535E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0914" y="6416676"/>
            <a:ext cx="3528961" cy="238124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algn="l">
              <a:defRPr lang="en-US" sz="800" kern="120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58206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Tx/>
        <a:buSzPct val="100000"/>
        <a:buFont typeface="Arial" panose="020B0604020202020204" pitchFamily="34" charset="0"/>
        <a:buNone/>
        <a:defRPr sz="1600" kern="1200">
          <a:solidFill>
            <a:srgbClr val="33374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Tx/>
        <a:buSzPct val="100000"/>
        <a:buFont typeface="Arial" panose="020B0604020202020204" pitchFamily="34" charset="0"/>
        <a:buChar char="•"/>
        <a:defRPr sz="1400" kern="1200">
          <a:solidFill>
            <a:srgbClr val="333740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Tx/>
        <a:buSzPct val="100000"/>
        <a:buFont typeface="Arial" panose="020B0604020202020204" pitchFamily="34" charset="0"/>
        <a:buChar char="•"/>
        <a:defRPr sz="1200" kern="1200">
          <a:solidFill>
            <a:srgbClr val="333740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Tx/>
        <a:buSzPct val="100000"/>
        <a:buFont typeface="Arial" panose="020B0604020202020204" pitchFamily="34" charset="0"/>
        <a:buChar char="•"/>
        <a:defRPr sz="1100" kern="1200">
          <a:solidFill>
            <a:srgbClr val="333740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Tx/>
        <a:buSzPct val="100000"/>
        <a:buFont typeface="Arial" panose="020B0604020202020204" pitchFamily="34" charset="0"/>
        <a:buChar char="•"/>
        <a:defRPr sz="1100" kern="1200">
          <a:solidFill>
            <a:srgbClr val="33374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>
          <p15:clr>
            <a:srgbClr val="F26B43"/>
          </p15:clr>
        </p15:guide>
        <p15:guide id="3" orient="horz" pos="4042">
          <p15:clr>
            <a:srgbClr val="F26B43"/>
          </p15:clr>
        </p15:guide>
        <p15:guide id="6" pos="7401">
          <p15:clr>
            <a:srgbClr val="F26B43"/>
          </p15:clr>
        </p15:guide>
        <p15:guide id="7" orient="horz" pos="4178">
          <p15:clr>
            <a:srgbClr val="F26B43"/>
          </p15:clr>
        </p15:guide>
        <p15:guide id="8" pos="143">
          <p15:clr>
            <a:srgbClr val="F26B43"/>
          </p15:clr>
        </p15:guide>
        <p15:guide id="9" orient="horz" pos="142">
          <p15:clr>
            <a:srgbClr val="F26B43"/>
          </p15:clr>
        </p15:guide>
        <p15:guide id="10" pos="7537">
          <p15:clr>
            <a:srgbClr val="F26B43"/>
          </p15:clr>
        </p15:guide>
        <p15:guide id="11" pos="1277">
          <p15:clr>
            <a:srgbClr val="F26B43"/>
          </p15:clr>
        </p15:guide>
        <p15:guide id="12" pos="2570">
          <p15:clr>
            <a:srgbClr val="F26B43"/>
          </p15:clr>
        </p15:guide>
        <p15:guide id="13" pos="6403">
          <p15:clr>
            <a:srgbClr val="F26B43"/>
          </p15:clr>
        </p15:guide>
        <p15:guide id="14" pos="5110">
          <p15:clr>
            <a:srgbClr val="F26B43"/>
          </p15:clr>
        </p15:guide>
        <p15:guide id="15" orient="horz" pos="1434">
          <p15:clr>
            <a:srgbClr val="F26B43"/>
          </p15:clr>
        </p15:guide>
        <p15:guide id="16" orient="horz" pos="2886">
          <p15:clr>
            <a:srgbClr val="F26B43"/>
          </p15:clr>
        </p15:guide>
        <p15:guide id="17" orient="horz" pos="2160">
          <p15:clr>
            <a:srgbClr val="F26B43"/>
          </p15:clr>
        </p15:guide>
        <p15:guide id="18" orient="horz" pos="799">
          <p15:clr>
            <a:srgbClr val="F26B43"/>
          </p15:clr>
        </p15:guide>
        <p15:guide id="19" pos="279">
          <p15:clr>
            <a:srgbClr val="F26B43"/>
          </p15:clr>
        </p15:guide>
        <p15:guide id="20" orient="horz" pos="572">
          <p15:clr>
            <a:srgbClr val="F26B43"/>
          </p15:clr>
        </p15:guide>
        <p15:guide id="21" orient="horz" pos="686">
          <p15:clr>
            <a:srgbClr val="F26B43"/>
          </p15:clr>
        </p15:guide>
        <p15:guide id="22" pos="4838">
          <p15:clr>
            <a:srgbClr val="F26B43"/>
          </p15:clr>
        </p15:guide>
        <p15:guide id="23" pos="5382">
          <p15:clr>
            <a:srgbClr val="F26B43"/>
          </p15:clr>
        </p15:guide>
        <p15:guide id="24" pos="2298">
          <p15:clr>
            <a:srgbClr val="F26B43"/>
          </p15:clr>
        </p15:guide>
        <p15:guide id="25" pos="2842">
          <p15:clr>
            <a:srgbClr val="F26B43"/>
          </p15:clr>
        </p15:guide>
        <p15:guide id="26" pos="4112">
          <p15:clr>
            <a:srgbClr val="F26B43"/>
          </p15:clr>
        </p15:guide>
        <p15:guide id="27" pos="3568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0308CE-7D4B-3F4E-E4C1-274A649BB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0"/>
            <a:ext cx="10801350" cy="90805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238088-6013-F84E-AA3D-4B5C9FC342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2913" y="1285252"/>
            <a:ext cx="10801350" cy="42874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37E762-A3E3-64F9-7E9F-FC1E893482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7013" y="6435188"/>
            <a:ext cx="360000" cy="3206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4D2DCB6-719E-0F43-A160-E508323EF71D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78705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  <p:sldLayoutId id="2147483757" r:id="rId12"/>
    <p:sldLayoutId id="2147483758" r:id="rId13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800"/>
        </a:spcAft>
        <a:buClrTx/>
        <a:buSzPct val="75000"/>
        <a:buFont typeface="Wingdings" pitchFamily="2" charset="2"/>
        <a:buChar char="§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800"/>
        </a:spcAft>
        <a:buClrTx/>
        <a:buSzPct val="75000"/>
        <a:buFont typeface="Wingdings" pitchFamily="2" charset="2"/>
        <a:buChar char="§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800"/>
        </a:spcAft>
        <a:buClrTx/>
        <a:buSzPct val="75000"/>
        <a:buFont typeface="Wingdings" pitchFamily="2" charset="2"/>
        <a:buChar char="§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800"/>
        </a:spcAft>
        <a:buClrTx/>
        <a:buSzPct val="75000"/>
        <a:buFont typeface="Wingdings" pitchFamily="2" charset="2"/>
        <a:buChar char="§"/>
        <a:defRPr sz="1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800"/>
        </a:spcAft>
        <a:buClrTx/>
        <a:buSzPct val="75000"/>
        <a:buFont typeface="Wingdings" pitchFamily="2" charset="2"/>
        <a:buChar char="§"/>
        <a:defRPr sz="1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86">
          <p15:clr>
            <a:srgbClr val="A4A3A4"/>
          </p15:clr>
        </p15:guide>
        <p15:guide id="2" pos="3840">
          <p15:clr>
            <a:srgbClr val="F26B43"/>
          </p15:clr>
        </p15:guide>
        <p15:guide id="3" orient="horz" pos="4042">
          <p15:clr>
            <a:srgbClr val="F26B43"/>
          </p15:clr>
        </p15:guide>
        <p15:guide id="4" orient="horz" pos="572">
          <p15:clr>
            <a:srgbClr val="A4A3A4"/>
          </p15:clr>
        </p15:guide>
        <p15:guide id="6" pos="7401">
          <p15:clr>
            <a:srgbClr val="F26B43"/>
          </p15:clr>
        </p15:guide>
        <p15:guide id="7" orient="horz" pos="4178">
          <p15:clr>
            <a:srgbClr val="F26B43"/>
          </p15:clr>
        </p15:guide>
        <p15:guide id="8" pos="143">
          <p15:clr>
            <a:srgbClr val="F26B43"/>
          </p15:clr>
        </p15:guide>
        <p15:guide id="9" orient="horz" pos="142">
          <p15:clr>
            <a:srgbClr val="F26B43"/>
          </p15:clr>
        </p15:guide>
        <p15:guide id="10" pos="7537">
          <p15:clr>
            <a:srgbClr val="F26B43"/>
          </p15:clr>
        </p15:guide>
        <p15:guide id="11" pos="1277">
          <p15:clr>
            <a:srgbClr val="F26B43"/>
          </p15:clr>
        </p15:guide>
        <p15:guide id="12" pos="2570">
          <p15:clr>
            <a:srgbClr val="F26B43"/>
          </p15:clr>
        </p15:guide>
        <p15:guide id="13" pos="6403">
          <p15:clr>
            <a:srgbClr val="F26B43"/>
          </p15:clr>
        </p15:guide>
        <p15:guide id="14" pos="5110">
          <p15:clr>
            <a:srgbClr val="F26B43"/>
          </p15:clr>
        </p15:guide>
        <p15:guide id="15" orient="horz" pos="1434">
          <p15:clr>
            <a:srgbClr val="F26B43"/>
          </p15:clr>
        </p15:guide>
        <p15:guide id="16" orient="horz" pos="2886">
          <p15:clr>
            <a:srgbClr val="F26B43"/>
          </p15:clr>
        </p15:guide>
        <p15:guide id="17" orient="horz" pos="2160">
          <p15:clr>
            <a:srgbClr val="F26B43"/>
          </p15:clr>
        </p15:guide>
        <p15:guide id="18" orient="horz" pos="799">
          <p15:clr>
            <a:srgbClr val="F26B43"/>
          </p15:clr>
        </p15:guide>
        <p15:guide id="19" pos="279">
          <p15:clr>
            <a:srgbClr val="F26B43"/>
          </p15:clr>
        </p15:guide>
        <p15:guide id="20" pos="2842">
          <p15:clr>
            <a:srgbClr val="A4A3A4"/>
          </p15:clr>
        </p15:guide>
        <p15:guide id="21" pos="5382">
          <p15:clr>
            <a:srgbClr val="A4A3A4"/>
          </p15:clr>
        </p15:guide>
        <p15:guide id="22" pos="2298">
          <p15:clr>
            <a:srgbClr val="A4A3A4"/>
          </p15:clr>
        </p15:guide>
        <p15:guide id="24" pos="4838">
          <p15:clr>
            <a:srgbClr val="A4A3A4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0F71BB7F-9C45-5B5A-A076-2706BE7A6FF3}"/>
              </a:ext>
            </a:extLst>
          </p:cNvPr>
          <p:cNvGraphicFramePr>
            <a:graphicFrameLocks noChangeAspect="1"/>
          </p:cNvGraphicFramePr>
          <p:nvPr>
            <p:custDataLst>
              <p:tags r:id="rId17"/>
            </p:custDataLst>
            <p:extLst>
              <p:ext uri="{D42A27DB-BD31-4B8C-83A1-F6EECF244321}">
                <p14:modId xmlns:p14="http://schemas.microsoft.com/office/powerpoint/2010/main" val="25779394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8" imgW="405" imgH="405" progId="TCLayout.ActiveDocument.1">
                  <p:embed/>
                </p:oleObj>
              </mc:Choice>
              <mc:Fallback>
                <p:oleObj name="think-cell Slide" r:id="rId18" imgW="405" imgH="40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F71BB7F-9C45-5B5A-A076-2706BE7A6F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0308CE-7D4B-3F4E-E4C1-274A649BB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0"/>
            <a:ext cx="10801350" cy="90805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238088-6013-F84E-AA3D-4B5C9FC342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2913" y="1285252"/>
            <a:ext cx="10801350" cy="42874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A3A502-A10B-5762-1C3B-8D9368A2BD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7013" y="6435188"/>
            <a:ext cx="4114800" cy="32067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37E762-A3E3-64F9-7E9F-FC1E893482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7013" y="6435188"/>
            <a:ext cx="360000" cy="3206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1BE63C8A-8B6B-4DAD-8A63-A984730E63A3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AD7955-8762-003A-0DFA-411D167929B6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4721225" y="63500"/>
            <a:ext cx="2778189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Johnson Controls - CONFIDENTIAL AND PROPRIETARY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55AB10-F592-B584-EA51-DBD2DF7CA35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721225" y="6642100"/>
            <a:ext cx="2778189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Johnson Controls -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943345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  <p:sldLayoutId id="2147483771" r:id="rId12"/>
    <p:sldLayoutId id="2147483772" r:id="rId13"/>
    <p:sldLayoutId id="2147483773" r:id="rId14"/>
    <p:sldLayoutId id="2147483774" r:id="rId15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800"/>
        </a:spcAft>
        <a:buClrTx/>
        <a:buSzPct val="75000"/>
        <a:buFont typeface="Wingdings" pitchFamily="2" charset="2"/>
        <a:buChar char="§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800"/>
        </a:spcAft>
        <a:buClrTx/>
        <a:buSzPct val="75000"/>
        <a:buFont typeface="Wingdings" pitchFamily="2" charset="2"/>
        <a:buChar char="§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800"/>
        </a:spcAft>
        <a:buClrTx/>
        <a:buSzPct val="75000"/>
        <a:buFont typeface="Wingdings" pitchFamily="2" charset="2"/>
        <a:buChar char="§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800"/>
        </a:spcAft>
        <a:buClrTx/>
        <a:buSzPct val="75000"/>
        <a:buFont typeface="Wingdings" pitchFamily="2" charset="2"/>
        <a:buChar char="§"/>
        <a:defRPr sz="1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800"/>
        </a:spcAft>
        <a:buClrTx/>
        <a:buSzPct val="75000"/>
        <a:buFont typeface="Wingdings" pitchFamily="2" charset="2"/>
        <a:buChar char="§"/>
        <a:defRPr sz="1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86">
          <p15:clr>
            <a:srgbClr val="A4A3A4"/>
          </p15:clr>
        </p15:guide>
        <p15:guide id="2" pos="3840">
          <p15:clr>
            <a:srgbClr val="F26B43"/>
          </p15:clr>
        </p15:guide>
        <p15:guide id="3" orient="horz" pos="4042">
          <p15:clr>
            <a:srgbClr val="F26B43"/>
          </p15:clr>
        </p15:guide>
        <p15:guide id="4" orient="horz" pos="572">
          <p15:clr>
            <a:srgbClr val="A4A3A4"/>
          </p15:clr>
        </p15:guide>
        <p15:guide id="6" pos="7401">
          <p15:clr>
            <a:srgbClr val="F26B43"/>
          </p15:clr>
        </p15:guide>
        <p15:guide id="7" orient="horz" pos="4178">
          <p15:clr>
            <a:srgbClr val="F26B43"/>
          </p15:clr>
        </p15:guide>
        <p15:guide id="8" pos="143">
          <p15:clr>
            <a:srgbClr val="F26B43"/>
          </p15:clr>
        </p15:guide>
        <p15:guide id="9" orient="horz" pos="142">
          <p15:clr>
            <a:srgbClr val="F26B43"/>
          </p15:clr>
        </p15:guide>
        <p15:guide id="10" pos="7537">
          <p15:clr>
            <a:srgbClr val="F26B43"/>
          </p15:clr>
        </p15:guide>
        <p15:guide id="11" pos="1277">
          <p15:clr>
            <a:srgbClr val="F26B43"/>
          </p15:clr>
        </p15:guide>
        <p15:guide id="12" pos="2570">
          <p15:clr>
            <a:srgbClr val="F26B43"/>
          </p15:clr>
        </p15:guide>
        <p15:guide id="13" pos="6403">
          <p15:clr>
            <a:srgbClr val="F26B43"/>
          </p15:clr>
        </p15:guide>
        <p15:guide id="14" pos="5110">
          <p15:clr>
            <a:srgbClr val="F26B43"/>
          </p15:clr>
        </p15:guide>
        <p15:guide id="15" orient="horz" pos="1434">
          <p15:clr>
            <a:srgbClr val="F26B43"/>
          </p15:clr>
        </p15:guide>
        <p15:guide id="16" orient="horz" pos="2886">
          <p15:clr>
            <a:srgbClr val="F26B43"/>
          </p15:clr>
        </p15:guide>
        <p15:guide id="17" orient="horz" pos="2160">
          <p15:clr>
            <a:srgbClr val="F26B43"/>
          </p15:clr>
        </p15:guide>
        <p15:guide id="18" orient="horz" pos="799">
          <p15:clr>
            <a:srgbClr val="F26B43"/>
          </p15:clr>
        </p15:guide>
        <p15:guide id="19" pos="279">
          <p15:clr>
            <a:srgbClr val="F26B43"/>
          </p15:clr>
        </p15:guide>
        <p15:guide id="20" pos="2842">
          <p15:clr>
            <a:srgbClr val="A4A3A4"/>
          </p15:clr>
        </p15:guide>
        <p15:guide id="21" pos="5382">
          <p15:clr>
            <a:srgbClr val="A4A3A4"/>
          </p15:clr>
        </p15:guide>
        <p15:guide id="22" pos="2298">
          <p15:clr>
            <a:srgbClr val="A4A3A4"/>
          </p15:clr>
        </p15:guide>
        <p15:guide id="24" pos="4838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7" Type="http://schemas.openxmlformats.org/officeDocument/2006/relationships/image" Target="../media/image41.png"/><Relationship Id="rId2" Type="http://schemas.openxmlformats.org/officeDocument/2006/relationships/slideLayout" Target="../slideLayouts/slideLayout73.xml"/><Relationship Id="rId1" Type="http://schemas.openxmlformats.org/officeDocument/2006/relationships/tags" Target="../tags/tag3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18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3.xml"/><Relationship Id="rId1" Type="http://schemas.openxmlformats.org/officeDocument/2006/relationships/tags" Target="../tags/tag4.xml"/><Relationship Id="rId6" Type="http://schemas.openxmlformats.org/officeDocument/2006/relationships/image" Target="../media/image1000.png"/><Relationship Id="rId5" Type="http://schemas.microsoft.com/office/2014/relationships/chartEx" Target="../charts/chartEx1.xml"/><Relationship Id="rId4" Type="http://schemas.openxmlformats.org/officeDocument/2006/relationships/image" Target="../media/image18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42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4.xml"/><Relationship Id="rId4" Type="http://schemas.openxmlformats.org/officeDocument/2006/relationships/image" Target="../media/image5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4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tags" Target="../tags/tag12.xml"/><Relationship Id="rId13" Type="http://schemas.openxmlformats.org/officeDocument/2006/relationships/tags" Target="../tags/tag17.xml"/><Relationship Id="rId18" Type="http://schemas.openxmlformats.org/officeDocument/2006/relationships/tags" Target="../tags/tag22.xml"/><Relationship Id="rId3" Type="http://schemas.openxmlformats.org/officeDocument/2006/relationships/tags" Target="../tags/tag7.xml"/><Relationship Id="rId21" Type="http://schemas.openxmlformats.org/officeDocument/2006/relationships/notesSlide" Target="../notesSlides/notesSlide3.xml"/><Relationship Id="rId7" Type="http://schemas.openxmlformats.org/officeDocument/2006/relationships/tags" Target="../tags/tag11.xml"/><Relationship Id="rId12" Type="http://schemas.openxmlformats.org/officeDocument/2006/relationships/tags" Target="../tags/tag16.xml"/><Relationship Id="rId17" Type="http://schemas.openxmlformats.org/officeDocument/2006/relationships/tags" Target="../tags/tag21.xml"/><Relationship Id="rId2" Type="http://schemas.openxmlformats.org/officeDocument/2006/relationships/tags" Target="../tags/tag6.xml"/><Relationship Id="rId16" Type="http://schemas.openxmlformats.org/officeDocument/2006/relationships/tags" Target="../tags/tag20.xml"/><Relationship Id="rId20" Type="http://schemas.openxmlformats.org/officeDocument/2006/relationships/slideLayout" Target="../slideLayouts/slideLayout107.xml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11" Type="http://schemas.openxmlformats.org/officeDocument/2006/relationships/tags" Target="../tags/tag15.xml"/><Relationship Id="rId24" Type="http://schemas.openxmlformats.org/officeDocument/2006/relationships/chart" Target="../charts/chart1.xml"/><Relationship Id="rId5" Type="http://schemas.openxmlformats.org/officeDocument/2006/relationships/tags" Target="../tags/tag9.xml"/><Relationship Id="rId15" Type="http://schemas.openxmlformats.org/officeDocument/2006/relationships/tags" Target="../tags/tag19.xml"/><Relationship Id="rId23" Type="http://schemas.openxmlformats.org/officeDocument/2006/relationships/image" Target="../media/image18.emf"/><Relationship Id="rId10" Type="http://schemas.openxmlformats.org/officeDocument/2006/relationships/tags" Target="../tags/tag14.xml"/><Relationship Id="rId19" Type="http://schemas.openxmlformats.org/officeDocument/2006/relationships/tags" Target="../tags/tag23.xml"/><Relationship Id="rId4" Type="http://schemas.openxmlformats.org/officeDocument/2006/relationships/tags" Target="../tags/tag8.xml"/><Relationship Id="rId9" Type="http://schemas.openxmlformats.org/officeDocument/2006/relationships/tags" Target="../tags/tag13.xml"/><Relationship Id="rId14" Type="http://schemas.openxmlformats.org/officeDocument/2006/relationships/tags" Target="../tags/tag18.xml"/><Relationship Id="rId22" Type="http://schemas.openxmlformats.org/officeDocument/2006/relationships/oleObject" Target="../embeddings/oleObject5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4.xml"/><Relationship Id="rId4" Type="http://schemas.openxmlformats.org/officeDocument/2006/relationships/image" Target="../media/image57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CF44E-0627-2D26-0F72-74E5727B0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F267E-53E3-B5C1-21DE-5EB53E6D5B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 dirty="0"/>
              <a:t>Florida K12 Strategy Workshop</a:t>
            </a:r>
          </a:p>
        </p:txBody>
      </p:sp>
    </p:spTree>
    <p:extLst>
      <p:ext uri="{BB962C8B-B14F-4D97-AF65-F5344CB8AC3E}">
        <p14:creationId xmlns:p14="http://schemas.microsoft.com/office/powerpoint/2010/main" val="1762236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28383-58D8-B0D1-DB59-7D52C4D4B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37230C63-64CA-9F16-342A-4A65C12F279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1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7230C63-64CA-9F16-342A-4A65C12F27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AE2C718B-3944-3850-856E-5E32198EE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2" y="318922"/>
            <a:ext cx="11306175" cy="570833"/>
          </a:xfrm>
        </p:spPr>
        <p:txBody>
          <a:bodyPr vert="horz"/>
          <a:lstStyle/>
          <a:p>
            <a:r>
              <a:rPr lang="en-US" sz="2000" dirty="0">
                <a:solidFill>
                  <a:schemeClr val="accent2"/>
                </a:solidFill>
              </a:rPr>
              <a:t>Market Data indicates significant needs in K12 schools</a:t>
            </a:r>
            <a:endParaRPr lang="en-US" dirty="0">
              <a:solidFill>
                <a:schemeClr val="accent2"/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EE54EAB-541D-E04B-0943-1F3626891C4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3363"/>
          <a:stretch>
            <a:fillRect/>
          </a:stretch>
        </p:blipFill>
        <p:spPr>
          <a:xfrm>
            <a:off x="606175" y="2202426"/>
            <a:ext cx="971686" cy="1403071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B11CBC79-92A5-22DC-7B9A-4784564BA2DF}"/>
              </a:ext>
            </a:extLst>
          </p:cNvPr>
          <p:cNvSpPr txBox="1"/>
          <p:nvPr/>
        </p:nvSpPr>
        <p:spPr>
          <a:xfrm>
            <a:off x="1710332" y="2202426"/>
            <a:ext cx="5820625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■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74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The 2025 American Society of Civil Engineers (ASCE) gave the condition of our nation’s public school infrastructure a D+ grade, the same as their last report in 2021.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■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3374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An estimated $270B in deferred maintenance</a:t>
            </a:r>
            <a:r>
              <a:rPr kumimoji="0" lang="en-US" sz="1400" b="1" i="0" u="none" strike="noStrike" kern="1200" cap="none" spc="0" normalizeH="0" baseline="30000" noProof="0" dirty="0">
                <a:ln>
                  <a:noFill/>
                </a:ln>
                <a:solidFill>
                  <a:srgbClr val="33374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■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74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Average age of a public school in the U.S.:  49 years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■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74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Total enrollment is expected to decline from 49.4 million students in 2021-22 to 46.9 million students in 2031-32, with declines continuing after that.  This is forcing many districts to consider how/where to invest in upgrades while also planning for fewer students.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■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74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Aging infrastructure needs in our nation’s schools include: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74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32% of schools have poor condition windows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3374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30% have failing HVAC systems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74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25% have failing roofs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■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74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Over 40% of public school districts require significant HVAC updates in at least half of their schools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■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74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The annual standard for school maintenance is 4% but many districts only allocate 2% of operating funds, leading to more expensive emergency repairs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8C1FE3F6-A6F6-DB14-4D90-DCD33E329C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7573" y="304085"/>
            <a:ext cx="4011944" cy="287178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B1FE0FC6-9F7A-A4A6-FC97-92A85394C2F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7786" y="3395748"/>
            <a:ext cx="3789419" cy="314333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869BAC05-963C-2818-9E82-88F417067762}"/>
              </a:ext>
            </a:extLst>
          </p:cNvPr>
          <p:cNvSpPr txBox="1"/>
          <p:nvPr/>
        </p:nvSpPr>
        <p:spPr>
          <a:xfrm>
            <a:off x="1084059" y="6323634"/>
            <a:ext cx="438179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33374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 – Facility Management Advisor, August 2025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9BEA2EA-71B6-36A6-09DB-D23B073C0E32}"/>
              </a:ext>
            </a:extLst>
          </p:cNvPr>
          <p:cNvSpPr/>
          <p:nvPr/>
        </p:nvSpPr>
        <p:spPr>
          <a:xfrm>
            <a:off x="606175" y="1161782"/>
            <a:ext cx="6924782" cy="8897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With aging schools, growing deferred maintenance and stressed budgets, the need for infrastructure solutions in K12 has never been greater</a:t>
            </a:r>
          </a:p>
        </p:txBody>
      </p:sp>
    </p:spTree>
    <p:extLst>
      <p:ext uri="{BB962C8B-B14F-4D97-AF65-F5344CB8AC3E}">
        <p14:creationId xmlns:p14="http://schemas.microsoft.com/office/powerpoint/2010/main" val="1315707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17730-1B53-6042-5A39-4285A44BC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02988D82-3439-6E5C-ED9F-EF53895C7EC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1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2988D82-3439-6E5C-ED9F-EF53895C7E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26646CEF-99F3-4E27-FAC6-5DCFF36DC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2" y="363207"/>
            <a:ext cx="11306175" cy="526548"/>
          </a:xfrm>
        </p:spPr>
        <p:txBody>
          <a:bodyPr vert="horz"/>
          <a:lstStyle/>
          <a:p>
            <a:r>
              <a:rPr lang="en-US" sz="2000" dirty="0">
                <a:solidFill>
                  <a:schemeClr val="accent2"/>
                </a:solidFill>
              </a:rPr>
              <a:t>Market size ranges from $7.1M to nearly $500M per year across the 50 states, with the Top 10 accounting for over 50% of the market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B9219FA-B86B-C052-456B-CBE927ED139A}"/>
              </a:ext>
            </a:extLst>
          </p:cNvPr>
          <p:cNvSpPr txBox="1"/>
          <p:nvPr/>
        </p:nvSpPr>
        <p:spPr>
          <a:xfrm>
            <a:off x="160919" y="6279349"/>
            <a:ext cx="484582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33374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 – TAM:  Total Available Market</a:t>
            </a:r>
          </a:p>
        </p:txBody>
      </p:sp>
      <mc:AlternateContent xmlns:mc="http://schemas.openxmlformats.org/markup-compatibility/2006" xmlns:cx4="http://schemas.microsoft.com/office/drawing/2016/5/10/chartex">
        <mc:Choice Requires="cx4">
          <p:graphicFrame>
            <p:nvGraphicFramePr>
              <p:cNvPr id="6" name="Chart 5">
                <a:extLst>
                  <a:ext uri="{FF2B5EF4-FFF2-40B4-BE49-F238E27FC236}">
                    <a16:creationId xmlns:a16="http://schemas.microsoft.com/office/drawing/2014/main" id="{6D5D9316-D5C5-854E-DE58-C95234824D40}"/>
                  </a:ext>
                </a:extLst>
              </p:cNvPr>
              <p:cNvGraphicFramePr/>
              <p:nvPr/>
            </p:nvGraphicFramePr>
            <p:xfrm>
              <a:off x="-616696" y="1342495"/>
              <a:ext cx="8128000" cy="4990017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5"/>
              </a:graphicData>
            </a:graphic>
          </p:graphicFrame>
        </mc:Choice>
        <mc:Fallback xmlns="">
          <p:pic>
            <p:nvPicPr>
              <p:cNvPr id="6" name="Chart 5">
                <a:extLst>
                  <a:ext uri="{FF2B5EF4-FFF2-40B4-BE49-F238E27FC236}">
                    <a16:creationId xmlns:a16="http://schemas.microsoft.com/office/drawing/2014/main" id="{6D5D9316-D5C5-854E-DE58-C95234824D4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616696" y="1342495"/>
                <a:ext cx="8128000" cy="4990017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A9FD139B-7D95-8E13-8983-2AEE1832FC88}"/>
              </a:ext>
            </a:extLst>
          </p:cNvPr>
          <p:cNvGraphicFramePr>
            <a:graphicFrameLocks noGrp="1"/>
          </p:cNvGraphicFramePr>
          <p:nvPr/>
        </p:nvGraphicFramePr>
        <p:xfrm>
          <a:off x="7878725" y="1720212"/>
          <a:ext cx="4019108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9554">
                  <a:extLst>
                    <a:ext uri="{9D8B030D-6E8A-4147-A177-3AD203B41FA5}">
                      <a16:colId xmlns:a16="http://schemas.microsoft.com/office/drawing/2014/main" val="996067381"/>
                    </a:ext>
                  </a:extLst>
                </a:gridCol>
                <a:gridCol w="2009554">
                  <a:extLst>
                    <a:ext uri="{9D8B030D-6E8A-4147-A177-3AD203B41FA5}">
                      <a16:colId xmlns:a16="http://schemas.microsoft.com/office/drawing/2014/main" val="18781143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Opportunity ($M)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0842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California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$498.8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8473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Texas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$470.5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6638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Florida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$244.7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4472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New York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$215.7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36845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Illinois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$157.9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7148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Georgia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$149.3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6767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Pennsylvania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$144.3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9471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Ohio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$143.3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0694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North Carolina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$131.4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2682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Michigan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$122.2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1982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/>
                        <a:t>Total – Top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$2,278.1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6805140"/>
                  </a:ext>
                </a:extLst>
              </a:tr>
            </a:tbl>
          </a:graphicData>
        </a:graphic>
      </p:graphicFrame>
      <p:sp>
        <p:nvSpPr>
          <p:cNvPr id="39" name="TextBox 38">
            <a:extLst>
              <a:ext uri="{FF2B5EF4-FFF2-40B4-BE49-F238E27FC236}">
                <a16:creationId xmlns:a16="http://schemas.microsoft.com/office/drawing/2014/main" id="{9D40AEB1-A4F3-36AC-E209-984BB6BB0F1B}"/>
              </a:ext>
            </a:extLst>
          </p:cNvPr>
          <p:cNvSpPr txBox="1"/>
          <p:nvPr/>
        </p:nvSpPr>
        <p:spPr>
          <a:xfrm>
            <a:off x="8272130" y="967558"/>
            <a:ext cx="34769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74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Top 10 States – Annual K12 Market Opportunity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5A2337E-D5A0-899A-900D-5F135ADE6DC9}"/>
              </a:ext>
            </a:extLst>
          </p:cNvPr>
          <p:cNvSpPr txBox="1"/>
          <p:nvPr/>
        </p:nvSpPr>
        <p:spPr>
          <a:xfrm>
            <a:off x="2615602" y="1180214"/>
            <a:ext cx="2863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74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2026 TAM</a:t>
            </a:r>
            <a:r>
              <a:rPr kumimoji="0" lang="en-US" sz="1800" b="1" i="0" u="none" strike="noStrike" kern="1200" cap="none" spc="0" normalizeH="0" baseline="30000" noProof="0" dirty="0">
                <a:ln>
                  <a:noFill/>
                </a:ln>
                <a:solidFill>
                  <a:srgbClr val="33374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374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 $4.221B</a:t>
            </a:r>
          </a:p>
        </p:txBody>
      </p:sp>
    </p:spTree>
    <p:extLst>
      <p:ext uri="{BB962C8B-B14F-4D97-AF65-F5344CB8AC3E}">
        <p14:creationId xmlns:p14="http://schemas.microsoft.com/office/powerpoint/2010/main" val="3973831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902C2-EEBA-F0F5-97B7-A83A6C2CF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FE9B7-7F46-88A9-7A8C-FEAF9431B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Florida K12 Problem Statement #1 (Johnson Controls)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9297C-6EF9-FB67-7BCC-F070CCFF2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3" y="1268413"/>
            <a:ext cx="4892400" cy="1098314"/>
          </a:xfrm>
        </p:spPr>
        <p:txBody>
          <a:bodyPr/>
          <a:lstStyle/>
          <a:p>
            <a:pPr marL="0" indent="0">
              <a:buNone/>
            </a:pPr>
            <a:endParaRPr lang="en-US" sz="1800" b="1" dirty="0">
              <a:solidFill>
                <a:schemeClr val="tx1"/>
              </a:solidFill>
              <a:latin typeface="+mn-lt"/>
            </a:endParaRPr>
          </a:p>
          <a:p>
            <a:pPr marL="342900" indent="-342900">
              <a:buFont typeface="+mj-lt"/>
              <a:buAutoNum type="arabicPeriod"/>
            </a:pPr>
            <a:endParaRPr lang="en-US" sz="1800" b="1" dirty="0">
              <a:solidFill>
                <a:schemeClr val="tx1"/>
              </a:solidFill>
              <a:latin typeface="+mn-lt"/>
            </a:endParaRPr>
          </a:p>
          <a:p>
            <a:pPr marL="342900" indent="-342900">
              <a:buFont typeface="+mj-lt"/>
              <a:buAutoNum type="arabicPeriod"/>
            </a:pPr>
            <a:endParaRPr lang="en-US" sz="1800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90820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05715-57E0-1F57-0CC8-8FAC12B9C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D03EA-8AD4-4C01-A18E-0BEF46B40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Johnson Controls - Florida K12 Problem Statement #1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419D2-A928-C0B3-3DDB-9A6D6775DE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3" y="1268413"/>
            <a:ext cx="4892400" cy="1098314"/>
          </a:xfrm>
        </p:spPr>
        <p:txBody>
          <a:bodyPr/>
          <a:lstStyle/>
          <a:p>
            <a:pPr marL="0" indent="0">
              <a:buNone/>
            </a:pPr>
            <a:endParaRPr lang="en-US" sz="1800" b="1" dirty="0">
              <a:solidFill>
                <a:schemeClr val="tx1"/>
              </a:solidFill>
              <a:latin typeface="+mn-lt"/>
            </a:endParaRPr>
          </a:p>
          <a:p>
            <a:pPr marL="342900" indent="-342900">
              <a:buFont typeface="+mj-lt"/>
              <a:buAutoNum type="arabicPeriod"/>
            </a:pPr>
            <a:endParaRPr lang="en-US" sz="1800" b="1" dirty="0">
              <a:solidFill>
                <a:schemeClr val="tx1"/>
              </a:solidFill>
              <a:latin typeface="+mn-lt"/>
            </a:endParaRPr>
          </a:p>
          <a:p>
            <a:pPr marL="342900" indent="-342900">
              <a:buFont typeface="+mj-lt"/>
              <a:buAutoNum type="arabicPeriod"/>
            </a:pPr>
            <a:endParaRPr lang="en-US" sz="1800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E6D6160A-A9F6-8593-6AFF-36D1FAD35061}"/>
              </a:ext>
            </a:extLst>
          </p:cNvPr>
          <p:cNvSpPr txBox="1">
            <a:spLocks/>
          </p:cNvSpPr>
          <p:nvPr/>
        </p:nvSpPr>
        <p:spPr>
          <a:xfrm>
            <a:off x="442911" y="1268413"/>
            <a:ext cx="10968427" cy="1735283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 panose="02110004020202020204"/>
                <a:ea typeface="Noto Sans" panose="020B0502040504020204" pitchFamily="34" charset="0"/>
                <a:cs typeface="Noto Sans" panose="020B0502040504020204" pitchFamily="34" charset="0"/>
              </a:rPr>
              <a:t>K12 represents the largest potential market opportunity for ESPC in Florida yet historically K12 has drastically underutilized ESCO services: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Noto Sans" panose="020B0502040504020204" pitchFamily="34" charset="0"/>
                <a:cs typeface="Noto Sans" panose="020B0502040504020204" pitchFamily="34" charset="0"/>
              </a:rPr>
              <a:t>ESCO market size for Florida K12 ~ $245 Million annually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Noto Sans" panose="020B0502040504020204" pitchFamily="34" charset="0"/>
                <a:cs typeface="Noto Sans" panose="020B0502040504020204" pitchFamily="34" charset="0"/>
              </a:rPr>
              <a:t>5-year ~ $1.2 Billion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Noto Sans" panose="020B0502040504020204" pitchFamily="34" charset="0"/>
                <a:cs typeface="Noto Sans" panose="020B0502040504020204" pitchFamily="34" charset="0"/>
              </a:rPr>
              <a:t>Estimated actual penetration ~ 10% -15%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Noto Sans" panose="020B0502040504020204" pitchFamily="34" charset="0"/>
                <a:cs typeface="Noto Sans" panose="020B0502040504020204" pitchFamily="34" charset="0"/>
              </a:rPr>
              <a:t>Untapped Market Potential ~ 85%</a:t>
            </a:r>
          </a:p>
        </p:txBody>
      </p:sp>
    </p:spTree>
    <p:extLst>
      <p:ext uri="{BB962C8B-B14F-4D97-AF65-F5344CB8AC3E}">
        <p14:creationId xmlns:p14="http://schemas.microsoft.com/office/powerpoint/2010/main" val="933391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30BFB-6424-DF93-2D3B-264C66329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B8A37-BB56-0FCD-CDAF-9D11746E0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Johnson Controls - Florida K12 Problem Statement #1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EF9FD-BDDB-B877-51E5-9CA2FB216D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3" y="1268413"/>
            <a:ext cx="4892400" cy="1098314"/>
          </a:xfrm>
        </p:spPr>
        <p:txBody>
          <a:bodyPr/>
          <a:lstStyle/>
          <a:p>
            <a:pPr marL="0" indent="0">
              <a:buNone/>
            </a:pPr>
            <a:endParaRPr lang="en-US" sz="1800" b="1" dirty="0">
              <a:solidFill>
                <a:schemeClr val="tx1"/>
              </a:solidFill>
              <a:latin typeface="+mn-lt"/>
            </a:endParaRPr>
          </a:p>
          <a:p>
            <a:pPr marL="342900" indent="-342900">
              <a:buFont typeface="+mj-lt"/>
              <a:buAutoNum type="arabicPeriod"/>
            </a:pPr>
            <a:endParaRPr lang="en-US" sz="1800" b="1" dirty="0">
              <a:solidFill>
                <a:schemeClr val="tx1"/>
              </a:solidFill>
              <a:latin typeface="+mn-lt"/>
            </a:endParaRPr>
          </a:p>
          <a:p>
            <a:pPr marL="342900" indent="-342900">
              <a:buFont typeface="+mj-lt"/>
              <a:buAutoNum type="arabicPeriod"/>
            </a:pPr>
            <a:endParaRPr lang="en-US" sz="1800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FFF64F59-9F2D-B2B5-5602-4525534A72B2}"/>
              </a:ext>
            </a:extLst>
          </p:cNvPr>
          <p:cNvSpPr txBox="1">
            <a:spLocks/>
          </p:cNvSpPr>
          <p:nvPr/>
        </p:nvSpPr>
        <p:spPr>
          <a:xfrm>
            <a:off x="442911" y="1268413"/>
            <a:ext cx="10968427" cy="4121578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Aptos Display" panose="02110004020202020204"/>
                <a:ea typeface="Noto Sans" panose="020B0502040504020204" pitchFamily="34" charset="0"/>
                <a:cs typeface="Noto Sans" panose="020B0502040504020204" pitchFamily="34" charset="0"/>
              </a:rPr>
              <a:t>K12 represents the largest potential market opportunity for ESPC yet historically K12 has drastically underutilized ESCO services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Aptos" panose="02110004020202020204"/>
                <a:ea typeface="Noto Sans" panose="020B0502040504020204" pitchFamily="34" charset="0"/>
                <a:cs typeface="Noto Sans" panose="020B0502040504020204" pitchFamily="34" charset="0"/>
              </a:rPr>
              <a:t>ESCO market size for Florida K12 ~ $245 Million annually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Aptos" panose="02110004020202020204"/>
                <a:ea typeface="Noto Sans" panose="020B0502040504020204" pitchFamily="34" charset="0"/>
                <a:cs typeface="Noto Sans" panose="020B0502040504020204" pitchFamily="34" charset="0"/>
              </a:rPr>
              <a:t>5-year ~ $1.2 Billion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Aptos" panose="02110004020202020204"/>
                <a:ea typeface="Noto Sans" panose="020B0502040504020204" pitchFamily="34" charset="0"/>
                <a:cs typeface="Noto Sans" panose="020B0502040504020204" pitchFamily="34" charset="0"/>
              </a:rPr>
              <a:t>Estimated actual penetration ~ 10% -15%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Aptos" panose="02110004020202020204"/>
                <a:ea typeface="Noto Sans" panose="020B0502040504020204" pitchFamily="34" charset="0"/>
                <a:cs typeface="Noto Sans" panose="020B0502040504020204" pitchFamily="34" charset="0"/>
              </a:rPr>
              <a:t>Untapped Market Potential ~ 85%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 panose="02110004020202020204"/>
                <a:ea typeface="Noto Sans" panose="020B0502040504020204" pitchFamily="34" charset="0"/>
                <a:cs typeface="Noto Sans" panose="020B0502040504020204" pitchFamily="34" charset="0"/>
              </a:rPr>
              <a:t>Florida K12 is especially favorable for ESCOs: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Noto Sans" panose="020B0502040504020204" pitchFamily="34" charset="0"/>
                <a:cs typeface="Noto Sans" panose="020B0502040504020204" pitchFamily="34" charset="0"/>
              </a:rPr>
              <a:t>High energy intensity (cooling load)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Noto Sans" panose="020B0502040504020204" pitchFamily="34" charset="0"/>
                <a:cs typeface="Noto Sans" panose="020B0502040504020204" pitchFamily="34" charset="0"/>
              </a:rPr>
              <a:t>Aging infrastructure and poorly maintained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Noto Sans" panose="020B0502040504020204" pitchFamily="34" charset="0"/>
                <a:cs typeface="Noto Sans" panose="020B0502040504020204" pitchFamily="34" charset="0"/>
              </a:rPr>
              <a:t>Strong enabling legislation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Noto Sans" panose="020B0502040504020204" pitchFamily="34" charset="0"/>
                <a:cs typeface="Noto Sans" panose="020B0502040504020204" pitchFamily="34" charset="0"/>
              </a:rPr>
              <a:t>Large centralized districts (scalable deals):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Noto Sans" panose="020B0502040504020204" pitchFamily="34" charset="0"/>
                <a:cs typeface="Noto Sans" panose="020B0502040504020204" pitchFamily="34" charset="0"/>
              </a:rPr>
              <a:t>28 of 67 large districts contain 89.7% of students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Noto Sans" panose="020B0502040504020204" pitchFamily="34" charset="0"/>
                <a:cs typeface="Noto Sans" panose="020B0502040504020204" pitchFamily="34" charset="0"/>
              </a:rPr>
              <a:t>31 of 67 medium districts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110004020202020204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110004020202020204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3635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363D9-2838-3DF5-1618-0300ED14D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D1A7A-30B3-CBCF-67C9-9D13AEE58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Johnson Controls - Florida K12 Problem Statement #1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4B5CE-E305-1BFB-24DD-2A945D1B38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3" y="1268413"/>
            <a:ext cx="4892400" cy="1098314"/>
          </a:xfrm>
        </p:spPr>
        <p:txBody>
          <a:bodyPr/>
          <a:lstStyle/>
          <a:p>
            <a:pPr marL="0" indent="0">
              <a:buNone/>
            </a:pPr>
            <a:endParaRPr lang="en-US" sz="1800" b="1" dirty="0">
              <a:solidFill>
                <a:schemeClr val="tx1"/>
              </a:solidFill>
              <a:latin typeface="+mn-lt"/>
            </a:endParaRPr>
          </a:p>
          <a:p>
            <a:pPr marL="342900" indent="-342900">
              <a:buFont typeface="+mj-lt"/>
              <a:buAutoNum type="arabicPeriod"/>
            </a:pPr>
            <a:endParaRPr lang="en-US" sz="1800" b="1" dirty="0">
              <a:solidFill>
                <a:schemeClr val="tx1"/>
              </a:solidFill>
              <a:latin typeface="+mn-lt"/>
            </a:endParaRPr>
          </a:p>
          <a:p>
            <a:pPr marL="342900" indent="-342900">
              <a:buFont typeface="+mj-lt"/>
              <a:buAutoNum type="arabicPeriod"/>
            </a:pPr>
            <a:endParaRPr lang="en-US" sz="1800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5ED97FE8-BC77-E4D8-9D3A-5E468353940C}"/>
              </a:ext>
            </a:extLst>
          </p:cNvPr>
          <p:cNvSpPr txBox="1">
            <a:spLocks/>
          </p:cNvSpPr>
          <p:nvPr/>
        </p:nvSpPr>
        <p:spPr>
          <a:xfrm>
            <a:off x="442911" y="1268413"/>
            <a:ext cx="10968427" cy="5605574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30000"/>
                  </a:srgbClr>
                </a:solidFill>
                <a:effectLst/>
                <a:uLnTx/>
                <a:uFillTx/>
                <a:latin typeface="Aptos Display" panose="02110004020202020204"/>
                <a:ea typeface="Noto Sans" panose="020B0502040504020204" pitchFamily="34" charset="0"/>
                <a:cs typeface="Noto Sans" panose="020B0502040504020204" pitchFamily="34" charset="0"/>
              </a:rPr>
              <a:t>K12 represents the largest potential market opportunity for ESPC yet historically K12 has drastically underutilized ESCO services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30000"/>
                  </a:srgbClr>
                </a:solidFill>
                <a:effectLst/>
                <a:uLnTx/>
                <a:uFillTx/>
                <a:latin typeface="Aptos" panose="02110004020202020204"/>
                <a:ea typeface="Noto Sans" panose="020B0502040504020204" pitchFamily="34" charset="0"/>
                <a:cs typeface="Noto Sans" panose="020B0502040504020204" pitchFamily="34" charset="0"/>
              </a:rPr>
              <a:t>ESCO market size for Florida K12 ~ $245 Million annually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30000"/>
                  </a:srgbClr>
                </a:solidFill>
                <a:effectLst/>
                <a:uLnTx/>
                <a:uFillTx/>
                <a:latin typeface="Aptos" panose="02110004020202020204"/>
                <a:ea typeface="Noto Sans" panose="020B0502040504020204" pitchFamily="34" charset="0"/>
                <a:cs typeface="Noto Sans" panose="020B0502040504020204" pitchFamily="34" charset="0"/>
              </a:rPr>
              <a:t>5-year ~ $1.2 Billion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30000"/>
                  </a:srgbClr>
                </a:solidFill>
                <a:effectLst/>
                <a:uLnTx/>
                <a:uFillTx/>
                <a:latin typeface="Aptos" panose="02110004020202020204"/>
                <a:ea typeface="Noto Sans" panose="020B0502040504020204" pitchFamily="34" charset="0"/>
                <a:cs typeface="Noto Sans" panose="020B0502040504020204" pitchFamily="34" charset="0"/>
              </a:rPr>
              <a:t>Estimated actual penetration ~ 10% -15%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30000"/>
                  </a:srgbClr>
                </a:solidFill>
                <a:effectLst/>
                <a:uLnTx/>
                <a:uFillTx/>
                <a:latin typeface="Aptos" panose="02110004020202020204"/>
                <a:ea typeface="Noto Sans" panose="020B0502040504020204" pitchFamily="34" charset="0"/>
                <a:cs typeface="Noto Sans" panose="020B0502040504020204" pitchFamily="34" charset="0"/>
              </a:rPr>
              <a:t>Untapped Market Potential ~ 85%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30000"/>
                  </a:srgbClr>
                </a:solidFill>
                <a:effectLst/>
                <a:uLnTx/>
                <a:uFillTx/>
                <a:latin typeface="Aptos Display" panose="02110004020202020204"/>
                <a:ea typeface="Noto Sans" panose="020B0502040504020204" pitchFamily="34" charset="0"/>
                <a:cs typeface="Noto Sans" panose="020B0502040504020204" pitchFamily="34" charset="0"/>
              </a:rPr>
              <a:t>Florida K12 is especially favorable for ESCOs: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30000"/>
                  </a:srgbClr>
                </a:solidFill>
                <a:effectLst/>
                <a:uLnTx/>
                <a:uFillTx/>
                <a:latin typeface="Aptos" panose="02110004020202020204"/>
                <a:ea typeface="Noto Sans" panose="020B0502040504020204" pitchFamily="34" charset="0"/>
                <a:cs typeface="Noto Sans" panose="020B0502040504020204" pitchFamily="34" charset="0"/>
              </a:rPr>
              <a:t>High energy intensity (cooling load)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30000"/>
                  </a:srgbClr>
                </a:solidFill>
                <a:effectLst/>
                <a:uLnTx/>
                <a:uFillTx/>
                <a:latin typeface="Aptos" panose="02110004020202020204"/>
                <a:ea typeface="Noto Sans" panose="020B0502040504020204" pitchFamily="34" charset="0"/>
                <a:cs typeface="Noto Sans" panose="020B0502040504020204" pitchFamily="34" charset="0"/>
              </a:rPr>
              <a:t>Aging infrastructure and poorly maintained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30000"/>
                  </a:srgbClr>
                </a:solidFill>
                <a:effectLst/>
                <a:uLnTx/>
                <a:uFillTx/>
                <a:latin typeface="Aptos" panose="02110004020202020204"/>
                <a:ea typeface="Noto Sans" panose="020B0502040504020204" pitchFamily="34" charset="0"/>
                <a:cs typeface="Noto Sans" panose="020B0502040504020204" pitchFamily="34" charset="0"/>
              </a:rPr>
              <a:t>Strong enabling legislation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30000"/>
                  </a:srgbClr>
                </a:solidFill>
                <a:effectLst/>
                <a:uLnTx/>
                <a:uFillTx/>
                <a:latin typeface="Aptos" panose="02110004020202020204"/>
                <a:ea typeface="Noto Sans" panose="020B0502040504020204" pitchFamily="34" charset="0"/>
                <a:cs typeface="Noto Sans" panose="020B0502040504020204" pitchFamily="34" charset="0"/>
              </a:rPr>
              <a:t>Large centralized districts (scalable deals):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30000"/>
                  </a:srgbClr>
                </a:solidFill>
                <a:effectLst/>
                <a:uLnTx/>
                <a:uFillTx/>
                <a:latin typeface="Aptos" panose="02110004020202020204"/>
                <a:ea typeface="Noto Sans" panose="020B0502040504020204" pitchFamily="34" charset="0"/>
                <a:cs typeface="Noto Sans" panose="020B0502040504020204" pitchFamily="34" charset="0"/>
              </a:rPr>
              <a:t>28 of 67 large districts contain 89.7% of students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30000"/>
                  </a:srgbClr>
                </a:solidFill>
                <a:effectLst/>
                <a:uLnTx/>
                <a:uFillTx/>
                <a:latin typeface="Aptos" panose="02110004020202020204"/>
                <a:ea typeface="Noto Sans" panose="020B0502040504020204" pitchFamily="34" charset="0"/>
                <a:cs typeface="Noto Sans" panose="020B0502040504020204" pitchFamily="34" charset="0"/>
              </a:rPr>
              <a:t>31 of 67 medium districts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30000"/>
                </a:srgbClr>
              </a:solidFill>
              <a:effectLst/>
              <a:uLnTx/>
              <a:uFillTx/>
              <a:latin typeface="Aptos" panose="02110004020202020204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 panose="02110004020202020204"/>
                <a:ea typeface="Noto Sans" panose="020B0502040504020204" pitchFamily="34" charset="0"/>
                <a:cs typeface="Noto Sans" panose="020B0502040504020204" pitchFamily="34" charset="0"/>
              </a:rPr>
              <a:t>Johnson Controls has a highly experienced sales and development team with an excellent track record of performance and K12 references: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Noto Sans" panose="020B0502040504020204" pitchFamily="34" charset="0"/>
                <a:cs typeface="Noto Sans" panose="020B0502040504020204" pitchFamily="34" charset="0"/>
              </a:rPr>
              <a:t>Broward County Schools – 5 Phases &gt; $57M (2021-2026)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Noto Sans" panose="020B0502040504020204" pitchFamily="34" charset="0"/>
                <a:cs typeface="Noto Sans" panose="020B0502040504020204" pitchFamily="34" charset="0"/>
              </a:rPr>
              <a:t>Gulf County Schools – $20M (2020)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Noto Sans" panose="020B0502040504020204" pitchFamily="34" charset="0"/>
                <a:cs typeface="Noto Sans" panose="020B0502040504020204" pitchFamily="34" charset="0"/>
              </a:rPr>
              <a:t>16 of 67 districts have done ESPC with JCI - Almost ¼ of all districts (only 2 since 2000)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110004020202020204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3647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A2529-4EA6-8849-5137-D9FB23F26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43C86-E944-5084-D21C-2957E61D7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Johnson Controls - Florida K12 Problem Statement #1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0433A-50AF-4A69-E4A4-B725642B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3" y="1268413"/>
            <a:ext cx="4892400" cy="1098314"/>
          </a:xfrm>
        </p:spPr>
        <p:txBody>
          <a:bodyPr/>
          <a:lstStyle/>
          <a:p>
            <a:pPr marL="0" indent="0">
              <a:buNone/>
            </a:pPr>
            <a:endParaRPr lang="en-US" sz="1800" b="1" dirty="0">
              <a:solidFill>
                <a:schemeClr val="tx1"/>
              </a:solidFill>
              <a:latin typeface="+mn-lt"/>
            </a:endParaRPr>
          </a:p>
          <a:p>
            <a:pPr marL="342900" indent="-342900">
              <a:buFont typeface="+mj-lt"/>
              <a:buAutoNum type="arabicPeriod"/>
            </a:pPr>
            <a:endParaRPr lang="en-US" sz="1800" b="1" dirty="0">
              <a:solidFill>
                <a:schemeClr val="tx1"/>
              </a:solidFill>
              <a:latin typeface="+mn-lt"/>
            </a:endParaRPr>
          </a:p>
          <a:p>
            <a:pPr marL="342900" indent="-342900">
              <a:buFont typeface="+mj-lt"/>
              <a:buAutoNum type="arabicPeriod"/>
            </a:pPr>
            <a:endParaRPr lang="en-US" sz="1800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5A6DBFB0-EE7C-97C4-AF16-FFCA09C17A56}"/>
              </a:ext>
            </a:extLst>
          </p:cNvPr>
          <p:cNvSpPr txBox="1">
            <a:spLocks/>
          </p:cNvSpPr>
          <p:nvPr/>
        </p:nvSpPr>
        <p:spPr>
          <a:xfrm>
            <a:off x="442911" y="1268413"/>
            <a:ext cx="10968427" cy="2067682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 panose="02110004020202020204"/>
                <a:ea typeface="Noto Sans" panose="020B0502040504020204" pitchFamily="34" charset="0"/>
                <a:cs typeface="Noto Sans" panose="020B0502040504020204" pitchFamily="34" charset="0"/>
              </a:rPr>
              <a:t>Florida K‑12 represents one of the largest and most attractive ESCO markets in the U.S., yet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 panose="02110004020202020204"/>
                <a:ea typeface="Noto Sans" panose="020B0502040504020204" pitchFamily="34" charset="0"/>
                <a:cs typeface="Noto Sans" panose="020B0502040504020204" pitchFamily="34" charset="0"/>
              </a:rPr>
              <a:t>only ~10–15% of the opportunity has been realized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 panose="02110004020202020204"/>
                <a:ea typeface="Noto Sans" panose="020B0502040504020204" pitchFamily="34" charset="0"/>
                <a:cs typeface="Noto Sans" panose="020B0502040504020204" pitchFamily="34" charset="0"/>
              </a:rPr>
              <a:t>—not because districts lack need, but because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 panose="02110004020202020204"/>
                <a:ea typeface="Noto Sans" panose="020B0502040504020204" pitchFamily="34" charset="0"/>
                <a:cs typeface="Noto Sans" panose="020B0502040504020204" pitchFamily="34" charset="0"/>
              </a:rPr>
              <a:t>the market itself is structurally constrained.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 panose="02110004020202020204"/>
                <a:ea typeface="Noto Sans" panose="020B0502040504020204" pitchFamily="34" charset="0"/>
                <a:cs typeface="Noto Sans" panose="020B0502040504020204" pitchFamily="34" charset="0"/>
              </a:rPr>
              <a:t>The challenge for Johnson Controls is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 panose="02110004020202020204"/>
                <a:ea typeface="Noto Sans" panose="020B0502040504020204" pitchFamily="34" charset="0"/>
                <a:cs typeface="Noto Sans" panose="020B0502040504020204" pitchFamily="34" charset="0"/>
              </a:rPr>
              <a:t>not to compete within the existing market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 panose="02110004020202020204"/>
                <a:ea typeface="Noto Sans" panose="020B0502040504020204" pitchFamily="34" charset="0"/>
                <a:cs typeface="Noto Sans" panose="020B0502040504020204" pitchFamily="34" charset="0"/>
              </a:rPr>
              <a:t>—but to reshape how school districts define, fund, and prioritize infrastructure modernization—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 panose="02110004020202020204"/>
                <a:ea typeface="Noto Sans" panose="020B0502040504020204" pitchFamily="34" charset="0"/>
                <a:cs typeface="Noto Sans" panose="020B0502040504020204" pitchFamily="34" charset="0"/>
              </a:rPr>
              <a:t>unlocking the remaining 85% of latent demand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 panose="02110004020202020204"/>
                <a:ea typeface="Noto Sans" panose="020B0502040504020204" pitchFamily="34" charset="0"/>
                <a:cs typeface="Noto Sans" panose="020B0502040504020204" pitchFamily="34" charset="0"/>
              </a:rPr>
              <a:t>and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 panose="02110004020202020204"/>
                <a:ea typeface="Noto Sans" panose="020B0502040504020204" pitchFamily="34" charset="0"/>
                <a:cs typeface="Noto Sans" panose="020B0502040504020204" pitchFamily="34" charset="0"/>
              </a:rPr>
              <a:t>scaling ESPC adoption across Florida K‑12. 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110004020202020204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55209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B6849-B25F-1A1D-1F4B-E3A09B221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1498F-8A3B-6D36-3F14-32BC67400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Florida K12 Problem Statement #2 (Customer)</a:t>
            </a:r>
          </a:p>
        </p:txBody>
      </p:sp>
    </p:spTree>
    <p:extLst>
      <p:ext uri="{BB962C8B-B14F-4D97-AF65-F5344CB8AC3E}">
        <p14:creationId xmlns:p14="http://schemas.microsoft.com/office/powerpoint/2010/main" val="2311823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66146-6348-9DA6-416A-DEE8ED978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11996-4B43-7A05-F172-12D92B178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Florida K12 Problem Statement #2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4F651-409C-1EFC-DB65-5494B9196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3" y="1268413"/>
            <a:ext cx="4892400" cy="2473049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sz="1800" b="1" dirty="0">
                <a:solidFill>
                  <a:schemeClr val="tx1"/>
                </a:solidFill>
                <a:latin typeface="+mn-lt"/>
              </a:rPr>
              <a:t>Energy, operations, and maintenance costs are rising sharply across Florida school districts.  Districts saw $857M increase in these expenses over the last three fiscal years (24%).</a:t>
            </a:r>
          </a:p>
          <a:p>
            <a:pPr marL="342900" indent="-342900">
              <a:buFont typeface="+mj-lt"/>
              <a:buAutoNum type="arabicPeriod"/>
            </a:pPr>
            <a:endParaRPr lang="en-US" sz="1800" b="1" dirty="0">
              <a:solidFill>
                <a:schemeClr val="tx1"/>
              </a:solidFill>
              <a:latin typeface="+mn-lt"/>
            </a:endParaRPr>
          </a:p>
          <a:p>
            <a:pPr marL="342900" indent="-342900">
              <a:buFont typeface="+mj-lt"/>
              <a:buAutoNum type="arabicPeriod"/>
            </a:pPr>
            <a:endParaRPr lang="en-US" sz="1800" b="1" dirty="0">
              <a:solidFill>
                <a:schemeClr val="tx1"/>
              </a:solidFill>
              <a:latin typeface="+mn-lt"/>
            </a:endParaRPr>
          </a:p>
          <a:p>
            <a:pPr marL="342900" indent="-342900">
              <a:buFont typeface="+mj-lt"/>
              <a:buAutoNum type="arabicPeriod"/>
            </a:pPr>
            <a:endParaRPr lang="en-US" sz="1800" b="1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79BA8B-6748-70E0-5662-4D825190A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983" y="1220026"/>
            <a:ext cx="4576211" cy="16180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2272FA4-C528-28A7-E4C6-ACA852669640}"/>
              </a:ext>
            </a:extLst>
          </p:cNvPr>
          <p:cNvSpPr/>
          <p:nvPr/>
        </p:nvSpPr>
        <p:spPr>
          <a:xfrm>
            <a:off x="9410700" y="2600325"/>
            <a:ext cx="1533525" cy="209550"/>
          </a:xfrm>
          <a:prstGeom prst="rect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41801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296AD-EFFF-1EE1-5842-16B1B9946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644FC-0901-3864-495A-45EADA27D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Florida K12 Problem Statement #2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DB325-0657-5875-E889-085766CC1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3" y="1268413"/>
            <a:ext cx="4892400" cy="4225324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sz="1800" b="1" dirty="0">
                <a:solidFill>
                  <a:schemeClr val="tx1">
                    <a:alpha val="50000"/>
                  </a:schemeClr>
                </a:solidFill>
                <a:latin typeface="+mn-lt"/>
              </a:rPr>
              <a:t>Energy, operations, and maintenance costs are rising sharply across Florida school districts.  Districts saw $857M increase in these expenses over the last three fiscal years (24%).</a:t>
            </a:r>
          </a:p>
          <a:p>
            <a:pPr marL="342900" indent="-342900">
              <a:buFont typeface="+mj-lt"/>
              <a:buAutoNum type="arabicPeriod"/>
            </a:pPr>
            <a:endParaRPr lang="en-US" sz="1800" b="1" dirty="0">
              <a:solidFill>
                <a:schemeClr val="tx1"/>
              </a:solidFill>
              <a:latin typeface="+mn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b="1" dirty="0">
                <a:solidFill>
                  <a:schemeClr val="tx1"/>
                </a:solidFill>
                <a:latin typeface="+mn-lt"/>
              </a:rPr>
              <a:t>For the first time in history, student enrollment at Florida K12 public schools is decreasing, not as a result of population decrease, but due to transfers to private, charter, and homeschooling.</a:t>
            </a:r>
          </a:p>
          <a:p>
            <a:pPr marL="342900" indent="-342900">
              <a:buFont typeface="+mj-lt"/>
              <a:buAutoNum type="arabicPeriod"/>
            </a:pPr>
            <a:endParaRPr lang="en-US" sz="1800" b="1" dirty="0">
              <a:solidFill>
                <a:schemeClr val="tx1"/>
              </a:solidFill>
              <a:latin typeface="+mn-lt"/>
            </a:endParaRPr>
          </a:p>
          <a:p>
            <a:pPr marL="342900" indent="-342900">
              <a:buFont typeface="+mj-lt"/>
              <a:buAutoNum type="arabicPeriod"/>
            </a:pPr>
            <a:endParaRPr lang="en-US" sz="1800" b="1" dirty="0">
              <a:solidFill>
                <a:schemeClr val="tx1"/>
              </a:solidFill>
              <a:latin typeface="+mn-lt"/>
            </a:endParaRPr>
          </a:p>
          <a:p>
            <a:pPr marL="342900" indent="-342900">
              <a:buFont typeface="+mj-lt"/>
              <a:buAutoNum type="arabicPeriod"/>
            </a:pPr>
            <a:endParaRPr lang="en-US" sz="1800" b="1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1AA1AE-B7AF-B28F-D41E-943BCC66F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983" y="2916204"/>
            <a:ext cx="4556937" cy="18036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27AC77-64F3-2233-5648-C2BEC0BFEDA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6381983" y="1220026"/>
            <a:ext cx="4576211" cy="1618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458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52B21-32EF-B0D3-900E-1B43BBC1F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D562A-94FE-8163-54E5-F72DAE91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Florida K12 Problem Statement #2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EA428-72A8-DD1F-D107-E804F29A18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3" y="1268413"/>
            <a:ext cx="4892400" cy="6043129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sz="1800" b="1" dirty="0">
                <a:solidFill>
                  <a:schemeClr val="tx1">
                    <a:alpha val="50000"/>
                  </a:schemeClr>
                </a:solidFill>
                <a:latin typeface="+mn-lt"/>
              </a:rPr>
              <a:t>Energy, operations, and maintenance costs are rising sharply across Florida school districts.  Districts saw $857M increase in these expenses over the past three fiscal years (24%).</a:t>
            </a:r>
          </a:p>
          <a:p>
            <a:pPr marL="342900" indent="-342900">
              <a:buFont typeface="+mj-lt"/>
              <a:buAutoNum type="arabicPeriod"/>
            </a:pPr>
            <a:endParaRPr lang="en-US" sz="1800" b="1" dirty="0">
              <a:solidFill>
                <a:schemeClr val="tx1">
                  <a:alpha val="50000"/>
                </a:schemeClr>
              </a:solidFill>
              <a:latin typeface="+mn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b="1" dirty="0">
                <a:solidFill>
                  <a:schemeClr val="tx1">
                    <a:alpha val="50000"/>
                  </a:schemeClr>
                </a:solidFill>
                <a:latin typeface="+mn-lt"/>
              </a:rPr>
              <a:t>For the first time in history, student enrollment at Florida K12 public schools is decreasing, not as a result of population decrease, but due to transfers to private, charter, and homeschooling.</a:t>
            </a:r>
          </a:p>
          <a:p>
            <a:pPr marL="342900" indent="-342900">
              <a:buFont typeface="+mj-lt"/>
              <a:buAutoNum type="arabicPeriod"/>
            </a:pPr>
            <a:endParaRPr lang="en-US" sz="1800" b="1" dirty="0">
              <a:solidFill>
                <a:schemeClr val="tx1"/>
              </a:solidFill>
              <a:latin typeface="+mn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b="1" dirty="0">
                <a:solidFill>
                  <a:schemeClr val="tx1"/>
                </a:solidFill>
                <a:latin typeface="+mn-lt"/>
              </a:rPr>
              <a:t>Energy, operations, and maintenance costs are not proportional to student counts: they track building square footage, age, HVAC, efficiency, local utility rate structures, and labor/material costs.  </a:t>
            </a:r>
            <a:r>
              <a:rPr lang="en-US" sz="1800" b="1" dirty="0">
                <a:solidFill>
                  <a:schemeClr val="tx1"/>
                </a:solidFill>
                <a:highlight>
                  <a:srgbClr val="FFFF00"/>
                </a:highlight>
                <a:latin typeface="+mn-lt"/>
              </a:rPr>
              <a:t>Under this scenario, cost per student increase exponentially.</a:t>
            </a:r>
          </a:p>
          <a:p>
            <a:pPr marL="342900" indent="-342900">
              <a:buFont typeface="+mj-lt"/>
              <a:buAutoNum type="arabicPeriod"/>
            </a:pPr>
            <a:endParaRPr lang="en-US" sz="1800" b="1" dirty="0">
              <a:solidFill>
                <a:schemeClr val="tx1"/>
              </a:solidFill>
              <a:latin typeface="+mn-lt"/>
            </a:endParaRPr>
          </a:p>
          <a:p>
            <a:pPr marL="342900" indent="-342900">
              <a:buFont typeface="+mj-lt"/>
              <a:buAutoNum type="arabicPeriod"/>
            </a:pPr>
            <a:endParaRPr lang="en-US" sz="1800" b="1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1EC26C-2E87-21F4-1B93-997AADE1B4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6589" y="4876146"/>
            <a:ext cx="4527726" cy="15700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FF7B08F-D0A9-7F70-F937-4682BDD67AB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6381983" y="2916204"/>
            <a:ext cx="4556937" cy="18036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790066-15B5-07C8-EDF7-4AA46791D1B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6381983" y="1220026"/>
            <a:ext cx="4576211" cy="161801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99580B0-9F77-8FCF-1B78-0C9C0D15594F}"/>
              </a:ext>
            </a:extLst>
          </p:cNvPr>
          <p:cNvSpPr/>
          <p:nvPr/>
        </p:nvSpPr>
        <p:spPr>
          <a:xfrm>
            <a:off x="9410700" y="2600325"/>
            <a:ext cx="1533525" cy="209550"/>
          </a:xfrm>
          <a:prstGeom prst="rect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41A692-1063-FD7F-B7E5-5E34BEB68AC7}"/>
              </a:ext>
            </a:extLst>
          </p:cNvPr>
          <p:cNvSpPr/>
          <p:nvPr/>
        </p:nvSpPr>
        <p:spPr>
          <a:xfrm>
            <a:off x="9390790" y="6200775"/>
            <a:ext cx="1533525" cy="245406"/>
          </a:xfrm>
          <a:prstGeom prst="rect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95935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E97BB-C07F-6AB0-26B2-40ADF354C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9DE2E-275D-95B5-21D0-315D8011A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Florida K12 Problem Statement #2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A1C48F9-B4D0-E7D5-3918-30E8148912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1" y="1268413"/>
            <a:ext cx="10968427" cy="776046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+mj-lt"/>
              </a:rPr>
              <a:t>How Florida K‑12 districts fund energy, operations, and maintenance: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+mn-lt"/>
              </a:rPr>
              <a:t>Florida separates operating dollars from capital dollars, and that distinction is critical to understanding facilities funding.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175B1E-0BE0-1344-4F69-47A1A6756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12" y="2179078"/>
            <a:ext cx="5345256" cy="30962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97AA6E9-0A90-E5AD-2235-0ECCB92D11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11" y="5275339"/>
            <a:ext cx="5295416" cy="1090233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F2973FD9-64BC-D02E-367A-D3006B8CFD02}"/>
              </a:ext>
            </a:extLst>
          </p:cNvPr>
          <p:cNvSpPr/>
          <p:nvPr/>
        </p:nvSpPr>
        <p:spPr>
          <a:xfrm>
            <a:off x="478117" y="2740284"/>
            <a:ext cx="5260211" cy="497438"/>
          </a:xfrm>
          <a:prstGeom prst="rect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1921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55610-3CB8-B195-30C1-928797658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1D40B-9280-1B33-A201-851AB9E1B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Florida K12 Problem Statement #2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03AF748-8DA4-CE12-C207-ADD4EF993D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1" y="1268413"/>
            <a:ext cx="10968427" cy="776046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+mj-lt"/>
              </a:rPr>
              <a:t>How Florida K‑12 districts fund energy, operations, and maintenance: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+mn-lt"/>
              </a:rPr>
              <a:t>Florida separates operating dollars from capital dollars, and that distinction is critical to understanding facilities funding.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57E242-0B2B-BA11-F028-99C4F5335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12" y="2179078"/>
            <a:ext cx="5345256" cy="30962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E47ED0A-24A0-9C00-B265-5EAC56DF1E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12" y="5299738"/>
            <a:ext cx="5295416" cy="109023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F6D82F8-4897-9722-0DEA-9AD3CD971D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3848" y="2179078"/>
            <a:ext cx="5401325" cy="347005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4A26863-9F19-61D5-63B7-DE33347303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3848" y="5649133"/>
            <a:ext cx="5307876" cy="8161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DAE1949-3AC6-88EF-502F-20621A84EC41}"/>
              </a:ext>
            </a:extLst>
          </p:cNvPr>
          <p:cNvSpPr/>
          <p:nvPr/>
        </p:nvSpPr>
        <p:spPr>
          <a:xfrm>
            <a:off x="5973849" y="5299738"/>
            <a:ext cx="3114168" cy="349395"/>
          </a:xfrm>
          <a:prstGeom prst="rect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C95B28-7C1B-C798-418C-5FFCD4E107D0}"/>
              </a:ext>
            </a:extLst>
          </p:cNvPr>
          <p:cNvSpPr/>
          <p:nvPr/>
        </p:nvSpPr>
        <p:spPr>
          <a:xfrm>
            <a:off x="478117" y="2740284"/>
            <a:ext cx="5260211" cy="497438"/>
          </a:xfrm>
          <a:prstGeom prst="rect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2540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C083A-B3FB-59BB-0569-9E379C85A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0321B-4497-4370-9881-9CC5DE2E3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Florida K12 Problem Statement #2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952E513-CBC5-4332-46CD-1E005D83D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2" y="1268413"/>
            <a:ext cx="9863138" cy="887487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+mj-lt"/>
              </a:rPr>
              <a:t>Challenges if Student Population continues to decline:</a:t>
            </a:r>
          </a:p>
          <a:p>
            <a:pPr marL="0" indent="0">
              <a:buNone/>
            </a:pPr>
            <a:endParaRPr lang="en-US" sz="2400" b="1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09C9D6-FFC9-FBF4-363A-ECF73795DF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037" y="1884494"/>
            <a:ext cx="5341198" cy="45101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ACE581-0403-410E-02DB-06B05BC461CE}"/>
              </a:ext>
            </a:extLst>
          </p:cNvPr>
          <p:cNvSpPr txBox="1"/>
          <p:nvPr/>
        </p:nvSpPr>
        <p:spPr>
          <a:xfrm>
            <a:off x="4146525" y="4784248"/>
            <a:ext cx="6483375" cy="1077218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152EA9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Key Takeaway: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52EA9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Revenue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52EA9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is tied to students, but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52EA9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cost is independent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52EA9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of student population.</a:t>
            </a:r>
          </a:p>
        </p:txBody>
      </p:sp>
    </p:spTree>
    <p:extLst>
      <p:ext uri="{BB962C8B-B14F-4D97-AF65-F5344CB8AC3E}">
        <p14:creationId xmlns:p14="http://schemas.microsoft.com/office/powerpoint/2010/main" val="4291449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54C57-1A08-279C-29F8-BE8570451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63509-EE59-841E-55C4-554AC80E6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Florida K12 Problem Statement #2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84662D9-F7ED-752E-BF79-F7D04A1AEA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2" y="1268413"/>
            <a:ext cx="9863138" cy="887487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+mj-lt"/>
              </a:rPr>
              <a:t>Challenges if Student Population continues to decline:</a:t>
            </a:r>
          </a:p>
          <a:p>
            <a:pPr marL="0" indent="0">
              <a:buNone/>
            </a:pPr>
            <a:endParaRPr lang="en-US" sz="2400" b="1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BE4984-4FDC-92CA-CB5E-130A70244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037" y="1884494"/>
            <a:ext cx="5341198" cy="45101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DD77B20-3FCA-14B6-ADB5-0BF47E52D8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2466" y="1884495"/>
            <a:ext cx="4821795" cy="4207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5623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CB7F2A-ED89-9B54-0CA4-1216C986E6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1109" y="1286934"/>
            <a:ext cx="7589784" cy="410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3439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6643D-D57C-BE57-9BCF-C053BD891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0F89D-48C1-828B-1DDF-97FBE4450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Johnson Controls Florida K12 Strategy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C386AFF-1878-BD74-060F-FAEF0A8477BE}"/>
              </a:ext>
            </a:extLst>
          </p:cNvPr>
          <p:cNvSpPr txBox="1">
            <a:spLocks/>
          </p:cNvSpPr>
          <p:nvPr/>
        </p:nvSpPr>
        <p:spPr>
          <a:xfrm>
            <a:off x="442911" y="1268413"/>
            <a:ext cx="10968427" cy="4426276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 panose="02110004020202020204"/>
                <a:ea typeface="Noto Sans" panose="020B0502040504020204" pitchFamily="34" charset="0"/>
                <a:cs typeface="Noto Sans" panose="020B0502040504020204" pitchFamily="34" charset="0"/>
              </a:rPr>
              <a:t>Hypothesis: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110004020202020204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Noto Sans" panose="020B0502040504020204" pitchFamily="34" charset="0"/>
                <a:cs typeface="Noto Sans" panose="020B0502040504020204" pitchFamily="34" charset="0"/>
              </a:rPr>
              <a:t>Operational funding for Florida's public schools is on track for a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Noto Sans" panose="020B0502040504020204" pitchFamily="34" charset="0"/>
                <a:cs typeface="Noto Sans" panose="020B0502040504020204" pitchFamily="34" charset="0"/>
              </a:rPr>
              <a:t>structural breakdown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Noto Sans" panose="020B0502040504020204" pitchFamily="34" charset="0"/>
                <a:cs typeface="Noto Sans" panose="020B0502040504020204" pitchFamily="34" charset="0"/>
              </a:rPr>
              <a:t>, with consequences likely to include inferior classroom conditions, weaker student attendance and outcomes, and an outflow of both students and teachers from the public system.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 panose="02110004020202020204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 panose="02110004020202020204"/>
                <a:ea typeface="Noto Sans" panose="020B0502040504020204" pitchFamily="34" charset="0"/>
                <a:cs typeface="Noto Sans" panose="020B0502040504020204" pitchFamily="34" charset="0"/>
              </a:rPr>
              <a:t>Solution: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 panose="02110004020202020204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Noto Sans" panose="020B0502040504020204" pitchFamily="34" charset="0"/>
                <a:cs typeface="Noto Sans" panose="020B0502040504020204" pitchFamily="34" charset="0"/>
              </a:rPr>
              <a:t>Florida school districts can break the cycle of rising facility costs and declining enrollment by using Energy Savings Performance Contracting (ESPC) to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Noto Sans" panose="020B0502040504020204" pitchFamily="34" charset="0"/>
                <a:cs typeface="Noto Sans" panose="020B0502040504020204" pitchFamily="34" charset="0"/>
              </a:rPr>
              <a:t>make budget-neutral investments in student achievement, teacher retention, health, comfort, and security. 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Noto Sans" panose="020B0502040504020204" pitchFamily="34" charset="0"/>
                <a:cs typeface="Noto Sans" panose="020B0502040504020204" pitchFamily="34" charset="0"/>
              </a:rPr>
              <a:t>New technology investments in lighting, HVAC, indoor air quality, and safety will modernize our schools and classrooms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Noto Sans" panose="020B0502040504020204" pitchFamily="34" charset="0"/>
                <a:cs typeface="Noto Sans" panose="020B0502040504020204" pitchFamily="34" charset="0"/>
              </a:rPr>
              <a:t>without new taxes or referendums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Noto Sans" panose="020B0502040504020204" pitchFamily="34" charset="0"/>
                <a:cs typeface="Noto Sans" panose="020B0502040504020204" pitchFamily="34" charset="0"/>
              </a:rPr>
              <a:t>—creating healthier, safer, and more productive spaces for students and teachers. 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Noto Sans" panose="020B0502040504020204" pitchFamily="34" charset="0"/>
                <a:cs typeface="Noto Sans" panose="020B0502040504020204" pitchFamily="34" charset="0"/>
              </a:rPr>
              <a:t>Bringing all schools up to the same standard of quality as newer campuses will advance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Noto Sans" panose="020B0502040504020204" pitchFamily="34" charset="0"/>
                <a:cs typeface="Noto Sans" panose="020B0502040504020204" pitchFamily="34" charset="0"/>
              </a:rPr>
              <a:t>social equity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Noto Sans" panose="020B0502040504020204" pitchFamily="34" charset="0"/>
                <a:cs typeface="Noto Sans" panose="020B0502040504020204" pitchFamily="34" charset="0"/>
              </a:rPr>
              <a:t>and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Noto Sans" panose="020B0502040504020204" pitchFamily="34" charset="0"/>
                <a:cs typeface="Noto Sans" panose="020B0502040504020204" pitchFamily="34" charset="0"/>
              </a:rPr>
              <a:t>make our public schools more competitive with charter and private alternatives.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110004020202020204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6924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206FD-3DD6-F7D4-5C84-7DB81FA14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87D79-03CD-4988-A07D-5C5F3FCCD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Florida K12 Strategy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EA41DA14-F620-4CB5-DC51-16F7B20DBD4E}"/>
              </a:ext>
            </a:extLst>
          </p:cNvPr>
          <p:cNvSpPr txBox="1">
            <a:spLocks/>
          </p:cNvSpPr>
          <p:nvPr/>
        </p:nvSpPr>
        <p:spPr>
          <a:xfrm>
            <a:off x="442911" y="1268413"/>
            <a:ext cx="10968427" cy="4315477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 panose="02110004020202020204"/>
                <a:ea typeface="Noto Sans" panose="020B0502040504020204" pitchFamily="34" charset="0"/>
                <a:cs typeface="Noto Sans" panose="020B0502040504020204" pitchFamily="34" charset="0"/>
              </a:rPr>
              <a:t>How will ESPC create healthier, safer, and more productive spaces for students and teachers?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Noto Sans" panose="020B0502040504020204" pitchFamily="34" charset="0"/>
                <a:cs typeface="Noto Sans" panose="020B0502040504020204" pitchFamily="34" charset="0"/>
              </a:rPr>
              <a:t>Modern LED lighting in every school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Noto Sans" panose="020B0502040504020204" pitchFamily="34" charset="0"/>
                <a:cs typeface="Noto Sans" panose="020B0502040504020204" pitchFamily="34" charset="0"/>
              </a:rPr>
              <a:t>to improve alertness and learning, increase safety, enhance athletics, and reduce energy and operations costs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Noto Sans" panose="020B0502040504020204" pitchFamily="34" charset="0"/>
                <a:cs typeface="Noto Sans" panose="020B0502040504020204" pitchFamily="34" charset="0"/>
              </a:rPr>
              <a:t>Reliable temperature control and healthier indoor air quality in every classroom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Noto Sans" panose="020B0502040504020204" pitchFamily="34" charset="0"/>
                <a:cs typeface="Noto Sans" panose="020B0502040504020204" pitchFamily="34" charset="0"/>
              </a:rPr>
              <a:t>to support focus, attendance, mental health and wellness, and student performance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Noto Sans" panose="020B0502040504020204" pitchFamily="34" charset="0"/>
                <a:cs typeface="Noto Sans" panose="020B0502040504020204" pitchFamily="34" charset="0"/>
              </a:rPr>
              <a:t>Advanced security and safety technology for every student and teacher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Noto Sans" panose="020B0502040504020204" pitchFamily="34" charset="0"/>
                <a:cs typeface="Noto Sans" panose="020B0502040504020204" pitchFamily="34" charset="0"/>
              </a:rPr>
              <a:t>to strengthen protection from outside threats and bring peace of mind to families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 panose="02110004020202020204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 panose="02110004020202020204"/>
                <a:ea typeface="Noto Sans" panose="020B0502040504020204" pitchFamily="34" charset="0"/>
                <a:cs typeface="Noto Sans" panose="020B0502040504020204" pitchFamily="34" charset="0"/>
              </a:rPr>
              <a:t>Opportunity: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 panose="02110004020202020204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Noto Sans" panose="020B0502040504020204" pitchFamily="34" charset="0"/>
                <a:cs typeface="Noto Sans" panose="020B0502040504020204" pitchFamily="34" charset="0"/>
              </a:rPr>
              <a:t>With ESPC, Florida public schools can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Noto Sans" panose="020B0502040504020204" pitchFamily="34" charset="0"/>
                <a:cs typeface="Noto Sans" panose="020B0502040504020204" pitchFamily="34" charset="0"/>
              </a:rPr>
              <a:t>lower costs and upgrade classrooms at the same time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Noto Sans" panose="020B0502040504020204" pitchFamily="34" charset="0"/>
                <a:cs typeface="Noto Sans" panose="020B0502040504020204" pitchFamily="34" charset="0"/>
              </a:rPr>
              <a:t>—improving the daily experience for students and teachers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Noto Sans" panose="020B0502040504020204" pitchFamily="34" charset="0"/>
                <a:cs typeface="Noto Sans" panose="020B0502040504020204" pitchFamily="34" charset="0"/>
              </a:rPr>
              <a:t>in a budget-neutral model with no new taxes or voter referendums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110004020202020204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110004020202020204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5180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27CE9-1B98-1C4C-EF65-FB9D23594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B0486-649F-19E6-AD1A-FD28AB5BD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Florida K12 Strategy – Key Research Needed to Tell Story and “Bring Data”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25688-E52C-1204-5112-F487EEE7DC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3" y="1268413"/>
            <a:ext cx="6209814" cy="1200265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sz="1800" b="1" dirty="0">
                <a:solidFill>
                  <a:schemeClr val="tx1"/>
                </a:solidFill>
                <a:latin typeface="+mn-lt"/>
              </a:rPr>
              <a:t>Cost Drivers </a:t>
            </a:r>
          </a:p>
          <a:p>
            <a:pPr lvl="1"/>
            <a:r>
              <a:rPr lang="en-US" sz="1600" dirty="0">
                <a:solidFill>
                  <a:schemeClr val="tx1"/>
                </a:solidFill>
                <a:latin typeface="+mn-lt"/>
              </a:rPr>
              <a:t>Energy Cost Trends</a:t>
            </a:r>
          </a:p>
          <a:p>
            <a:pPr lvl="1"/>
            <a:r>
              <a:rPr lang="en-US" sz="1600" dirty="0">
                <a:solidFill>
                  <a:schemeClr val="tx1"/>
                </a:solidFill>
                <a:latin typeface="+mn-lt"/>
              </a:rPr>
              <a:t>Deferred Maintenance</a:t>
            </a:r>
          </a:p>
          <a:p>
            <a:pPr lvl="1"/>
            <a:r>
              <a:rPr lang="en-US" sz="1600" dirty="0">
                <a:solidFill>
                  <a:schemeClr val="tx1"/>
                </a:solidFill>
                <a:latin typeface="+mn-lt"/>
              </a:rPr>
              <a:t>Shortage of Skilled Labor</a:t>
            </a:r>
          </a:p>
        </p:txBody>
      </p:sp>
    </p:spTree>
    <p:extLst>
      <p:ext uri="{BB962C8B-B14F-4D97-AF65-F5344CB8AC3E}">
        <p14:creationId xmlns:p14="http://schemas.microsoft.com/office/powerpoint/2010/main" val="567508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5B86B-4244-BC5F-2EB0-B86F71A5D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07FA3A07-5733-20D9-DE83-84484F1C4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688" y="4451"/>
            <a:ext cx="8054318" cy="889755"/>
          </a:xfrm>
        </p:spPr>
        <p:txBody>
          <a:bodyPr anchor="b"/>
          <a:lstStyle/>
          <a:p>
            <a:r>
              <a:rPr lang="en-US" dirty="0"/>
              <a:t>National Trends</a:t>
            </a:r>
            <a:br>
              <a:rPr lang="en-US" dirty="0"/>
            </a:br>
            <a:r>
              <a:rPr lang="en-US" sz="2000" dirty="0"/>
              <a:t>Recent Electricity Price Increases</a:t>
            </a:r>
            <a:endParaRPr lang="en-DK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FFA9C9-EC43-2DDF-C2E7-6D66E7958E7C}"/>
              </a:ext>
            </a:extLst>
          </p:cNvPr>
          <p:cNvSpPr txBox="1"/>
          <p:nvPr/>
        </p:nvSpPr>
        <p:spPr>
          <a:xfrm>
            <a:off x="6686648" y="1263253"/>
            <a:ext cx="5194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U.S electric industry average revenue per kWh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January 2026 over January 2025, </a:t>
            </a: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percent change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073E77-0A89-1593-2CA3-8E665A2721ED}"/>
              </a:ext>
            </a:extLst>
          </p:cNvPr>
          <p:cNvSpPr txBox="1"/>
          <p:nvPr/>
        </p:nvSpPr>
        <p:spPr>
          <a:xfrm>
            <a:off x="790853" y="1267193"/>
            <a:ext cx="5305147" cy="5192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U.S electric industry average revenue per kWh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January 2026, </a:t>
            </a: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cents per kilowatthour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E794DC-271A-248E-8830-22F42AFF9AE4}"/>
              </a:ext>
            </a:extLst>
          </p:cNvPr>
          <p:cNvSpPr txBox="1"/>
          <p:nvPr/>
        </p:nvSpPr>
        <p:spPr>
          <a:xfrm>
            <a:off x="991338" y="5384557"/>
            <a:ext cx="9938228" cy="1345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SI team has observed 50-100% supply price increases over the past two years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Prices are rapidly diverging in various geographic areas due to multiple drivers</a:t>
            </a: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Regulated vertically-integrated and delivery only utilities price increases tend to be moderated by state PUCs</a:t>
            </a: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Recent competitive supply price increases have been material in the Mid-Atlantic and Northeast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4ED53E-F9F7-E59A-0D96-5ABAA551767E}"/>
              </a:ext>
            </a:extLst>
          </p:cNvPr>
          <p:cNvSpPr txBox="1"/>
          <p:nvPr/>
        </p:nvSpPr>
        <p:spPr>
          <a:xfrm>
            <a:off x="559169" y="5163238"/>
            <a:ext cx="8643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Source: EIA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DF4D2E-518E-F194-A902-399971BF55AD}"/>
              </a:ext>
            </a:extLst>
          </p:cNvPr>
          <p:cNvSpPr txBox="1"/>
          <p:nvPr/>
        </p:nvSpPr>
        <p:spPr>
          <a:xfrm>
            <a:off x="6413559" y="5155804"/>
            <a:ext cx="8643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Source: EIA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D03607-FC5D-671F-802E-F8A65D9E8A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D2DCB6-719E-0F43-A160-E508323EF71D}" type="slidenum">
              <a:rPr kumimoji="0" lang="en-DK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DK" sz="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25EFF5-D586-C6ED-D118-CC776583D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853" y="1900539"/>
            <a:ext cx="4493410" cy="322927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3F50D22-692A-80EC-23E7-0D8D33B3CD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6648" y="1926204"/>
            <a:ext cx="4370404" cy="314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7842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EBD4F-5500-7024-75A1-E3C40E4E9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D6110C6E-3AD2-362F-4FDE-25DFF5852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688" y="86227"/>
            <a:ext cx="8054318" cy="889755"/>
          </a:xfrm>
        </p:spPr>
        <p:txBody>
          <a:bodyPr anchor="b"/>
          <a:lstStyle/>
          <a:p>
            <a:r>
              <a:rPr lang="en-US" dirty="0"/>
              <a:t>Primary Price Drivers</a:t>
            </a:r>
            <a:endParaRPr lang="en-D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712FB8-818B-6591-F3C2-3A5A28E10A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D2DCB6-719E-0F43-A160-E508323EF71D}" type="slidenum">
              <a:rPr kumimoji="0" lang="en-DK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DK" sz="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8ABC24E-7D98-4363-9274-40C9126FB6AE}"/>
              </a:ext>
            </a:extLst>
          </p:cNvPr>
          <p:cNvSpPr/>
          <p:nvPr/>
        </p:nvSpPr>
        <p:spPr>
          <a:xfrm>
            <a:off x="761997" y="3538978"/>
            <a:ext cx="3204119" cy="147939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10EE78-17BF-5483-C065-1D3C7D7127B8}"/>
              </a:ext>
            </a:extLst>
          </p:cNvPr>
          <p:cNvSpPr txBox="1"/>
          <p:nvPr/>
        </p:nvSpPr>
        <p:spPr>
          <a:xfrm>
            <a:off x="895813" y="3607249"/>
            <a:ext cx="293648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Unprecedented Load Growth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Data Centers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Building Electrification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Transportation Electrification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Industrial Output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57F73D5-D869-D282-A2BA-122C1633C7A0}"/>
              </a:ext>
            </a:extLst>
          </p:cNvPr>
          <p:cNvSpPr/>
          <p:nvPr/>
        </p:nvSpPr>
        <p:spPr>
          <a:xfrm>
            <a:off x="8284191" y="3512849"/>
            <a:ext cx="3204119" cy="147939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9ED65A-74C1-D812-5761-A8DF19A95967}"/>
              </a:ext>
            </a:extLst>
          </p:cNvPr>
          <p:cNvSpPr txBox="1"/>
          <p:nvPr/>
        </p:nvSpPr>
        <p:spPr>
          <a:xfrm>
            <a:off x="8418006" y="3538976"/>
            <a:ext cx="2936488" cy="14619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Aging Infrastructure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Increasing outages and maintenance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Retirement of inefficient plants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Tightening supply chain and increased costs (turbines, conductors, transformers)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2542B3A-1E78-234F-501E-8451ECE9AB25}"/>
              </a:ext>
            </a:extLst>
          </p:cNvPr>
          <p:cNvSpPr/>
          <p:nvPr/>
        </p:nvSpPr>
        <p:spPr>
          <a:xfrm>
            <a:off x="4523094" y="3538976"/>
            <a:ext cx="3204119" cy="147939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C32C92-8F7D-F977-BDDD-DB61D7B122D2}"/>
              </a:ext>
            </a:extLst>
          </p:cNvPr>
          <p:cNvSpPr txBox="1"/>
          <p:nvPr/>
        </p:nvSpPr>
        <p:spPr>
          <a:xfrm>
            <a:off x="4606437" y="3555207"/>
            <a:ext cx="3037431" cy="14619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Increased Intermittent Generation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Shift from centralized to decentralized generation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Long interconnection queues delay capacity additions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Firming requirements (battery, CT,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etc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3EAF0A4-AE2D-52B3-239F-8608198597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5278" y="1318056"/>
            <a:ext cx="6980525" cy="202709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1C92834-BD4E-4F15-2528-4EC1F7D24CCE}"/>
              </a:ext>
            </a:extLst>
          </p:cNvPr>
          <p:cNvSpPr txBox="1"/>
          <p:nvPr/>
        </p:nvSpPr>
        <p:spPr>
          <a:xfrm>
            <a:off x="2375278" y="3025689"/>
            <a:ext cx="102303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Source: NERC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DEF09BC-039B-C778-39D5-0AE9BDAE8C82}"/>
              </a:ext>
            </a:extLst>
          </p:cNvPr>
          <p:cNvSpPr/>
          <p:nvPr/>
        </p:nvSpPr>
        <p:spPr>
          <a:xfrm>
            <a:off x="2505888" y="5159941"/>
            <a:ext cx="3204119" cy="147939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76A394-E28C-5200-8BCA-5E8AE29DB3BA}"/>
              </a:ext>
            </a:extLst>
          </p:cNvPr>
          <p:cNvSpPr txBox="1"/>
          <p:nvPr/>
        </p:nvSpPr>
        <p:spPr>
          <a:xfrm>
            <a:off x="2639704" y="5228212"/>
            <a:ext cx="2936488" cy="14619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State and Federal Policies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Grid hardening and storm recovery costs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Public benefits (energy efficiency, low income,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etc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Affordability and equity concerns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E768A61-514D-C199-E197-A92EAAEA63FD}"/>
              </a:ext>
            </a:extLst>
          </p:cNvPr>
          <p:cNvSpPr/>
          <p:nvPr/>
        </p:nvSpPr>
        <p:spPr>
          <a:xfrm>
            <a:off x="6422523" y="5179265"/>
            <a:ext cx="3204119" cy="147939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F630EA-3237-7059-82C8-2B553E78F4B9}"/>
              </a:ext>
            </a:extLst>
          </p:cNvPr>
          <p:cNvSpPr txBox="1"/>
          <p:nvPr/>
        </p:nvSpPr>
        <p:spPr>
          <a:xfrm>
            <a:off x="6556338" y="5205392"/>
            <a:ext cx="2936488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Rising Financing Costs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Wholesale market dynamics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Increasing interest rates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Stranded asset risk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ROI expectations</a:t>
            </a:r>
          </a:p>
        </p:txBody>
      </p:sp>
    </p:spTree>
    <p:extLst>
      <p:ext uri="{BB962C8B-B14F-4D97-AF65-F5344CB8AC3E}">
        <p14:creationId xmlns:p14="http://schemas.microsoft.com/office/powerpoint/2010/main" val="40720916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DDEB5-C0CD-A46F-9F4F-0600B2A9E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C15B09A-E819-67A4-E50B-1C173ED4EE6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2" imgW="347" imgH="348" progId="TCLayout.ActiveDocument.1">
                  <p:embed/>
                </p:oleObj>
              </mc:Choice>
              <mc:Fallback>
                <p:oleObj name="think-cell Slide" r:id="rId22" imgW="347" imgH="34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15B09A-E819-67A4-E50B-1C173ED4EE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245B2711-EC7A-1DD9-E8BD-C9DD1A8EC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544" y="82551"/>
            <a:ext cx="10936287" cy="889755"/>
          </a:xfrm>
        </p:spPr>
        <p:txBody>
          <a:bodyPr vert="horz"/>
          <a:lstStyle/>
          <a:p>
            <a:r>
              <a:rPr lang="en-US" dirty="0"/>
              <a:t>Mid and South Atlantic rate increases vary significantly across the 8 states</a:t>
            </a:r>
            <a:br>
              <a:rPr lang="en-US" dirty="0"/>
            </a:br>
            <a:r>
              <a:rPr lang="en-US" sz="2000" dirty="0">
                <a:solidFill>
                  <a:schemeClr val="accent2"/>
                </a:solidFill>
              </a:rPr>
              <a:t>Geographies served by PJM are up significantly</a:t>
            </a:r>
            <a:endParaRPr lang="en-US" dirty="0">
              <a:solidFill>
                <a:schemeClr val="accent2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44B20DE-6973-27C8-332D-E3A7C238594A}"/>
              </a:ext>
            </a:extLst>
          </p:cNvPr>
          <p:cNvCxnSpPr/>
          <p:nvPr>
            <p:custDataLst>
              <p:tags r:id="rId2"/>
            </p:custDataLst>
          </p:nvPr>
        </p:nvCxnSpPr>
        <p:spPr bwMode="auto">
          <a:xfrm>
            <a:off x="760413" y="3887788"/>
            <a:ext cx="4424362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6E0D9FC-10BC-F029-23E1-F1B17B50847B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760413" y="3567113"/>
            <a:ext cx="4424362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168B19F-2B8C-BB3B-4FBA-6560D1251D71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760413" y="3244850"/>
            <a:ext cx="4424362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9C2E85B-CCA3-EFE3-639D-CEBC7AB6E3B9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760413" y="2922588"/>
            <a:ext cx="4424362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3F8548C-8B3E-A14B-5577-530811FC1DB5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>
            <a:off x="760413" y="2600325"/>
            <a:ext cx="44243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29BD005-FDCF-4E4C-5E85-D609EE36E279}"/>
              </a:ext>
            </a:extLst>
          </p:cNvPr>
          <p:cNvCxnSpPr/>
          <p:nvPr>
            <p:custDataLst>
              <p:tags r:id="rId7"/>
            </p:custDataLst>
          </p:nvPr>
        </p:nvCxnSpPr>
        <p:spPr bwMode="auto">
          <a:xfrm>
            <a:off x="760413" y="2279650"/>
            <a:ext cx="4424362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E59CAEE-7897-9399-1ED2-C987BFAB5B1E}"/>
              </a:ext>
            </a:extLst>
          </p:cNvPr>
          <p:cNvCxnSpPr/>
          <p:nvPr>
            <p:custDataLst>
              <p:tags r:id="rId8"/>
            </p:custDataLst>
          </p:nvPr>
        </p:nvCxnSpPr>
        <p:spPr bwMode="auto">
          <a:xfrm>
            <a:off x="760413" y="1957388"/>
            <a:ext cx="4424362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0" name="Chart 29">
            <a:extLst>
              <a:ext uri="{FF2B5EF4-FFF2-40B4-BE49-F238E27FC236}">
                <a16:creationId xmlns:a16="http://schemas.microsoft.com/office/drawing/2014/main" id="{0636EA5E-D8D8-61F5-4248-CA0E65A51747}"/>
              </a:ext>
            </a:extLst>
          </p:cNvPr>
          <p:cNvGraphicFramePr/>
          <p:nvPr>
            <p:custDataLst>
              <p:tags r:id="rId9"/>
            </p:custDataLst>
          </p:nvPr>
        </p:nvGraphicFramePr>
        <p:xfrm>
          <a:off x="263525" y="1751013"/>
          <a:ext cx="5003800" cy="26654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4"/>
          </a:graphicData>
        </a:graphic>
      </p:graphicFrame>
      <p:sp>
        <p:nvSpPr>
          <p:cNvPr id="57" name="Text Placeholder 2">
            <a:extLst>
              <a:ext uri="{FF2B5EF4-FFF2-40B4-BE49-F238E27FC236}">
                <a16:creationId xmlns:a16="http://schemas.microsoft.com/office/drawing/2014/main" id="{8CA06912-E679-7211-74A4-7EB3228BE45C}"/>
              </a:ext>
            </a:extLst>
          </p:cNvPr>
          <p:cNvSpPr>
            <a:spLocks noGrp="1"/>
          </p:cNvSpPr>
          <p:nvPr>
            <p:custDataLst>
              <p:tags r:id="rId10"/>
            </p:custDataLst>
          </p:nvPr>
        </p:nvSpPr>
        <p:spPr bwMode="auto">
          <a:xfrm>
            <a:off x="557213" y="4268788"/>
            <a:ext cx="406400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Pct val="75000"/>
              <a:buFont typeface="Wingdings" pitchFamily="2" charset="2"/>
              <a:buChar char="§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Pct val="75000"/>
              <a:buFont typeface="Wingdings" pitchFamily="2" charset="2"/>
              <a:buChar char="§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Pct val="75000"/>
              <a:buFont typeface="Wingdings" pitchFamily="2" charset="2"/>
              <a:buChar char="§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Pct val="75000"/>
              <a:buFont typeface="Wingdings" pitchFamily="2" charset="2"/>
              <a:buChar char="§"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Pct val="75000"/>
              <a:buFont typeface="Wingdings" pitchFamily="2" charset="2"/>
              <a:buChar char="§"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5000"/>
              <a:buFont typeface="Wingdings" pitchFamily="2" charset="2"/>
              <a:buNone/>
              <a:tabLst/>
              <a:defRPr/>
            </a:pPr>
            <a:fld id="{43C199AC-617D-413E-81C3-D43F37DCC847}" type="datetime'''''''''''''Q3'''''' ''20''''''''''''''''''2''''''''0'''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75000"/>
                <a:buFont typeface="Wingdings" pitchFamily="2" charset="2"/>
                <a:buNone/>
                <a:tabLst/>
                <a:defRPr/>
              </a:pPr>
              <a:t>Q3 2020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37D4A14D-72C6-9905-C874-92E7922A4F8A}"/>
              </a:ext>
            </a:extLst>
          </p:cNvPr>
          <p:cNvSpPr>
            <a:spLocks noGrp="1"/>
          </p:cNvSpPr>
          <p:nvPr>
            <p:custDataLst>
              <p:tags r:id="rId11"/>
            </p:custDataLst>
          </p:nvPr>
        </p:nvSpPr>
        <p:spPr bwMode="auto">
          <a:xfrm>
            <a:off x="1441450" y="4268788"/>
            <a:ext cx="406400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Pct val="75000"/>
              <a:buFont typeface="Wingdings" pitchFamily="2" charset="2"/>
              <a:buChar char="§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Pct val="75000"/>
              <a:buFont typeface="Wingdings" pitchFamily="2" charset="2"/>
              <a:buChar char="§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Pct val="75000"/>
              <a:buFont typeface="Wingdings" pitchFamily="2" charset="2"/>
              <a:buChar char="§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Pct val="75000"/>
              <a:buFont typeface="Wingdings" pitchFamily="2" charset="2"/>
              <a:buChar char="§"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Pct val="75000"/>
              <a:buFont typeface="Wingdings" pitchFamily="2" charset="2"/>
              <a:buChar char="§"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5000"/>
              <a:buFont typeface="Wingdings" pitchFamily="2" charset="2"/>
              <a:buNone/>
              <a:tabLst/>
              <a:defRPr/>
            </a:pPr>
            <a:fld id="{3282A8E9-81A8-4A7C-936F-80A8FBD357B8}" type="datetime'Q3 ''''''''2''''''0''2''''''''''''''''''1'''''''''''''''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75000"/>
                <a:buFont typeface="Wingdings" pitchFamily="2" charset="2"/>
                <a:buNone/>
                <a:tabLst/>
                <a:defRPr/>
              </a:pPr>
              <a:t>Q3 2021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C98B01A-B9A0-91AC-F6E5-296AB35F3CFC}"/>
              </a:ext>
            </a:extLst>
          </p:cNvPr>
          <p:cNvSpPr>
            <a:spLocks noGrp="1"/>
          </p:cNvSpPr>
          <p:nvPr>
            <p:custDataLst>
              <p:tags r:id="rId12"/>
            </p:custDataLst>
          </p:nvPr>
        </p:nvSpPr>
        <p:spPr bwMode="auto">
          <a:xfrm>
            <a:off x="2327275" y="4268788"/>
            <a:ext cx="406400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Pct val="75000"/>
              <a:buFont typeface="Wingdings" pitchFamily="2" charset="2"/>
              <a:buChar char="§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Pct val="75000"/>
              <a:buFont typeface="Wingdings" pitchFamily="2" charset="2"/>
              <a:buChar char="§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Pct val="75000"/>
              <a:buFont typeface="Wingdings" pitchFamily="2" charset="2"/>
              <a:buChar char="§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Pct val="75000"/>
              <a:buFont typeface="Wingdings" pitchFamily="2" charset="2"/>
              <a:buChar char="§"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Pct val="75000"/>
              <a:buFont typeface="Wingdings" pitchFamily="2" charset="2"/>
              <a:buChar char="§"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5000"/>
              <a:buFont typeface="Wingdings" pitchFamily="2" charset="2"/>
              <a:buNone/>
              <a:tabLst/>
              <a:defRPr/>
            </a:pPr>
            <a:fld id="{D2C4B438-2F8D-480C-988B-2AABD70A1818}" type="datetime'Q''''''''''''''''''''''3 ''''''''''2''0''''''2''''''''''''2'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75000"/>
                <a:buFont typeface="Wingdings" pitchFamily="2" charset="2"/>
                <a:buNone/>
                <a:tabLst/>
                <a:defRPr/>
              </a:pPr>
              <a:t>Q3 2022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9" name="Text Placeholder 2">
            <a:extLst>
              <a:ext uri="{FF2B5EF4-FFF2-40B4-BE49-F238E27FC236}">
                <a16:creationId xmlns:a16="http://schemas.microsoft.com/office/drawing/2014/main" id="{3CE24805-2458-9986-0F67-9AC59CEB17E9}"/>
              </a:ext>
            </a:extLst>
          </p:cNvPr>
          <p:cNvSpPr>
            <a:spLocks noGrp="1"/>
          </p:cNvSpPr>
          <p:nvPr>
            <p:custDataLst>
              <p:tags r:id="rId13"/>
            </p:custDataLst>
          </p:nvPr>
        </p:nvSpPr>
        <p:spPr bwMode="auto">
          <a:xfrm>
            <a:off x="3211513" y="4268788"/>
            <a:ext cx="406400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Pct val="75000"/>
              <a:buFont typeface="Wingdings" pitchFamily="2" charset="2"/>
              <a:buChar char="§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Pct val="75000"/>
              <a:buFont typeface="Wingdings" pitchFamily="2" charset="2"/>
              <a:buChar char="§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Pct val="75000"/>
              <a:buFont typeface="Wingdings" pitchFamily="2" charset="2"/>
              <a:buChar char="§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Pct val="75000"/>
              <a:buFont typeface="Wingdings" pitchFamily="2" charset="2"/>
              <a:buChar char="§"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Pct val="75000"/>
              <a:buFont typeface="Wingdings" pitchFamily="2" charset="2"/>
              <a:buChar char="§"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5000"/>
              <a:buFont typeface="Wingdings" pitchFamily="2" charset="2"/>
              <a:buNone/>
              <a:tabLst/>
              <a:defRPr/>
            </a:pPr>
            <a:fld id="{044B7C85-639E-4598-9C91-EFF6730FFF82}" type="datetime'''''''''''''Q''''''3'''' ''''''202''''''''''''''''''''''3'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75000"/>
                <a:buFont typeface="Wingdings" pitchFamily="2" charset="2"/>
                <a:buNone/>
                <a:tabLst/>
                <a:defRPr/>
              </a:pPr>
              <a:t>Q3 2023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3" name="Text Placeholder 2">
            <a:extLst>
              <a:ext uri="{FF2B5EF4-FFF2-40B4-BE49-F238E27FC236}">
                <a16:creationId xmlns:a16="http://schemas.microsoft.com/office/drawing/2014/main" id="{F9F75D45-5E19-1B9F-E699-C0796956F826}"/>
              </a:ext>
            </a:extLst>
          </p:cNvPr>
          <p:cNvSpPr>
            <a:spLocks noGrp="1"/>
          </p:cNvSpPr>
          <p:nvPr>
            <p:custDataLst>
              <p:tags r:id="rId14"/>
            </p:custDataLst>
          </p:nvPr>
        </p:nvSpPr>
        <p:spPr bwMode="auto">
          <a:xfrm>
            <a:off x="4097338" y="4268788"/>
            <a:ext cx="406400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Pct val="75000"/>
              <a:buFont typeface="Wingdings" pitchFamily="2" charset="2"/>
              <a:buChar char="§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Pct val="75000"/>
              <a:buFont typeface="Wingdings" pitchFamily="2" charset="2"/>
              <a:buChar char="§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Pct val="75000"/>
              <a:buFont typeface="Wingdings" pitchFamily="2" charset="2"/>
              <a:buChar char="§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Pct val="75000"/>
              <a:buFont typeface="Wingdings" pitchFamily="2" charset="2"/>
              <a:buChar char="§"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Pct val="75000"/>
              <a:buFont typeface="Wingdings" pitchFamily="2" charset="2"/>
              <a:buChar char="§"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5000"/>
              <a:buFont typeface="Wingdings" pitchFamily="2" charset="2"/>
              <a:buNone/>
              <a:tabLst/>
              <a:defRPr/>
            </a:pPr>
            <a:fld id="{FBF6832E-A2E6-4017-9BBF-18EAC6D21336}" type="datetime'Q''''''''''''''''3'' ''''''''''''''''''''2''''''02''''4'''''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75000"/>
                <a:buFont typeface="Wingdings" pitchFamily="2" charset="2"/>
                <a:buNone/>
                <a:tabLst/>
                <a:defRPr/>
              </a:pPr>
              <a:t>Q3 2024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7" name="Text Placeholder 2">
            <a:extLst>
              <a:ext uri="{FF2B5EF4-FFF2-40B4-BE49-F238E27FC236}">
                <a16:creationId xmlns:a16="http://schemas.microsoft.com/office/drawing/2014/main" id="{5771AC7F-79AC-B827-44C0-2CB3A548A728}"/>
              </a:ext>
            </a:extLst>
          </p:cNvPr>
          <p:cNvSpPr>
            <a:spLocks noGrp="1"/>
          </p:cNvSpPr>
          <p:nvPr>
            <p:custDataLst>
              <p:tags r:id="rId15"/>
            </p:custDataLst>
          </p:nvPr>
        </p:nvSpPr>
        <p:spPr bwMode="auto">
          <a:xfrm>
            <a:off x="4981575" y="4268788"/>
            <a:ext cx="406400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Pct val="75000"/>
              <a:buFont typeface="Wingdings" pitchFamily="2" charset="2"/>
              <a:buChar char="§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Pct val="75000"/>
              <a:buFont typeface="Wingdings" pitchFamily="2" charset="2"/>
              <a:buChar char="§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Pct val="75000"/>
              <a:buFont typeface="Wingdings" pitchFamily="2" charset="2"/>
              <a:buChar char="§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Pct val="75000"/>
              <a:buFont typeface="Wingdings" pitchFamily="2" charset="2"/>
              <a:buChar char="§"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Pct val="75000"/>
              <a:buFont typeface="Wingdings" pitchFamily="2" charset="2"/>
              <a:buChar char="§"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5000"/>
              <a:buFont typeface="Wingdings" pitchFamily="2" charset="2"/>
              <a:buNone/>
              <a:tabLst/>
              <a:defRPr/>
            </a:pPr>
            <a:fld id="{4C9A2686-4C4D-4E3D-991C-E81D62E5CBF9}" type="datetime'''''''Q''''3 ''''''''''''2''''''''0''2''''''''5'''''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75000"/>
                <a:buFont typeface="Wingdings" pitchFamily="2" charset="2"/>
                <a:buNone/>
                <a:tabLst/>
                <a:defRPr/>
              </a:pPr>
              <a:t>Q3 2025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26EB989D-EDF6-15DF-E448-747C7D9C3442}"/>
              </a:ext>
            </a:extLst>
          </p:cNvPr>
          <p:cNvCxnSpPr/>
          <p:nvPr>
            <p:custDataLst>
              <p:tags r:id="rId16"/>
            </p:custDataLst>
          </p:nvPr>
        </p:nvCxnSpPr>
        <p:spPr bwMode="gray">
          <a:xfrm>
            <a:off x="1671638" y="5256213"/>
            <a:ext cx="212725" cy="0"/>
          </a:xfrm>
          <a:prstGeom prst="line">
            <a:avLst/>
          </a:prstGeom>
          <a:ln w="38100" cap="rnd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BE181E05-3141-B6A9-94BA-E26334393DFA}"/>
              </a:ext>
            </a:extLst>
          </p:cNvPr>
          <p:cNvCxnSpPr/>
          <p:nvPr>
            <p:custDataLst>
              <p:tags r:id="rId17"/>
            </p:custDataLst>
          </p:nvPr>
        </p:nvCxnSpPr>
        <p:spPr bwMode="gray">
          <a:xfrm>
            <a:off x="3021013" y="5256213"/>
            <a:ext cx="212725" cy="0"/>
          </a:xfrm>
          <a:prstGeom prst="line">
            <a:avLst/>
          </a:prstGeom>
          <a:ln w="38100" cap="rnd" cmpd="sng" algn="ctr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8B38175-B912-DDFF-D027-51227EA26AB7}"/>
              </a:ext>
            </a:extLst>
          </p:cNvPr>
          <p:cNvSpPr>
            <a:spLocks noGrp="1"/>
          </p:cNvSpPr>
          <p:nvPr>
            <p:custDataLst>
              <p:tags r:id="rId18"/>
            </p:custDataLst>
          </p:nvPr>
        </p:nvSpPr>
        <p:spPr bwMode="auto">
          <a:xfrm>
            <a:off x="1954213" y="5157788"/>
            <a:ext cx="9461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Pct val="75000"/>
              <a:buFont typeface="Wingdings" pitchFamily="2" charset="2"/>
              <a:buChar char="§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Pct val="75000"/>
              <a:buFont typeface="Wingdings" pitchFamily="2" charset="2"/>
              <a:buChar char="§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Pct val="75000"/>
              <a:buFont typeface="Wingdings" pitchFamily="2" charset="2"/>
              <a:buChar char="§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Pct val="75000"/>
              <a:buFont typeface="Wingdings" pitchFamily="2" charset="2"/>
              <a:buChar char="§"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Pct val="75000"/>
              <a:buFont typeface="Wingdings" pitchFamily="2" charset="2"/>
              <a:buChar char="§"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5000"/>
              <a:buFont typeface="Wingdings" pitchFamily="2" charset="2"/>
              <a:buNone/>
              <a:tabLst/>
              <a:defRPr/>
            </a:pPr>
            <a:fld id="{529DA070-22D2-4970-B2CE-A71E0225B785}" type="datetime'''C''''o''m''m''''''''''''''''e''''r''''c''''ia''''''l'''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75000"/>
                <a:buFont typeface="Wingdings" pitchFamily="2" charset="2"/>
                <a:buNone/>
                <a:tabLst/>
                <a:defRPr/>
              </a:pPr>
              <a:t>Commercial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B646300F-31A0-3E0A-5D27-61A77D199CEB}"/>
              </a:ext>
            </a:extLst>
          </p:cNvPr>
          <p:cNvSpPr>
            <a:spLocks noGrp="1"/>
          </p:cNvSpPr>
          <p:nvPr>
            <p:custDataLst>
              <p:tags r:id="rId19"/>
            </p:custDataLst>
          </p:nvPr>
        </p:nvSpPr>
        <p:spPr bwMode="auto">
          <a:xfrm>
            <a:off x="3303588" y="5157788"/>
            <a:ext cx="7191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Pct val="75000"/>
              <a:buFont typeface="Wingdings" pitchFamily="2" charset="2"/>
              <a:buChar char="§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Pct val="75000"/>
              <a:buFont typeface="Wingdings" pitchFamily="2" charset="2"/>
              <a:buChar char="§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Pct val="75000"/>
              <a:buFont typeface="Wingdings" pitchFamily="2" charset="2"/>
              <a:buChar char="§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Pct val="75000"/>
              <a:buFont typeface="Wingdings" pitchFamily="2" charset="2"/>
              <a:buChar char="§"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Pct val="75000"/>
              <a:buFont typeface="Wingdings" pitchFamily="2" charset="2"/>
              <a:buChar char="§"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5000"/>
              <a:buFont typeface="Wingdings" pitchFamily="2" charset="2"/>
              <a:buNone/>
              <a:tabLst/>
              <a:defRPr/>
            </a:pPr>
            <a:fld id="{5E1BD4F4-C17D-4365-9ED1-E4E45B300E60}" type="datetime'I''''''''nd''u''''''''''''''''st''ri''a''''''''l'''''''''''''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75000"/>
                <a:buFont typeface="Wingdings" pitchFamily="2" charset="2"/>
                <a:buNone/>
                <a:tabLst/>
                <a:defRPr/>
              </a:pPr>
              <a:t>Industrial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CD1D01C4-6F98-C2A3-2401-A7BCF38D4211}"/>
              </a:ext>
            </a:extLst>
          </p:cNvPr>
          <p:cNvSpPr txBox="1"/>
          <p:nvPr/>
        </p:nvSpPr>
        <p:spPr>
          <a:xfrm>
            <a:off x="1540401" y="1325503"/>
            <a:ext cx="2934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Mid and South Atlantic</a:t>
            </a:r>
          </a:p>
        </p:txBody>
      </p: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CFD46C1A-77DB-BD7A-A581-A1E0C0A8F638}"/>
              </a:ext>
            </a:extLst>
          </p:cNvPr>
          <p:cNvGraphicFramePr>
            <a:graphicFrameLocks noGrp="1"/>
          </p:cNvGraphicFramePr>
          <p:nvPr/>
        </p:nvGraphicFramePr>
        <p:xfrm>
          <a:off x="5643565" y="1457294"/>
          <a:ext cx="6284910" cy="4669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0999">
                  <a:extLst>
                    <a:ext uri="{9D8B030D-6E8A-4147-A177-3AD203B41FA5}">
                      <a16:colId xmlns:a16="http://schemas.microsoft.com/office/drawing/2014/main" val="32985508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830347662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986526103"/>
                    </a:ext>
                  </a:extLst>
                </a:gridCol>
                <a:gridCol w="964141">
                  <a:extLst>
                    <a:ext uri="{9D8B030D-6E8A-4147-A177-3AD203B41FA5}">
                      <a16:colId xmlns:a16="http://schemas.microsoft.com/office/drawing/2014/main" val="1493445594"/>
                    </a:ext>
                  </a:extLst>
                </a:gridCol>
                <a:gridCol w="1047485">
                  <a:extLst>
                    <a:ext uri="{9D8B030D-6E8A-4147-A177-3AD203B41FA5}">
                      <a16:colId xmlns:a16="http://schemas.microsoft.com/office/drawing/2014/main" val="367215468"/>
                    </a:ext>
                  </a:extLst>
                </a:gridCol>
                <a:gridCol w="1047485">
                  <a:extLst>
                    <a:ext uri="{9D8B030D-6E8A-4147-A177-3AD203B41FA5}">
                      <a16:colId xmlns:a16="http://schemas.microsoft.com/office/drawing/2014/main" val="3793187503"/>
                    </a:ext>
                  </a:extLst>
                </a:gridCol>
              </a:tblGrid>
              <a:tr h="436337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Rate 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Q3 2020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Q3 2025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5-Year % Change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5-Year CAGR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9521278"/>
                  </a:ext>
                </a:extLst>
              </a:tr>
              <a:tr h="264919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Delaware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8.57¢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12.57¢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46.7%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8.0%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5199615"/>
                  </a:ext>
                </a:extLst>
              </a:tr>
              <a:tr h="264919"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7.02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9.66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37.6%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6.6%</a:t>
                      </a:r>
                    </a:p>
                  </a:txBody>
                  <a:tcPr anchor="ctr"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4570925"/>
                  </a:ext>
                </a:extLst>
              </a:tr>
              <a:tr h="264919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Florida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8.83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11.49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30.1%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5.4%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337569"/>
                  </a:ext>
                </a:extLst>
              </a:tr>
              <a:tr h="264919"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7.31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8.99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23.0%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4.2%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7946338"/>
                  </a:ext>
                </a:extLst>
              </a:tr>
              <a:tr h="2649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Georgia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10.07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11.80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17.2%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3.2%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7464237"/>
                  </a:ext>
                </a:extLst>
              </a:tr>
              <a:tr h="264919"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6.38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8.83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38.4%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6.7%</a:t>
                      </a:r>
                    </a:p>
                  </a:txBody>
                  <a:tcPr anchor="ctr"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757976"/>
                  </a:ext>
                </a:extLst>
              </a:tr>
              <a:tr h="264919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Maryland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9.38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15.13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61.3%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10.0%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6568502"/>
                  </a:ext>
                </a:extLst>
              </a:tr>
              <a:tr h="264919"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7.81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12.52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60.3%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9.9%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7233653"/>
                  </a:ext>
                </a:extLst>
              </a:tr>
              <a:tr h="264919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North Carolina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8.87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12.9%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2.4%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6455295"/>
                  </a:ext>
                </a:extLst>
              </a:tr>
              <a:tr h="264919"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6.81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7.76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14.0%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2.6%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5747773"/>
                  </a:ext>
                </a:extLst>
              </a:tr>
              <a:tr h="264919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South Carolina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10.37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10.90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5.1%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1.0%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0891662"/>
                  </a:ext>
                </a:extLst>
              </a:tr>
              <a:tr h="264919"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6.35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7.33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15.4%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2.9%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370905"/>
                  </a:ext>
                </a:extLst>
              </a:tr>
              <a:tr h="264919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Virginia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7.51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10.02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33.4%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5.9%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1273528"/>
                  </a:ext>
                </a:extLst>
              </a:tr>
              <a:tr h="264919"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6.31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9.45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49.8%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8.4%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9428334"/>
                  </a:ext>
                </a:extLst>
              </a:tr>
              <a:tr h="264919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West Virginia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9.02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11.50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27.5%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5.0%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720397"/>
                  </a:ext>
                </a:extLst>
              </a:tr>
              <a:tr h="129347"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6.05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8.10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33.9%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6.0%</a:t>
                      </a:r>
                    </a:p>
                  </a:txBody>
                  <a:tcPr anchor="ctr"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6610248"/>
                  </a:ext>
                </a:extLst>
              </a:tr>
            </a:tbl>
          </a:graphicData>
        </a:graphic>
      </p:graphicFrame>
      <p:sp>
        <p:nvSpPr>
          <p:cNvPr id="58" name="TextBox 57">
            <a:extLst>
              <a:ext uri="{FF2B5EF4-FFF2-40B4-BE49-F238E27FC236}">
                <a16:creationId xmlns:a16="http://schemas.microsoft.com/office/drawing/2014/main" id="{0E60B48A-F149-DE71-FDB7-3999A60EC294}"/>
              </a:ext>
            </a:extLst>
          </p:cNvPr>
          <p:cNvSpPr txBox="1"/>
          <p:nvPr/>
        </p:nvSpPr>
        <p:spPr>
          <a:xfrm>
            <a:off x="7622113" y="6246636"/>
            <a:ext cx="304799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Rate Class:  C – Commercial;  I - Industrial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8D17001-710F-0F9E-F49C-D76522553943}"/>
              </a:ext>
            </a:extLst>
          </p:cNvPr>
          <p:cNvSpPr txBox="1"/>
          <p:nvPr/>
        </p:nvSpPr>
        <p:spPr>
          <a:xfrm>
            <a:off x="446089" y="6290146"/>
            <a:ext cx="2654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Source:  EIA</a:t>
            </a:r>
          </a:p>
        </p:txBody>
      </p:sp>
    </p:spTree>
    <p:extLst>
      <p:ext uri="{BB962C8B-B14F-4D97-AF65-F5344CB8AC3E}">
        <p14:creationId xmlns:p14="http://schemas.microsoft.com/office/powerpoint/2010/main" val="26762435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CA2E0-6CE4-69F7-D3FB-972551A0D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E60BE4AE-5C5C-A722-5627-EDC8F6D2A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291" y="91833"/>
            <a:ext cx="10036363" cy="889755"/>
          </a:xfrm>
        </p:spPr>
        <p:txBody>
          <a:bodyPr anchor="b"/>
          <a:lstStyle/>
          <a:p>
            <a:r>
              <a:rPr lang="en-US" dirty="0"/>
              <a:t>Florida Electric Utilities</a:t>
            </a:r>
            <a:br>
              <a:rPr lang="en-US" dirty="0"/>
            </a:br>
            <a:r>
              <a:rPr lang="en-US" sz="2000" dirty="0">
                <a:solidFill>
                  <a:schemeClr val="tx1"/>
                </a:solidFill>
              </a:rPr>
              <a:t>Moderately fragmented market: 4 major Investor-Owned Electric Utilities ~ 50 Coops and Munis </a:t>
            </a:r>
            <a:endParaRPr lang="en-DK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D1B15E-63FE-EB18-2C4F-72A68C0234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D2DCB6-719E-0F43-A160-E508323EF71D}" type="slidenum">
              <a:rPr kumimoji="0" lang="en-DK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DK" sz="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9B5CAC-1E1A-CFB9-EFC4-586207B36A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208263"/>
            <a:ext cx="4458798" cy="538960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66D2BA5-682D-9DF3-A97B-1CEEA4AB6788}"/>
              </a:ext>
            </a:extLst>
          </p:cNvPr>
          <p:cNvSpPr txBox="1"/>
          <p:nvPr/>
        </p:nvSpPr>
        <p:spPr>
          <a:xfrm>
            <a:off x="588292" y="1533930"/>
            <a:ext cx="4850812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Comments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11125" marR="0" lvl="0" indent="-1111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Four investor-owned utilities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Florida Power &amp; Light and Florida Power &amp; Light-Northwest (formerly Gulf Power) – owned by NextEra Energy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Tampa Electric – owned by Emera in Nova Scotia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Duke Energy – owned by Duke Energy in N.C.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Florida Public Utilities Company – owned by Chesapeake Utilities Corporation</a:t>
            </a:r>
          </a:p>
          <a:p>
            <a:pPr marL="111125" marR="0" lvl="0" indent="-1111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FPL – on Tuesday (April 7</a:t>
            </a:r>
            <a:r>
              <a:rPr kumimoji="0" lang="en-US" sz="12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), Florida utility regulators rejected a motion to reevaluate proposed $7 billion rake hike.  Will now go to Florida Supreme Court.</a:t>
            </a:r>
          </a:p>
          <a:p>
            <a:pPr marL="111125" marR="0" lvl="0" indent="-1111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Generation mix (state-wide)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Natural Gas: ~70%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Coal: ~3%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Nuclear: ~10%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Biomass: ~1%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Solar: ~8%</a:t>
            </a:r>
          </a:p>
          <a:p>
            <a:pPr marL="111125" marR="0" lvl="0" indent="-1111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31525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E406C-D2A6-B447-F235-AA47EDDE5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0E923271-D0F2-45DD-6F3D-CDAEC36E2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688" y="4451"/>
            <a:ext cx="8054318" cy="889755"/>
          </a:xfrm>
        </p:spPr>
        <p:txBody>
          <a:bodyPr anchor="b"/>
          <a:lstStyle/>
          <a:p>
            <a:r>
              <a:rPr lang="en-US" dirty="0"/>
              <a:t> Florida Retail Prices</a:t>
            </a:r>
            <a:endParaRPr lang="en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CC0150-0BB1-CA8C-842D-3BE1F0D763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D2DCB6-719E-0F43-A160-E508323EF71D}" type="slidenum">
              <a:rPr kumimoji="0" lang="en-DK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DK" sz="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32093DF-0723-AED6-B5B5-560110EA75BF}"/>
              </a:ext>
            </a:extLst>
          </p:cNvPr>
          <p:cNvSpPr txBox="1"/>
          <p:nvPr/>
        </p:nvSpPr>
        <p:spPr>
          <a:xfrm>
            <a:off x="588292" y="1573345"/>
            <a:ext cx="3247728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Observations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11125" marR="0" lvl="0" indent="-1111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Residential customers are paying a materially higher price than C&amp;I customers</a:t>
            </a:r>
          </a:p>
          <a:p>
            <a:pPr marL="111125" marR="0" lvl="0" indent="-1111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11125" marR="0" lvl="0" indent="-1111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Prices for all customer classes have increased 20-40% since 2020</a:t>
            </a:r>
          </a:p>
          <a:p>
            <a:pPr marL="111125" marR="0" lvl="0" indent="-1111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11125" marR="0" lvl="0" indent="-1111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2022-2023 price increases were primarily driven by: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High natural gas prices, due to global market forces associated with Russia’s invasion of Ukraine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Hurricane Ian and Hurricane Nicole restoration charges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D88E299-DC70-35A9-B199-67DED3BA8C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9297" y="3516983"/>
            <a:ext cx="7016501" cy="306677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0C9EEC3-6E5A-874A-E3B4-DCA40FC36B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9296" y="274241"/>
            <a:ext cx="7016501" cy="308560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692045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1A0ED-3DE6-CCA7-A02D-395260FDE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6F611-E59E-3097-9C12-984FA84A9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Florida K12 Strategy – Key Research Needed to Tell Story and “Bring Data”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5049A-90D2-936F-70E6-5FA4FCD2E0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3" y="1315066"/>
            <a:ext cx="6209814" cy="4241097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sz="1800" b="1" dirty="0">
                <a:solidFill>
                  <a:schemeClr val="tx1"/>
                </a:solidFill>
                <a:latin typeface="+mn-lt"/>
              </a:rPr>
              <a:t>Cost Drivers </a:t>
            </a:r>
            <a:r>
              <a:rPr lang="en-US" sz="1800" b="1" dirty="0">
                <a:solidFill>
                  <a:srgbClr val="92D050"/>
                </a:solidFill>
                <a:latin typeface="+mn-lt"/>
              </a:rPr>
              <a:t> (Partially Completed)</a:t>
            </a:r>
            <a:endParaRPr lang="en-US" sz="1800" b="1" dirty="0">
              <a:solidFill>
                <a:schemeClr val="tx1"/>
              </a:solidFill>
              <a:latin typeface="+mn-lt"/>
            </a:endParaRPr>
          </a:p>
          <a:p>
            <a:pPr lvl="1"/>
            <a:r>
              <a:rPr lang="en-US" sz="1600" dirty="0">
                <a:solidFill>
                  <a:schemeClr val="tx1"/>
                </a:solidFill>
                <a:latin typeface="+mn-lt"/>
              </a:rPr>
              <a:t>Energy Cost Trends</a:t>
            </a:r>
          </a:p>
          <a:p>
            <a:pPr lvl="1"/>
            <a:r>
              <a:rPr lang="en-US" sz="1600" dirty="0">
                <a:solidFill>
                  <a:schemeClr val="tx1"/>
                </a:solidFill>
                <a:latin typeface="+mn-lt"/>
              </a:rPr>
              <a:t>Deferred Maintenance</a:t>
            </a:r>
          </a:p>
          <a:p>
            <a:pPr lvl="1"/>
            <a:r>
              <a:rPr lang="en-US" sz="1600" dirty="0">
                <a:solidFill>
                  <a:schemeClr val="tx1"/>
                </a:solidFill>
                <a:latin typeface="+mn-lt"/>
              </a:rPr>
              <a:t>Shortage of Skilled Labor</a:t>
            </a:r>
          </a:p>
          <a:p>
            <a:pPr marL="457200" lvl="1" indent="0">
              <a:buNone/>
            </a:pPr>
            <a:endParaRPr lang="en-US" sz="1600" dirty="0">
              <a:solidFill>
                <a:schemeClr val="tx1"/>
              </a:solidFill>
              <a:latin typeface="+mn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b="1" dirty="0">
                <a:solidFill>
                  <a:schemeClr val="tx1"/>
                </a:solidFill>
                <a:latin typeface="+mn-lt"/>
              </a:rPr>
              <a:t>Enrollment Trends</a:t>
            </a:r>
            <a:r>
              <a:rPr lang="en-US" sz="1800" b="1" dirty="0">
                <a:solidFill>
                  <a:srgbClr val="FFFF00"/>
                </a:solidFill>
                <a:latin typeface="+mn-lt"/>
              </a:rPr>
              <a:t>  </a:t>
            </a:r>
            <a:r>
              <a:rPr lang="en-US" sz="18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(In Progress - Digital Enablement)</a:t>
            </a:r>
          </a:p>
          <a:p>
            <a:pPr lvl="1"/>
            <a:r>
              <a:rPr lang="en-US" sz="1600" dirty="0">
                <a:solidFill>
                  <a:schemeClr val="tx1"/>
                </a:solidFill>
                <a:latin typeface="+mn-lt"/>
              </a:rPr>
              <a:t>Population/Birth Rates</a:t>
            </a:r>
          </a:p>
          <a:p>
            <a:pPr lvl="1"/>
            <a:r>
              <a:rPr lang="en-US" sz="1600" dirty="0">
                <a:solidFill>
                  <a:schemeClr val="tx1"/>
                </a:solidFill>
                <a:latin typeface="+mn-lt"/>
              </a:rPr>
              <a:t>Migration (Out of State, In-State Patterns)</a:t>
            </a:r>
          </a:p>
          <a:p>
            <a:pPr lvl="1"/>
            <a:r>
              <a:rPr lang="en-US" sz="1600" dirty="0">
                <a:solidFill>
                  <a:schemeClr val="tx1"/>
                </a:solidFill>
                <a:latin typeface="+mn-lt"/>
              </a:rPr>
              <a:t>Transfers to Private/Charter/Home Schools</a:t>
            </a:r>
          </a:p>
          <a:p>
            <a:pPr marL="457200" lvl="1" indent="0">
              <a:buNone/>
            </a:pPr>
            <a:endParaRPr lang="en-US" sz="1600" dirty="0">
              <a:solidFill>
                <a:schemeClr val="tx1"/>
              </a:solidFill>
              <a:latin typeface="+mn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b="1" dirty="0">
                <a:solidFill>
                  <a:schemeClr val="tx1"/>
                </a:solidFill>
                <a:latin typeface="+mn-lt"/>
              </a:rPr>
              <a:t>Student Achievement </a:t>
            </a:r>
            <a:r>
              <a:rPr lang="en-US" sz="18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(Not Started – Informs Story)</a:t>
            </a:r>
          </a:p>
          <a:p>
            <a:pPr lvl="1"/>
            <a:r>
              <a:rPr lang="en-US" sz="1600" dirty="0">
                <a:solidFill>
                  <a:schemeClr val="tx1"/>
                </a:solidFill>
                <a:latin typeface="+mn-lt"/>
              </a:rPr>
              <a:t>School Grades and Test Scores</a:t>
            </a:r>
          </a:p>
          <a:p>
            <a:pPr lvl="1"/>
            <a:r>
              <a:rPr lang="en-US" sz="1600" dirty="0">
                <a:solidFill>
                  <a:schemeClr val="tx1"/>
                </a:solidFill>
                <a:latin typeface="+mn-lt"/>
              </a:rPr>
              <a:t>Teacher Retention</a:t>
            </a:r>
          </a:p>
          <a:p>
            <a:pPr lvl="1"/>
            <a:r>
              <a:rPr lang="en-US" sz="1600" dirty="0">
                <a:solidFill>
                  <a:schemeClr val="tx1"/>
                </a:solidFill>
                <a:latin typeface="+mn-lt"/>
              </a:rPr>
              <a:t>Impact of Classroom Environment</a:t>
            </a:r>
          </a:p>
        </p:txBody>
      </p:sp>
    </p:spTree>
    <p:extLst>
      <p:ext uri="{BB962C8B-B14F-4D97-AF65-F5344CB8AC3E}">
        <p14:creationId xmlns:p14="http://schemas.microsoft.com/office/powerpoint/2010/main" val="1277197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6D81A-9C87-22B7-C848-ED6F18FC7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E47A2-01B8-EF0F-34B3-EC0CC8056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Florida K12 Strategy – What Do We Hope to Learn?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9AC18-6E7D-14E7-D809-B095BF339F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3" y="1268413"/>
            <a:ext cx="6209814" cy="3449599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sz="1800" b="1" dirty="0">
                <a:solidFill>
                  <a:schemeClr val="tx1"/>
                </a:solidFill>
                <a:latin typeface="+mn-lt"/>
              </a:rPr>
              <a:t>Funding Crisis</a:t>
            </a:r>
            <a:r>
              <a:rPr lang="en-US" sz="1800" b="1" dirty="0">
                <a:solidFill>
                  <a:srgbClr val="7030A0"/>
                </a:solidFill>
                <a:latin typeface="+mn-lt"/>
              </a:rPr>
              <a:t> </a:t>
            </a:r>
            <a:r>
              <a:rPr lang="en-US" sz="1800" b="1" dirty="0">
                <a:solidFill>
                  <a:schemeClr val="accent3">
                    <a:lumMod val="75000"/>
                  </a:schemeClr>
                </a:solidFill>
                <a:latin typeface="+mn-lt"/>
              </a:rPr>
              <a:t>(Calculated from #1 and #2)</a:t>
            </a:r>
          </a:p>
          <a:p>
            <a:pPr lvl="1"/>
            <a:r>
              <a:rPr lang="en-US" sz="1600" dirty="0">
                <a:solidFill>
                  <a:schemeClr val="tx1"/>
                </a:solidFill>
                <a:latin typeface="+mn-lt"/>
              </a:rPr>
              <a:t>Costs vs. Funding Divergence</a:t>
            </a:r>
          </a:p>
          <a:p>
            <a:pPr lvl="1"/>
            <a:r>
              <a:rPr lang="en-US" sz="1600" dirty="0">
                <a:solidFill>
                  <a:schemeClr val="tx1"/>
                </a:solidFill>
                <a:latin typeface="+mn-lt"/>
              </a:rPr>
              <a:t>How Wide Does the Gap Get?</a:t>
            </a:r>
          </a:p>
          <a:p>
            <a:pPr lvl="1"/>
            <a:r>
              <a:rPr lang="en-US" sz="1600" dirty="0">
                <a:solidFill>
                  <a:schemeClr val="tx1"/>
                </a:solidFill>
                <a:latin typeface="+mn-lt"/>
              </a:rPr>
              <a:t>When Does the System Break Down?</a:t>
            </a:r>
          </a:p>
          <a:p>
            <a:pPr marL="457200" lvl="1" indent="0">
              <a:buNone/>
            </a:pPr>
            <a:endParaRPr lang="en-US" sz="1600" dirty="0">
              <a:solidFill>
                <a:schemeClr val="tx1"/>
              </a:solidFill>
              <a:latin typeface="+mn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b="1" dirty="0">
                <a:solidFill>
                  <a:schemeClr val="tx1"/>
                </a:solidFill>
                <a:latin typeface="+mn-lt"/>
              </a:rPr>
              <a:t>Are Schools That Invest Doing Better?</a:t>
            </a:r>
            <a:endParaRPr lang="en-US" sz="1800" b="1" dirty="0">
              <a:solidFill>
                <a:schemeClr val="accent3">
                  <a:lumMod val="75000"/>
                </a:schemeClr>
              </a:solidFill>
              <a:latin typeface="+mn-lt"/>
            </a:endParaRPr>
          </a:p>
          <a:p>
            <a:pPr lvl="1"/>
            <a:r>
              <a:rPr lang="en-US" sz="1600" dirty="0">
                <a:solidFill>
                  <a:schemeClr val="tx1"/>
                </a:solidFill>
                <a:latin typeface="+mn-lt"/>
              </a:rPr>
              <a:t>How Many Districts Have Passed Sales Tax Referendum?</a:t>
            </a:r>
          </a:p>
          <a:p>
            <a:pPr lvl="1"/>
            <a:r>
              <a:rPr lang="en-US" sz="1600" dirty="0">
                <a:solidFill>
                  <a:schemeClr val="tx1"/>
                </a:solidFill>
                <a:latin typeface="+mn-lt"/>
              </a:rPr>
              <a:t>How Much Invested in HVAC, Technology?</a:t>
            </a:r>
          </a:p>
          <a:p>
            <a:pPr lvl="1"/>
            <a:r>
              <a:rPr lang="en-US" sz="1600" dirty="0">
                <a:solidFill>
                  <a:schemeClr val="tx1"/>
                </a:solidFill>
                <a:latin typeface="+mn-lt"/>
              </a:rPr>
              <a:t>What Are Cost Trends for these Districts?  Are the Better?</a:t>
            </a:r>
          </a:p>
          <a:p>
            <a:pPr lvl="1"/>
            <a:r>
              <a:rPr lang="en-US" sz="1600" i="1" dirty="0">
                <a:solidFill>
                  <a:schemeClr val="tx1"/>
                </a:solidFill>
                <a:latin typeface="+mn-lt"/>
              </a:rPr>
              <a:t>Hypothesis:  Investments are not getting results and requires a different approach that focuses on outcomes, not just new equipment.</a:t>
            </a:r>
          </a:p>
        </p:txBody>
      </p:sp>
    </p:spTree>
    <p:extLst>
      <p:ext uri="{BB962C8B-B14F-4D97-AF65-F5344CB8AC3E}">
        <p14:creationId xmlns:p14="http://schemas.microsoft.com/office/powerpoint/2010/main" val="128475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A1B7A-EA36-3114-536D-B1FBAF3FB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0C511-CC88-062B-41E0-BC640E355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Florida K12 Problem Statement #3 (Enabling the Market, Solving the Problem)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FD435-6169-074A-7369-E0C13C215B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3" y="1268413"/>
            <a:ext cx="6209814" cy="5605574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sz="1800" b="1" dirty="0">
                <a:solidFill>
                  <a:schemeClr val="tx1"/>
                </a:solidFill>
                <a:latin typeface="+mn-lt"/>
              </a:rPr>
              <a:t>Funding Reforms</a:t>
            </a:r>
            <a:endParaRPr lang="en-US" sz="1800" b="1" dirty="0">
              <a:solidFill>
                <a:schemeClr val="accent3">
                  <a:lumMod val="75000"/>
                </a:schemeClr>
              </a:solidFill>
              <a:latin typeface="+mn-lt"/>
            </a:endParaRPr>
          </a:p>
          <a:p>
            <a:pPr lvl="1"/>
            <a:r>
              <a:rPr lang="en-US" sz="1600" dirty="0">
                <a:solidFill>
                  <a:schemeClr val="tx1"/>
                </a:solidFill>
                <a:latin typeface="+mn-lt"/>
              </a:rPr>
              <a:t>Changes to FEFP formula to account for facility condition</a:t>
            </a:r>
          </a:p>
          <a:p>
            <a:pPr lvl="1"/>
            <a:r>
              <a:rPr lang="en-US" sz="1600" dirty="0">
                <a:solidFill>
                  <a:schemeClr val="tx1"/>
                </a:solidFill>
                <a:latin typeface="+mn-lt"/>
              </a:rPr>
              <a:t>Changes to FEFP and PECO restrictions on use</a:t>
            </a:r>
          </a:p>
          <a:p>
            <a:pPr lvl="1"/>
            <a:r>
              <a:rPr lang="en-US" sz="1600" dirty="0">
                <a:solidFill>
                  <a:schemeClr val="tx1"/>
                </a:solidFill>
                <a:latin typeface="+mn-lt"/>
              </a:rPr>
              <a:t>Matching grants, revolving load fund for ESPC projects</a:t>
            </a:r>
          </a:p>
          <a:p>
            <a:pPr lvl="1"/>
            <a:r>
              <a:rPr lang="en-US" sz="1600" dirty="0">
                <a:solidFill>
                  <a:schemeClr val="tx1"/>
                </a:solidFill>
                <a:latin typeface="+mn-lt"/>
              </a:rPr>
              <a:t>Incentives to leverage PECO funds with ESPC project (120% funding formula)</a:t>
            </a:r>
          </a:p>
          <a:p>
            <a:pPr lvl="1"/>
            <a:r>
              <a:rPr lang="en-US" sz="1600" dirty="0">
                <a:solidFill>
                  <a:schemeClr val="tx1"/>
                </a:solidFill>
                <a:latin typeface="+mn-lt"/>
              </a:rPr>
              <a:t>Performance based bonuses/penalties</a:t>
            </a:r>
          </a:p>
          <a:p>
            <a:pPr marL="457200" lvl="1" indent="0">
              <a:buNone/>
            </a:pPr>
            <a:endParaRPr lang="en-US" sz="1600" dirty="0">
              <a:solidFill>
                <a:schemeClr val="tx1"/>
              </a:solidFill>
              <a:latin typeface="+mn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b="1" dirty="0">
                <a:solidFill>
                  <a:schemeClr val="tx1"/>
                </a:solidFill>
                <a:latin typeface="+mn-lt"/>
              </a:rPr>
              <a:t>Changes to ESPC Legislation (F.S. 1013.23)</a:t>
            </a:r>
            <a:endParaRPr lang="en-US" sz="1800" b="1" dirty="0">
              <a:solidFill>
                <a:schemeClr val="accent3">
                  <a:lumMod val="75000"/>
                </a:schemeClr>
              </a:solidFill>
              <a:latin typeface="+mn-lt"/>
            </a:endParaRPr>
          </a:p>
          <a:p>
            <a:pPr lvl="1"/>
            <a:r>
              <a:rPr lang="en-US" sz="1600" dirty="0">
                <a:solidFill>
                  <a:schemeClr val="tx1"/>
                </a:solidFill>
                <a:latin typeface="+mn-lt"/>
              </a:rPr>
              <a:t>Extend maximum contract term (25-30 years)</a:t>
            </a:r>
          </a:p>
          <a:p>
            <a:pPr lvl="1"/>
            <a:r>
              <a:rPr lang="en-US" sz="1600" dirty="0">
                <a:solidFill>
                  <a:schemeClr val="tx1"/>
                </a:solidFill>
                <a:latin typeface="+mn-lt"/>
              </a:rPr>
              <a:t>Adjust payback requirements (cash positive every year)</a:t>
            </a:r>
          </a:p>
          <a:p>
            <a:pPr lvl="1"/>
            <a:r>
              <a:rPr lang="en-US" sz="1600" dirty="0">
                <a:solidFill>
                  <a:schemeClr val="tx1"/>
                </a:solidFill>
                <a:latin typeface="+mn-lt"/>
              </a:rPr>
              <a:t>Require ESPC for underperforming school districts</a:t>
            </a:r>
          </a:p>
          <a:p>
            <a:pPr marL="457200" lvl="1" indent="0">
              <a:buNone/>
            </a:pPr>
            <a:endParaRPr lang="en-US" sz="1600" dirty="0">
              <a:solidFill>
                <a:schemeClr val="tx1"/>
              </a:solidFill>
              <a:latin typeface="+mn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b="1" dirty="0">
                <a:solidFill>
                  <a:schemeClr val="tx1"/>
                </a:solidFill>
                <a:latin typeface="+mn-lt"/>
              </a:rPr>
              <a:t>Benefits to Legislators</a:t>
            </a:r>
            <a:endParaRPr lang="en-US" sz="1800" b="1" dirty="0">
              <a:solidFill>
                <a:schemeClr val="accent3">
                  <a:lumMod val="75000"/>
                </a:schemeClr>
              </a:solidFill>
              <a:latin typeface="+mn-lt"/>
            </a:endParaRPr>
          </a:p>
          <a:p>
            <a:pPr lvl="1"/>
            <a:r>
              <a:rPr lang="en-US" sz="1600" dirty="0">
                <a:solidFill>
                  <a:schemeClr val="tx1"/>
                </a:solidFill>
                <a:latin typeface="+mn-lt"/>
              </a:rPr>
              <a:t>Job creation and economic development</a:t>
            </a:r>
          </a:p>
          <a:p>
            <a:pPr lvl="1"/>
            <a:r>
              <a:rPr lang="en-US" sz="1600" dirty="0">
                <a:solidFill>
                  <a:schemeClr val="tx1"/>
                </a:solidFill>
                <a:latin typeface="+mn-lt"/>
              </a:rPr>
              <a:t>Increase student health and academic performance</a:t>
            </a:r>
          </a:p>
          <a:p>
            <a:pPr lvl="1"/>
            <a:r>
              <a:rPr lang="en-US" sz="1600" dirty="0">
                <a:solidFill>
                  <a:schemeClr val="tx1"/>
                </a:solidFill>
                <a:latin typeface="+mn-lt"/>
              </a:rPr>
              <a:t>Promote long-term fiscal responsibility </a:t>
            </a:r>
          </a:p>
          <a:p>
            <a:pPr lvl="1"/>
            <a:r>
              <a:rPr lang="en-US" sz="1600" dirty="0">
                <a:solidFill>
                  <a:schemeClr val="tx1"/>
                </a:solidFill>
                <a:latin typeface="+mn-lt"/>
              </a:rPr>
              <a:t>Strengthen ‘</a:t>
            </a:r>
            <a:r>
              <a:rPr lang="en-US" sz="1600" dirty="0" err="1">
                <a:solidFill>
                  <a:schemeClr val="tx1"/>
                </a:solidFill>
                <a:latin typeface="+mn-lt"/>
              </a:rPr>
              <a:t>sFlorida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 economy and community resilience</a:t>
            </a:r>
          </a:p>
          <a:p>
            <a:pPr lvl="1"/>
            <a:endParaRPr lang="en-US" sz="1600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98534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77C05-6EE5-2347-1B88-536621CBD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B03C0-0036-BFFB-2066-7CB0F785DD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 dirty="0"/>
              <a:t>Let’s Go and Create the Market!</a:t>
            </a:r>
          </a:p>
        </p:txBody>
      </p:sp>
    </p:spTree>
    <p:extLst>
      <p:ext uri="{BB962C8B-B14F-4D97-AF65-F5344CB8AC3E}">
        <p14:creationId xmlns:p14="http://schemas.microsoft.com/office/powerpoint/2010/main" val="17613988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sMjUdYCHwOl93XXKpNn5Q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W6JCcbkhA1g_NVgd2MCdA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gtMSDZJIsWIh1Rl2fWdBQ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tskSJQq.CN3tQWbap1Y2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4Ly6kvpwhVATwYKPAp.w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kM2eQhOh76kz481Irg_B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E979Zo0mAVFmkBG_6AGf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RH4wF6_8ppFNuHWx76KA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qocoeNYjbnmDMXpINGnHQ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GVKUoA6pcvQpkF7Xn_r7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K8XOhao08gsuYxwqWM5C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sMLCJB7rH_oqEEDppt8x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fFFu_sYqYxNbOpxjCrK4A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BF1vJcpkQA1SO19BrTR.g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xfP1tdrE2W1Vqy7a.tJUw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JBB27OooNqXsDxK.n6J.A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UKilXDXgKwIN.lVILYcjg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t5eJIgTCmwoP3KpaL9yHw"/>
</p:tagLst>
</file>

<file path=ppt/theme/theme1.xml><?xml version="1.0" encoding="utf-8"?>
<a:theme xmlns:a="http://schemas.openxmlformats.org/drawingml/2006/main" name="1_Office Theme">
  <a:themeElements>
    <a:clrScheme name="JCI">
      <a:dk1>
        <a:srgbClr val="000000"/>
      </a:dk1>
      <a:lt1>
        <a:srgbClr val="FFFFFF"/>
      </a:lt1>
      <a:dk2>
        <a:srgbClr val="000070"/>
      </a:dk2>
      <a:lt2>
        <a:srgbClr val="FFFFFF"/>
      </a:lt2>
      <a:accent1>
        <a:srgbClr val="152EA9"/>
      </a:accent1>
      <a:accent2>
        <a:srgbClr val="00ADFF"/>
      </a:accent2>
      <a:accent3>
        <a:srgbClr val="2EE9FF"/>
      </a:accent3>
      <a:accent4>
        <a:srgbClr val="75E600"/>
      </a:accent4>
      <a:accent5>
        <a:srgbClr val="FF9E2F"/>
      </a:accent5>
      <a:accent6>
        <a:srgbClr val="32C858"/>
      </a:accent6>
      <a:hlink>
        <a:srgbClr val="152EA9"/>
      </a:hlink>
      <a:folHlink>
        <a:srgbClr val="152EA9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4_White_NO LOGO_Jan_2025">
  <a:themeElements>
    <a:clrScheme name="Custom 7">
      <a:dk1>
        <a:srgbClr val="333740"/>
      </a:dk1>
      <a:lt1>
        <a:srgbClr val="FFFFFF"/>
      </a:lt1>
      <a:dk2>
        <a:srgbClr val="000070"/>
      </a:dk2>
      <a:lt2>
        <a:srgbClr val="FFFFFF"/>
      </a:lt2>
      <a:accent1>
        <a:srgbClr val="152EA9"/>
      </a:accent1>
      <a:accent2>
        <a:srgbClr val="00ADFF"/>
      </a:accent2>
      <a:accent3>
        <a:srgbClr val="2EE9FF"/>
      </a:accent3>
      <a:accent4>
        <a:srgbClr val="75E600"/>
      </a:accent4>
      <a:accent5>
        <a:srgbClr val="F58834"/>
      </a:accent5>
      <a:accent6>
        <a:srgbClr val="32C858"/>
      </a:accent6>
      <a:hlink>
        <a:srgbClr val="152EA9"/>
      </a:hlink>
      <a:folHlink>
        <a:srgbClr val="152EA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CI_PPT_Template_Short" id="{43952C95-8F9E-F245-A641-E267E1A1B19C}" vid="{6A63AD87-66EA-E94B-96DB-8BFF8F68D8D7}"/>
    </a:ext>
  </a:extLst>
</a:theme>
</file>

<file path=ppt/theme/theme3.xml><?xml version="1.0" encoding="utf-8"?>
<a:theme xmlns:a="http://schemas.openxmlformats.org/drawingml/2006/main" name="JCI Covers">
  <a:themeElements>
    <a:clrScheme name="JCI colours RGB">
      <a:dk1>
        <a:srgbClr val="000000"/>
      </a:dk1>
      <a:lt1>
        <a:srgbClr val="FFFFFF"/>
      </a:lt1>
      <a:dk2>
        <a:srgbClr val="000070"/>
      </a:dk2>
      <a:lt2>
        <a:srgbClr val="FFFFFF"/>
      </a:lt2>
      <a:accent1>
        <a:srgbClr val="152EA9"/>
      </a:accent1>
      <a:accent2>
        <a:srgbClr val="00ADFF"/>
      </a:accent2>
      <a:accent3>
        <a:srgbClr val="2EE9FF"/>
      </a:accent3>
      <a:accent4>
        <a:srgbClr val="75E600"/>
      </a:accent4>
      <a:accent5>
        <a:srgbClr val="F58834"/>
      </a:accent5>
      <a:accent6>
        <a:srgbClr val="32C858"/>
      </a:accent6>
      <a:hlink>
        <a:srgbClr val="152EA9"/>
      </a:hlink>
      <a:folHlink>
        <a:srgbClr val="152EA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JCI Covers">
  <a:themeElements>
    <a:clrScheme name="New JCI colours">
      <a:dk1>
        <a:srgbClr val="000000"/>
      </a:dk1>
      <a:lt1>
        <a:srgbClr val="FFFFFF"/>
      </a:lt1>
      <a:dk2>
        <a:srgbClr val="000070"/>
      </a:dk2>
      <a:lt2>
        <a:srgbClr val="FFFFFF"/>
      </a:lt2>
      <a:accent1>
        <a:srgbClr val="152EA9"/>
      </a:accent1>
      <a:accent2>
        <a:srgbClr val="00ADFF"/>
      </a:accent2>
      <a:accent3>
        <a:srgbClr val="2EE9FF"/>
      </a:accent3>
      <a:accent4>
        <a:srgbClr val="75E600"/>
      </a:accent4>
      <a:accent5>
        <a:srgbClr val="FF9E2F"/>
      </a:accent5>
      <a:accent6>
        <a:srgbClr val="32C858"/>
      </a:accent6>
      <a:hlink>
        <a:srgbClr val="152EA9"/>
      </a:hlink>
      <a:folHlink>
        <a:srgbClr val="152EA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2621</Words>
  <Application>Microsoft Office PowerPoint</Application>
  <PresentationFormat>Widescreen</PresentationFormat>
  <Paragraphs>380</Paragraphs>
  <Slides>29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42" baseType="lpstr">
      <vt:lpstr>Aptos</vt:lpstr>
      <vt:lpstr>Aptos Display</vt:lpstr>
      <vt:lpstr>Arial</vt:lpstr>
      <vt:lpstr>Calibri</vt:lpstr>
      <vt:lpstr>Courier New</vt:lpstr>
      <vt:lpstr>Noto Sans</vt:lpstr>
      <vt:lpstr>Noto Sans SemiBold</vt:lpstr>
      <vt:lpstr>Wingdings</vt:lpstr>
      <vt:lpstr>1_Office Theme</vt:lpstr>
      <vt:lpstr>4_White_NO LOGO_Jan_2025</vt:lpstr>
      <vt:lpstr>JCI Covers</vt:lpstr>
      <vt:lpstr>1_JCI Covers</vt:lpstr>
      <vt:lpstr>think-cell Slide</vt:lpstr>
      <vt:lpstr>Florida K12 Strategy Workshop</vt:lpstr>
      <vt:lpstr>Market Data indicates significant needs in K12 schools</vt:lpstr>
      <vt:lpstr>Market size ranges from $7.1M to nearly $500M per year across the 50 states, with the Top 10 accounting for over 50% of the market</vt:lpstr>
      <vt:lpstr>Florida K12 Problem Statement #1 (Johnson Controls)</vt:lpstr>
      <vt:lpstr>Johnson Controls - Florida K12 Problem Statement #1</vt:lpstr>
      <vt:lpstr>Johnson Controls - Florida K12 Problem Statement #1</vt:lpstr>
      <vt:lpstr>Johnson Controls - Florida K12 Problem Statement #1</vt:lpstr>
      <vt:lpstr>Johnson Controls - Florida K12 Problem Statement #1</vt:lpstr>
      <vt:lpstr>Florida K12 Problem Statement #2 (Customer)</vt:lpstr>
      <vt:lpstr>Florida K12 Problem Statement #2</vt:lpstr>
      <vt:lpstr>Florida K12 Problem Statement #2</vt:lpstr>
      <vt:lpstr>Florida K12 Problem Statement #2</vt:lpstr>
      <vt:lpstr>Florida K12 Problem Statement #2</vt:lpstr>
      <vt:lpstr>Florida K12 Problem Statement #2</vt:lpstr>
      <vt:lpstr>Florida K12 Problem Statement #2</vt:lpstr>
      <vt:lpstr>Florida K12 Problem Statement #2</vt:lpstr>
      <vt:lpstr>PowerPoint Presentation</vt:lpstr>
      <vt:lpstr>Johnson Controls Florida K12 Strategy</vt:lpstr>
      <vt:lpstr>Florida K12 Strategy</vt:lpstr>
      <vt:lpstr>Florida K12 Strategy – Key Research Needed to Tell Story and “Bring Data”</vt:lpstr>
      <vt:lpstr>National Trends Recent Electricity Price Increases</vt:lpstr>
      <vt:lpstr>Primary Price Drivers</vt:lpstr>
      <vt:lpstr>Mid and South Atlantic rate increases vary significantly across the 8 states Geographies served by PJM are up significantly</vt:lpstr>
      <vt:lpstr>Florida Electric Utilities Moderately fragmented market: 4 major Investor-Owned Electric Utilities ~ 50 Coops and Munis </vt:lpstr>
      <vt:lpstr> Florida Retail Prices</vt:lpstr>
      <vt:lpstr>Florida K12 Strategy – Key Research Needed to Tell Story and “Bring Data” </vt:lpstr>
      <vt:lpstr>Florida K12 Strategy – What Do We Hope to Learn?</vt:lpstr>
      <vt:lpstr>Florida K12 Problem Statement #3 (Enabling the Market, Solving the Problem)</vt:lpstr>
      <vt:lpstr>Let’s Go and Create the Market!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M Koontz</dc:creator>
  <cp:lastModifiedBy>Stephen M Koontz</cp:lastModifiedBy>
  <cp:revision>1</cp:revision>
  <dcterms:created xsi:type="dcterms:W3CDTF">2026-06-15T13:05:59Z</dcterms:created>
  <dcterms:modified xsi:type="dcterms:W3CDTF">2026-06-15T13:06:41Z</dcterms:modified>
</cp:coreProperties>
</file>